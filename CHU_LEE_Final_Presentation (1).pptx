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Roboto Thin"/>
      <p:regular r:id="rId19"/>
      <p:bold r:id="rId20"/>
      <p:italic r:id="rId21"/>
      <p:boldItalic r:id="rId22"/>
    </p:embeddedFont>
    <p:embeddedFont>
      <p:font typeface="Roboto"/>
      <p:regular r:id="rId23"/>
      <p:bold r:id="rId24"/>
      <p:italic r:id="rId25"/>
      <p:boldItalic r:id="rId26"/>
    </p:embeddedFont>
    <p:embeddedFont>
      <p:font typeface="Roboto Medium"/>
      <p:regular r:id="rId27"/>
      <p:bold r:id="rId28"/>
      <p:italic r:id="rId29"/>
      <p:boldItalic r:id="rId30"/>
    </p:embeddedFont>
    <p:embeddedFont>
      <p:font typeface="Century Gothic"/>
      <p:regular r:id="rId31"/>
      <p:bold r:id="rId32"/>
      <p:italic r:id="rId33"/>
      <p:boldItalic r:id="rId34"/>
    </p:embeddedFont>
    <p:embeddedFont>
      <p:font typeface="Alegreya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2016">
          <p15:clr>
            <a:srgbClr val="A4A3A4"/>
          </p15:clr>
        </p15:guide>
        <p15:guide id="4" orient="horz" pos="2976">
          <p15:clr>
            <a:srgbClr val="A4A3A4"/>
          </p15:clr>
        </p15:guide>
      </p15:sldGuideLst>
    </p:ext>
    <p:ext uri="GoogleSlidesCustomDataVersion2">
      <go:slidesCustomData xmlns:go="http://customooxmlschemas.google.com/" r:id="rId39" roundtripDataSignature="AMtx7mg+ISpV2H27/feapcmvhpb6XE/5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/>
        <p:guide pos="3840"/>
        <p:guide pos="2016" orient="horz"/>
        <p:guide pos="297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Thin-bold.fntdata"/><Relationship Id="rId22" Type="http://schemas.openxmlformats.org/officeDocument/2006/relationships/font" Target="fonts/RobotoThin-boldItalic.fntdata"/><Relationship Id="rId21" Type="http://schemas.openxmlformats.org/officeDocument/2006/relationships/font" Target="fonts/RobotoThin-italic.fntdata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28" Type="http://schemas.openxmlformats.org/officeDocument/2006/relationships/font" Target="fonts/RobotoMedium-bold.fntdata"/><Relationship Id="rId27" Type="http://schemas.openxmlformats.org/officeDocument/2006/relationships/font" Target="fonts/RobotoMedium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edium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CenturyGothic-regular.fntdata"/><Relationship Id="rId30" Type="http://schemas.openxmlformats.org/officeDocument/2006/relationships/font" Target="fonts/RobotoMedium-boldItalic.fntdata"/><Relationship Id="rId11" Type="http://schemas.openxmlformats.org/officeDocument/2006/relationships/slide" Target="slides/slide6.xml"/><Relationship Id="rId33" Type="http://schemas.openxmlformats.org/officeDocument/2006/relationships/font" Target="fonts/CenturyGothic-italic.fntdata"/><Relationship Id="rId10" Type="http://schemas.openxmlformats.org/officeDocument/2006/relationships/slide" Target="slides/slide5.xml"/><Relationship Id="rId32" Type="http://schemas.openxmlformats.org/officeDocument/2006/relationships/font" Target="fonts/CenturyGothic-bold.fntdata"/><Relationship Id="rId13" Type="http://schemas.openxmlformats.org/officeDocument/2006/relationships/slide" Target="slides/slide8.xml"/><Relationship Id="rId35" Type="http://schemas.openxmlformats.org/officeDocument/2006/relationships/font" Target="fonts/Alegreya-regular.fntdata"/><Relationship Id="rId12" Type="http://schemas.openxmlformats.org/officeDocument/2006/relationships/slide" Target="slides/slide7.xml"/><Relationship Id="rId34" Type="http://schemas.openxmlformats.org/officeDocument/2006/relationships/font" Target="fonts/CenturyGothic-boldItalic.fntdata"/><Relationship Id="rId15" Type="http://schemas.openxmlformats.org/officeDocument/2006/relationships/slide" Target="slides/slide10.xml"/><Relationship Id="rId37" Type="http://schemas.openxmlformats.org/officeDocument/2006/relationships/font" Target="fonts/Alegreya-italic.fntdata"/><Relationship Id="rId14" Type="http://schemas.openxmlformats.org/officeDocument/2006/relationships/slide" Target="slides/slide9.xml"/><Relationship Id="rId36" Type="http://schemas.openxmlformats.org/officeDocument/2006/relationships/font" Target="fonts/Alegreya-bold.fntdata"/><Relationship Id="rId17" Type="http://schemas.openxmlformats.org/officeDocument/2006/relationships/slide" Target="slides/slide12.xml"/><Relationship Id="rId39" Type="http://customschemas.google.com/relationships/presentationmetadata" Target="metadata"/><Relationship Id="rId16" Type="http://schemas.openxmlformats.org/officeDocument/2006/relationships/slide" Target="slides/slide11.xml"/><Relationship Id="rId38" Type="http://schemas.openxmlformats.org/officeDocument/2006/relationships/font" Target="fonts/Alegreya-boldItalic.fntdata"/><Relationship Id="rId19" Type="http://schemas.openxmlformats.org/officeDocument/2006/relationships/font" Target="fonts/RobotoThin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6" name="Google Shape;10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1027" name="Google Shape;10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3bb0817e8c0_0_1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4" name="Google Shape;1034;g3bb0817e8c0_0_1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1035" name="Google Shape;1035;g3bb0817e8c0_0_1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4" name="Google Shape;104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1045" name="Google Shape;1045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g3bb0817e8c0_0_1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2" name="Google Shape;1052;g3bb0817e8c0_0_1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1053" name="Google Shape;1053;g3bb0817e8c0_0_1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g3bb0817e8c0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9" name="Google Shape;1069;g3bb0817e8c0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1070" name="Google Shape;1070;g3bb0817e8c0_0_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3d7238dd9b9_0_14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8" name="Google Shape;1078;g3d7238dd9b9_0_14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g3d7238dd9b9_0_14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g3d7238dd9b9_0_14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5" name="Google Shape;1085;g3d7238dd9b9_0_14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g3d7238dd9b9_0_14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g3bb0817e8c0_0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4" name="Google Shape;1094;g3bb0817e8c0_0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1095" name="Google Shape;1095;g3bb0817e8c0_0_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3d7238dd9b9_0_16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4" name="Google Shape;1124;g3d7238dd9b9_0_16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" name="Google Shape;1125;g3d7238dd9b9_0_169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g3bb0817e8c0_0_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4" name="Google Shape;1134;g3bb0817e8c0_0_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1135" name="Google Shape;1135;g3bb0817e8c0_0_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g3d7238dd9b9_0_17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4" name="Google Shape;1144;g3d7238dd9b9_0_17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g3d7238dd9b9_0_17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g3d7238dd9b9_0_17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6" name="Google Shape;1166;g3d7238dd9b9_0_17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g3d7238dd9b9_0_170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g3bb4a135e11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7" name="Google Shape;1177;g3bb4a135e11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1178" name="Google Shape;1178;g3bb4a135e11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5.png"/><Relationship Id="rId7" Type="http://schemas.openxmlformats.org/officeDocument/2006/relationships/image" Target="../media/image8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5.png"/><Relationship Id="rId7" Type="http://schemas.openxmlformats.org/officeDocument/2006/relationships/image" Target="../media/image8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5.png"/><Relationship Id="rId7" Type="http://schemas.openxmlformats.org/officeDocument/2006/relationships/image" Target="../media/image8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5.png"/><Relationship Id="rId7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1 - Title Slide Layout">
  <p:cSld name="Divider 1 - Title Slide Layou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8"/>
          <p:cNvSpPr txBox="1"/>
          <p:nvPr>
            <p:ph type="ctrTitle"/>
          </p:nvPr>
        </p:nvSpPr>
        <p:spPr>
          <a:xfrm>
            <a:off x="308463" y="1582880"/>
            <a:ext cx="11575074" cy="202467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Century Gothic"/>
              <a:buNone/>
              <a:defRPr sz="54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8"/>
          <p:cNvSpPr txBox="1"/>
          <p:nvPr>
            <p:ph idx="1" type="body"/>
          </p:nvPr>
        </p:nvSpPr>
        <p:spPr>
          <a:xfrm>
            <a:off x="365760" y="5445320"/>
            <a:ext cx="6495074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2pPr>
            <a:lvl3pPr indent="-2286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4pPr>
            <a:lvl5pPr indent="-2286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48"/>
          <p:cNvSpPr txBox="1"/>
          <p:nvPr>
            <p:ph idx="2" type="body"/>
          </p:nvPr>
        </p:nvSpPr>
        <p:spPr>
          <a:xfrm>
            <a:off x="365760" y="5852160"/>
            <a:ext cx="6495074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b="0" sz="18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2pPr>
            <a:lvl3pPr indent="-2286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4pPr>
            <a:lvl5pPr indent="-2286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18" name="Google Shape;18;p48"/>
          <p:cNvGrpSpPr/>
          <p:nvPr/>
        </p:nvGrpSpPr>
        <p:grpSpPr>
          <a:xfrm>
            <a:off x="9590400" y="5522400"/>
            <a:ext cx="2103439" cy="552361"/>
            <a:chOff x="6455388" y="4102692"/>
            <a:chExt cx="5543454" cy="1455705"/>
          </a:xfrm>
        </p:grpSpPr>
        <p:sp>
          <p:nvSpPr>
            <p:cNvPr id="19" name="Google Shape;19;p48"/>
            <p:cNvSpPr/>
            <p:nvPr/>
          </p:nvSpPr>
          <p:spPr>
            <a:xfrm>
              <a:off x="8423253" y="4383013"/>
              <a:ext cx="3575494" cy="683609"/>
            </a:xfrm>
            <a:custGeom>
              <a:rect b="b" l="l" r="r" t="t"/>
              <a:pathLst>
                <a:path extrusionOk="0" h="683609" w="3575494">
                  <a:moveTo>
                    <a:pt x="527495" y="0"/>
                  </a:moveTo>
                  <a:lnTo>
                    <a:pt x="527495" y="683133"/>
                  </a:lnTo>
                  <a:lnTo>
                    <a:pt x="399669" y="683133"/>
                  </a:lnTo>
                  <a:lnTo>
                    <a:pt x="399669" y="400622"/>
                  </a:lnTo>
                  <a:lnTo>
                    <a:pt x="125921" y="400622"/>
                  </a:lnTo>
                  <a:lnTo>
                    <a:pt x="125921" y="683228"/>
                  </a:lnTo>
                  <a:lnTo>
                    <a:pt x="0" y="683228"/>
                  </a:lnTo>
                  <a:lnTo>
                    <a:pt x="0" y="0"/>
                  </a:lnTo>
                  <a:lnTo>
                    <a:pt x="125921" y="0"/>
                  </a:lnTo>
                  <a:lnTo>
                    <a:pt x="125921" y="286607"/>
                  </a:lnTo>
                  <a:lnTo>
                    <a:pt x="399574" y="286607"/>
                  </a:lnTo>
                  <a:lnTo>
                    <a:pt x="399574" y="0"/>
                  </a:lnTo>
                  <a:lnTo>
                    <a:pt x="527495" y="0"/>
                  </a:lnTo>
                  <a:close/>
                  <a:moveTo>
                    <a:pt x="715994" y="0"/>
                  </a:moveTo>
                  <a:lnTo>
                    <a:pt x="1138809" y="0"/>
                  </a:lnTo>
                  <a:lnTo>
                    <a:pt x="1138809" y="113062"/>
                  </a:lnTo>
                  <a:lnTo>
                    <a:pt x="841915" y="113062"/>
                  </a:lnTo>
                  <a:lnTo>
                    <a:pt x="841915" y="290989"/>
                  </a:lnTo>
                  <a:lnTo>
                    <a:pt x="1101662" y="290989"/>
                  </a:lnTo>
                  <a:lnTo>
                    <a:pt x="1101662" y="403003"/>
                  </a:lnTo>
                  <a:lnTo>
                    <a:pt x="841915" y="403003"/>
                  </a:lnTo>
                  <a:lnTo>
                    <a:pt x="841915" y="570548"/>
                  </a:lnTo>
                  <a:lnTo>
                    <a:pt x="1148334" y="570548"/>
                  </a:lnTo>
                  <a:lnTo>
                    <a:pt x="1148334" y="683609"/>
                  </a:lnTo>
                  <a:lnTo>
                    <a:pt x="715994" y="683609"/>
                  </a:lnTo>
                  <a:lnTo>
                    <a:pt x="715994" y="0"/>
                  </a:lnTo>
                  <a:close/>
                  <a:moveTo>
                    <a:pt x="1686687" y="517589"/>
                  </a:moveTo>
                  <a:lnTo>
                    <a:pt x="1431893" y="517589"/>
                  </a:lnTo>
                  <a:lnTo>
                    <a:pt x="1369409" y="683228"/>
                  </a:lnTo>
                  <a:lnTo>
                    <a:pt x="1234535" y="683228"/>
                  </a:lnTo>
                  <a:lnTo>
                    <a:pt x="1490377" y="95"/>
                  </a:lnTo>
                  <a:lnTo>
                    <a:pt x="1627251" y="95"/>
                  </a:lnTo>
                  <a:lnTo>
                    <a:pt x="1883092" y="683228"/>
                  </a:lnTo>
                  <a:lnTo>
                    <a:pt x="1749171" y="683228"/>
                  </a:lnTo>
                  <a:lnTo>
                    <a:pt x="1686592" y="517589"/>
                  </a:lnTo>
                  <a:close/>
                  <a:moveTo>
                    <a:pt x="1474470" y="406527"/>
                  </a:moveTo>
                  <a:lnTo>
                    <a:pt x="1645063" y="406527"/>
                  </a:lnTo>
                  <a:lnTo>
                    <a:pt x="1558862" y="145733"/>
                  </a:lnTo>
                  <a:lnTo>
                    <a:pt x="1474565" y="406527"/>
                  </a:lnTo>
                  <a:close/>
                  <a:moveTo>
                    <a:pt x="1995392" y="0"/>
                  </a:moveTo>
                  <a:lnTo>
                    <a:pt x="2121980" y="0"/>
                  </a:lnTo>
                  <a:lnTo>
                    <a:pt x="2121980" y="570167"/>
                  </a:lnTo>
                  <a:lnTo>
                    <a:pt x="2385632" y="570167"/>
                  </a:lnTo>
                  <a:lnTo>
                    <a:pt x="2385632" y="683228"/>
                  </a:lnTo>
                  <a:lnTo>
                    <a:pt x="1995392" y="683228"/>
                  </a:lnTo>
                  <a:lnTo>
                    <a:pt x="1995392" y="0"/>
                  </a:lnTo>
                  <a:close/>
                  <a:moveTo>
                    <a:pt x="2395157" y="0"/>
                  </a:moveTo>
                  <a:lnTo>
                    <a:pt x="2907792" y="0"/>
                  </a:lnTo>
                  <a:lnTo>
                    <a:pt x="2907792" y="116014"/>
                  </a:lnTo>
                  <a:lnTo>
                    <a:pt x="2715863" y="116014"/>
                  </a:lnTo>
                  <a:lnTo>
                    <a:pt x="2715863" y="683228"/>
                  </a:lnTo>
                  <a:lnTo>
                    <a:pt x="2587942" y="683228"/>
                  </a:lnTo>
                  <a:lnTo>
                    <a:pt x="2587942" y="116014"/>
                  </a:lnTo>
                  <a:lnTo>
                    <a:pt x="2395061" y="116014"/>
                  </a:lnTo>
                  <a:lnTo>
                    <a:pt x="2395061" y="0"/>
                  </a:lnTo>
                  <a:close/>
                  <a:moveTo>
                    <a:pt x="3575494" y="0"/>
                  </a:moveTo>
                  <a:lnTo>
                    <a:pt x="3575494" y="683133"/>
                  </a:lnTo>
                  <a:lnTo>
                    <a:pt x="3447764" y="683133"/>
                  </a:lnTo>
                  <a:lnTo>
                    <a:pt x="3447764" y="400622"/>
                  </a:lnTo>
                  <a:lnTo>
                    <a:pt x="3174111" y="400622"/>
                  </a:lnTo>
                  <a:lnTo>
                    <a:pt x="3174111" y="683228"/>
                  </a:lnTo>
                  <a:lnTo>
                    <a:pt x="3048191" y="683228"/>
                  </a:lnTo>
                  <a:lnTo>
                    <a:pt x="3048191" y="0"/>
                  </a:lnTo>
                  <a:lnTo>
                    <a:pt x="3174111" y="0"/>
                  </a:lnTo>
                  <a:lnTo>
                    <a:pt x="3174111" y="286607"/>
                  </a:lnTo>
                  <a:lnTo>
                    <a:pt x="3447764" y="286607"/>
                  </a:lnTo>
                  <a:lnTo>
                    <a:pt x="3447764" y="0"/>
                  </a:lnTo>
                  <a:lnTo>
                    <a:pt x="35754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0" name="Google Shape;20;p48"/>
            <p:cNvSpPr/>
            <p:nvPr/>
          </p:nvSpPr>
          <p:spPr>
            <a:xfrm>
              <a:off x="8418776" y="5302158"/>
              <a:ext cx="3580066" cy="255953"/>
            </a:xfrm>
            <a:custGeom>
              <a:rect b="b" l="l" r="r" t="t"/>
              <a:pathLst>
                <a:path extrusionOk="0" h="255953" w="3580066">
                  <a:moveTo>
                    <a:pt x="146113" y="165847"/>
                  </a:moveTo>
                  <a:lnTo>
                    <a:pt x="146113" y="3065"/>
                  </a:lnTo>
                  <a:lnTo>
                    <a:pt x="184880" y="3065"/>
                  </a:lnTo>
                  <a:lnTo>
                    <a:pt x="184880" y="165847"/>
                  </a:lnTo>
                  <a:cubicBezTo>
                    <a:pt x="185452" y="214996"/>
                    <a:pt x="146113" y="255382"/>
                    <a:pt x="96964" y="255954"/>
                  </a:cubicBezTo>
                  <a:cubicBezTo>
                    <a:pt x="95536" y="255954"/>
                    <a:pt x="94107" y="255954"/>
                    <a:pt x="92583" y="255954"/>
                  </a:cubicBezTo>
                  <a:cubicBezTo>
                    <a:pt x="42672" y="255954"/>
                    <a:pt x="0" y="220521"/>
                    <a:pt x="0" y="165943"/>
                  </a:cubicBezTo>
                  <a:lnTo>
                    <a:pt x="0" y="3160"/>
                  </a:lnTo>
                  <a:lnTo>
                    <a:pt x="39148" y="3160"/>
                  </a:lnTo>
                  <a:lnTo>
                    <a:pt x="39148" y="165943"/>
                  </a:lnTo>
                  <a:cubicBezTo>
                    <a:pt x="39148" y="195470"/>
                    <a:pt x="63151" y="219473"/>
                    <a:pt x="92678" y="219473"/>
                  </a:cubicBezTo>
                  <a:cubicBezTo>
                    <a:pt x="122206" y="219473"/>
                    <a:pt x="146209" y="195470"/>
                    <a:pt x="146209" y="165943"/>
                  </a:cubicBezTo>
                  <a:lnTo>
                    <a:pt x="146113" y="165943"/>
                  </a:lnTo>
                  <a:close/>
                  <a:moveTo>
                    <a:pt x="434435" y="252239"/>
                  </a:moveTo>
                  <a:lnTo>
                    <a:pt x="398621" y="252239"/>
                  </a:lnTo>
                  <a:lnTo>
                    <a:pt x="291560" y="73931"/>
                  </a:lnTo>
                  <a:lnTo>
                    <a:pt x="291560" y="252239"/>
                  </a:lnTo>
                  <a:lnTo>
                    <a:pt x="253460" y="252239"/>
                  </a:lnTo>
                  <a:lnTo>
                    <a:pt x="253460" y="3065"/>
                  </a:lnTo>
                  <a:lnTo>
                    <a:pt x="290417" y="3065"/>
                  </a:lnTo>
                  <a:lnTo>
                    <a:pt x="396335" y="179944"/>
                  </a:lnTo>
                  <a:lnTo>
                    <a:pt x="396335" y="3065"/>
                  </a:lnTo>
                  <a:lnTo>
                    <a:pt x="434435" y="3065"/>
                  </a:lnTo>
                  <a:lnTo>
                    <a:pt x="434435" y="252239"/>
                  </a:lnTo>
                  <a:close/>
                  <a:moveTo>
                    <a:pt x="497014" y="3065"/>
                  </a:moveTo>
                  <a:lnTo>
                    <a:pt x="535114" y="3065"/>
                  </a:lnTo>
                  <a:lnTo>
                    <a:pt x="535114" y="252239"/>
                  </a:lnTo>
                  <a:lnTo>
                    <a:pt x="497014" y="252239"/>
                  </a:lnTo>
                  <a:lnTo>
                    <a:pt x="497014" y="3065"/>
                  </a:lnTo>
                  <a:close/>
                  <a:moveTo>
                    <a:pt x="622935" y="3065"/>
                  </a:moveTo>
                  <a:lnTo>
                    <a:pt x="676180" y="188231"/>
                  </a:lnTo>
                  <a:lnTo>
                    <a:pt x="729710" y="3065"/>
                  </a:lnTo>
                  <a:lnTo>
                    <a:pt x="769525" y="3065"/>
                  </a:lnTo>
                  <a:lnTo>
                    <a:pt x="694372" y="252239"/>
                  </a:lnTo>
                  <a:lnTo>
                    <a:pt x="658558" y="252239"/>
                  </a:lnTo>
                  <a:lnTo>
                    <a:pt x="583025" y="3065"/>
                  </a:lnTo>
                  <a:lnTo>
                    <a:pt x="623125" y="3065"/>
                  </a:lnTo>
                  <a:close/>
                  <a:moveTo>
                    <a:pt x="813911" y="3065"/>
                  </a:moveTo>
                  <a:lnTo>
                    <a:pt x="964025" y="3065"/>
                  </a:lnTo>
                  <a:lnTo>
                    <a:pt x="964025" y="38212"/>
                  </a:lnTo>
                  <a:lnTo>
                    <a:pt x="852297" y="38212"/>
                  </a:lnTo>
                  <a:lnTo>
                    <a:pt x="852297" y="111936"/>
                  </a:lnTo>
                  <a:lnTo>
                    <a:pt x="949928" y="111936"/>
                  </a:lnTo>
                  <a:lnTo>
                    <a:pt x="949928" y="146988"/>
                  </a:lnTo>
                  <a:lnTo>
                    <a:pt x="852297" y="146988"/>
                  </a:lnTo>
                  <a:lnTo>
                    <a:pt x="852297" y="216806"/>
                  </a:lnTo>
                  <a:lnTo>
                    <a:pt x="967645" y="216806"/>
                  </a:lnTo>
                  <a:lnTo>
                    <a:pt x="967645" y="251953"/>
                  </a:lnTo>
                  <a:lnTo>
                    <a:pt x="813911" y="251953"/>
                  </a:lnTo>
                  <a:lnTo>
                    <a:pt x="813911" y="3160"/>
                  </a:lnTo>
                  <a:close/>
                  <a:moveTo>
                    <a:pt x="1200436" y="252239"/>
                  </a:moveTo>
                  <a:lnTo>
                    <a:pt x="1153763" y="252239"/>
                  </a:lnTo>
                  <a:lnTo>
                    <a:pt x="1091565" y="160799"/>
                  </a:lnTo>
                  <a:lnTo>
                    <a:pt x="1064800" y="160799"/>
                  </a:lnTo>
                  <a:lnTo>
                    <a:pt x="1064800" y="252239"/>
                  </a:lnTo>
                  <a:lnTo>
                    <a:pt x="1026128" y="252239"/>
                  </a:lnTo>
                  <a:lnTo>
                    <a:pt x="1026128" y="3065"/>
                  </a:lnTo>
                  <a:lnTo>
                    <a:pt x="1123379" y="3065"/>
                  </a:lnTo>
                  <a:cubicBezTo>
                    <a:pt x="1176909" y="3065"/>
                    <a:pt x="1199483" y="42499"/>
                    <a:pt x="1199483" y="82218"/>
                  </a:cubicBezTo>
                  <a:cubicBezTo>
                    <a:pt x="1199483" y="118794"/>
                    <a:pt x="1181005" y="154227"/>
                    <a:pt x="1135094" y="159180"/>
                  </a:cubicBezTo>
                  <a:lnTo>
                    <a:pt x="1200245" y="252144"/>
                  </a:lnTo>
                  <a:close/>
                  <a:moveTo>
                    <a:pt x="1064895" y="38117"/>
                  </a:moveTo>
                  <a:lnTo>
                    <a:pt x="1064895" y="125271"/>
                  </a:lnTo>
                  <a:lnTo>
                    <a:pt x="1120616" y="125271"/>
                  </a:lnTo>
                  <a:cubicBezTo>
                    <a:pt x="1148524" y="125271"/>
                    <a:pt x="1159669" y="103173"/>
                    <a:pt x="1159669" y="81837"/>
                  </a:cubicBezTo>
                  <a:cubicBezTo>
                    <a:pt x="1159669" y="60501"/>
                    <a:pt x="1148810" y="38022"/>
                    <a:pt x="1121569" y="38022"/>
                  </a:cubicBezTo>
                  <a:lnTo>
                    <a:pt x="1064895" y="38022"/>
                  </a:lnTo>
                  <a:close/>
                  <a:moveTo>
                    <a:pt x="1290256" y="179849"/>
                  </a:moveTo>
                  <a:cubicBezTo>
                    <a:pt x="1291019" y="200137"/>
                    <a:pt x="1310164" y="220711"/>
                    <a:pt x="1339882" y="220711"/>
                  </a:cubicBezTo>
                  <a:cubicBezTo>
                    <a:pt x="1369600" y="220711"/>
                    <a:pt x="1384364" y="204805"/>
                    <a:pt x="1386935" y="186707"/>
                  </a:cubicBezTo>
                  <a:cubicBezTo>
                    <a:pt x="1388364" y="163561"/>
                    <a:pt x="1370648" y="151560"/>
                    <a:pt x="1347502" y="146131"/>
                  </a:cubicBezTo>
                  <a:lnTo>
                    <a:pt x="1315974" y="138225"/>
                  </a:lnTo>
                  <a:cubicBezTo>
                    <a:pt x="1262444" y="123747"/>
                    <a:pt x="1254062" y="93362"/>
                    <a:pt x="1254062" y="71550"/>
                  </a:cubicBezTo>
                  <a:cubicBezTo>
                    <a:pt x="1254062" y="28878"/>
                    <a:pt x="1292162" y="303"/>
                    <a:pt x="1336072" y="303"/>
                  </a:cubicBezTo>
                  <a:cubicBezTo>
                    <a:pt x="1379982" y="303"/>
                    <a:pt x="1417034" y="28878"/>
                    <a:pt x="1417034" y="74026"/>
                  </a:cubicBezTo>
                  <a:lnTo>
                    <a:pt x="1378934" y="74026"/>
                  </a:lnTo>
                  <a:cubicBezTo>
                    <a:pt x="1378934" y="51262"/>
                    <a:pt x="1361218" y="35926"/>
                    <a:pt x="1335500" y="35926"/>
                  </a:cubicBezTo>
                  <a:cubicBezTo>
                    <a:pt x="1312736" y="35926"/>
                    <a:pt x="1292447" y="49642"/>
                    <a:pt x="1292447" y="70312"/>
                  </a:cubicBezTo>
                  <a:cubicBezTo>
                    <a:pt x="1292447" y="79837"/>
                    <a:pt x="1296067" y="95267"/>
                    <a:pt x="1325785" y="102887"/>
                  </a:cubicBezTo>
                  <a:lnTo>
                    <a:pt x="1357598" y="111174"/>
                  </a:lnTo>
                  <a:cubicBezTo>
                    <a:pt x="1407890" y="124604"/>
                    <a:pt x="1428845" y="152798"/>
                    <a:pt x="1424940" y="188517"/>
                  </a:cubicBezTo>
                  <a:cubicBezTo>
                    <a:pt x="1421321" y="227569"/>
                    <a:pt x="1387697" y="255192"/>
                    <a:pt x="1339977" y="255192"/>
                  </a:cubicBezTo>
                  <a:cubicBezTo>
                    <a:pt x="1288256" y="255192"/>
                    <a:pt x="1252156" y="219759"/>
                    <a:pt x="1252156" y="179087"/>
                  </a:cubicBezTo>
                  <a:lnTo>
                    <a:pt x="1290256" y="179754"/>
                  </a:lnTo>
                  <a:close/>
                  <a:moveTo>
                    <a:pt x="1475041" y="2970"/>
                  </a:moveTo>
                  <a:lnTo>
                    <a:pt x="1513141" y="2970"/>
                  </a:lnTo>
                  <a:lnTo>
                    <a:pt x="1513141" y="252144"/>
                  </a:lnTo>
                  <a:lnTo>
                    <a:pt x="1475041" y="252144"/>
                  </a:lnTo>
                  <a:lnTo>
                    <a:pt x="1475041" y="2970"/>
                  </a:lnTo>
                  <a:close/>
                  <a:moveTo>
                    <a:pt x="1557147" y="2970"/>
                  </a:moveTo>
                  <a:lnTo>
                    <a:pt x="1742980" y="2970"/>
                  </a:lnTo>
                  <a:lnTo>
                    <a:pt x="1742980" y="38784"/>
                  </a:lnTo>
                  <a:lnTo>
                    <a:pt x="1669732" y="38784"/>
                  </a:lnTo>
                  <a:lnTo>
                    <a:pt x="1669732" y="252239"/>
                  </a:lnTo>
                  <a:lnTo>
                    <a:pt x="1630680" y="252239"/>
                  </a:lnTo>
                  <a:lnTo>
                    <a:pt x="1630680" y="38879"/>
                  </a:lnTo>
                  <a:lnTo>
                    <a:pt x="1557338" y="38879"/>
                  </a:lnTo>
                  <a:lnTo>
                    <a:pt x="1557338" y="2970"/>
                  </a:lnTo>
                  <a:close/>
                  <a:moveTo>
                    <a:pt x="1861375" y="252144"/>
                  </a:moveTo>
                  <a:lnTo>
                    <a:pt x="1861375" y="137939"/>
                  </a:lnTo>
                  <a:lnTo>
                    <a:pt x="1766221" y="3065"/>
                  </a:lnTo>
                  <a:lnTo>
                    <a:pt x="1812227" y="3065"/>
                  </a:lnTo>
                  <a:lnTo>
                    <a:pt x="1880997" y="102125"/>
                  </a:lnTo>
                  <a:lnTo>
                    <a:pt x="1950434" y="3065"/>
                  </a:lnTo>
                  <a:lnTo>
                    <a:pt x="1996440" y="3065"/>
                  </a:lnTo>
                  <a:lnTo>
                    <a:pt x="1900619" y="138320"/>
                  </a:lnTo>
                  <a:lnTo>
                    <a:pt x="1900619" y="252525"/>
                  </a:lnTo>
                  <a:lnTo>
                    <a:pt x="1861566" y="252144"/>
                  </a:lnTo>
                  <a:close/>
                  <a:moveTo>
                    <a:pt x="2238566" y="17"/>
                  </a:moveTo>
                  <a:cubicBezTo>
                    <a:pt x="2309146" y="-1126"/>
                    <a:pt x="2367248" y="55262"/>
                    <a:pt x="2368391" y="125842"/>
                  </a:cubicBezTo>
                  <a:cubicBezTo>
                    <a:pt x="2369534" y="196423"/>
                    <a:pt x="2313146" y="254525"/>
                    <a:pt x="2242566" y="255668"/>
                  </a:cubicBezTo>
                  <a:cubicBezTo>
                    <a:pt x="2171986" y="256811"/>
                    <a:pt x="2113883" y="200423"/>
                    <a:pt x="2112740" y="129843"/>
                  </a:cubicBezTo>
                  <a:cubicBezTo>
                    <a:pt x="2112740" y="129271"/>
                    <a:pt x="2112740" y="128605"/>
                    <a:pt x="2112740" y="128033"/>
                  </a:cubicBezTo>
                  <a:cubicBezTo>
                    <a:pt x="2111788" y="58310"/>
                    <a:pt x="2167604" y="970"/>
                    <a:pt x="2237327" y="17"/>
                  </a:cubicBezTo>
                  <a:cubicBezTo>
                    <a:pt x="2237708" y="17"/>
                    <a:pt x="2238184" y="17"/>
                    <a:pt x="2238566" y="17"/>
                  </a:cubicBezTo>
                  <a:close/>
                  <a:moveTo>
                    <a:pt x="2238566" y="218140"/>
                  </a:moveTo>
                  <a:cubicBezTo>
                    <a:pt x="2288381" y="219664"/>
                    <a:pt x="2330006" y="180516"/>
                    <a:pt x="2331530" y="130700"/>
                  </a:cubicBezTo>
                  <a:cubicBezTo>
                    <a:pt x="2333054" y="80884"/>
                    <a:pt x="2293906" y="39260"/>
                    <a:pt x="2244090" y="37736"/>
                  </a:cubicBezTo>
                  <a:cubicBezTo>
                    <a:pt x="2194274" y="36212"/>
                    <a:pt x="2152650" y="75360"/>
                    <a:pt x="2151126" y="125176"/>
                  </a:cubicBezTo>
                  <a:cubicBezTo>
                    <a:pt x="2151126" y="126128"/>
                    <a:pt x="2151126" y="127081"/>
                    <a:pt x="2151126" y="128128"/>
                  </a:cubicBezTo>
                  <a:cubicBezTo>
                    <a:pt x="2150078" y="176896"/>
                    <a:pt x="2188750" y="217187"/>
                    <a:pt x="2237423" y="218235"/>
                  </a:cubicBezTo>
                  <a:cubicBezTo>
                    <a:pt x="2237804" y="218235"/>
                    <a:pt x="2238184" y="218235"/>
                    <a:pt x="2238566" y="218235"/>
                  </a:cubicBezTo>
                  <a:lnTo>
                    <a:pt x="2238566" y="218235"/>
                  </a:lnTo>
                  <a:close/>
                  <a:moveTo>
                    <a:pt x="2413349" y="2970"/>
                  </a:moveTo>
                  <a:lnTo>
                    <a:pt x="2561558" y="2970"/>
                  </a:lnTo>
                  <a:lnTo>
                    <a:pt x="2561558" y="38117"/>
                  </a:lnTo>
                  <a:lnTo>
                    <a:pt x="2451640" y="38117"/>
                  </a:lnTo>
                  <a:lnTo>
                    <a:pt x="2451640" y="111841"/>
                  </a:lnTo>
                  <a:lnTo>
                    <a:pt x="2538413" y="111841"/>
                  </a:lnTo>
                  <a:lnTo>
                    <a:pt x="2538413" y="146893"/>
                  </a:lnTo>
                  <a:lnTo>
                    <a:pt x="2451640" y="146893"/>
                  </a:lnTo>
                  <a:lnTo>
                    <a:pt x="2451640" y="251572"/>
                  </a:lnTo>
                  <a:lnTo>
                    <a:pt x="2413540" y="251572"/>
                  </a:lnTo>
                  <a:lnTo>
                    <a:pt x="2413349" y="2970"/>
                  </a:lnTo>
                  <a:close/>
                  <a:moveTo>
                    <a:pt x="2842260" y="165752"/>
                  </a:moveTo>
                  <a:lnTo>
                    <a:pt x="2842260" y="2970"/>
                  </a:lnTo>
                  <a:lnTo>
                    <a:pt x="2881027" y="2970"/>
                  </a:lnTo>
                  <a:lnTo>
                    <a:pt x="2881027" y="165752"/>
                  </a:lnTo>
                  <a:cubicBezTo>
                    <a:pt x="2881598" y="214901"/>
                    <a:pt x="2842260" y="255287"/>
                    <a:pt x="2793111" y="255859"/>
                  </a:cubicBezTo>
                  <a:cubicBezTo>
                    <a:pt x="2791682" y="255859"/>
                    <a:pt x="2790254" y="255859"/>
                    <a:pt x="2788730" y="255859"/>
                  </a:cubicBezTo>
                  <a:cubicBezTo>
                    <a:pt x="2738819" y="255859"/>
                    <a:pt x="2696147" y="220426"/>
                    <a:pt x="2696147" y="165847"/>
                  </a:cubicBezTo>
                  <a:lnTo>
                    <a:pt x="2696147" y="3065"/>
                  </a:lnTo>
                  <a:lnTo>
                    <a:pt x="2735199" y="3065"/>
                  </a:lnTo>
                  <a:lnTo>
                    <a:pt x="2735199" y="165847"/>
                  </a:lnTo>
                  <a:cubicBezTo>
                    <a:pt x="2735199" y="195375"/>
                    <a:pt x="2759202" y="219378"/>
                    <a:pt x="2788730" y="219378"/>
                  </a:cubicBezTo>
                  <a:cubicBezTo>
                    <a:pt x="2818257" y="219378"/>
                    <a:pt x="2842260" y="195375"/>
                    <a:pt x="2842260" y="165847"/>
                  </a:cubicBezTo>
                  <a:close/>
                  <a:moveTo>
                    <a:pt x="2930461" y="2970"/>
                  </a:moveTo>
                  <a:lnTo>
                    <a:pt x="3116390" y="2970"/>
                  </a:lnTo>
                  <a:lnTo>
                    <a:pt x="3116390" y="38784"/>
                  </a:lnTo>
                  <a:lnTo>
                    <a:pt x="3043047" y="38784"/>
                  </a:lnTo>
                  <a:lnTo>
                    <a:pt x="3043047" y="252239"/>
                  </a:lnTo>
                  <a:lnTo>
                    <a:pt x="3003995" y="252239"/>
                  </a:lnTo>
                  <a:lnTo>
                    <a:pt x="3003995" y="38879"/>
                  </a:lnTo>
                  <a:lnTo>
                    <a:pt x="2930652" y="38879"/>
                  </a:lnTo>
                  <a:lnTo>
                    <a:pt x="2930652" y="2970"/>
                  </a:lnTo>
                  <a:close/>
                  <a:moveTo>
                    <a:pt x="3280315" y="190422"/>
                  </a:moveTo>
                  <a:lnTo>
                    <a:pt x="3179826" y="190422"/>
                  </a:lnTo>
                  <a:lnTo>
                    <a:pt x="3155919" y="252715"/>
                  </a:lnTo>
                  <a:lnTo>
                    <a:pt x="3115056" y="252715"/>
                  </a:lnTo>
                  <a:lnTo>
                    <a:pt x="3208782" y="3065"/>
                  </a:lnTo>
                  <a:lnTo>
                    <a:pt x="3250406" y="3065"/>
                  </a:lnTo>
                  <a:lnTo>
                    <a:pt x="3344418" y="252239"/>
                  </a:lnTo>
                  <a:lnTo>
                    <a:pt x="3303937" y="252239"/>
                  </a:lnTo>
                  <a:lnTo>
                    <a:pt x="3280220" y="190422"/>
                  </a:lnTo>
                  <a:close/>
                  <a:moveTo>
                    <a:pt x="3192780" y="156037"/>
                  </a:moveTo>
                  <a:lnTo>
                    <a:pt x="3267266" y="156037"/>
                  </a:lnTo>
                  <a:lnTo>
                    <a:pt x="3230023" y="51357"/>
                  </a:lnTo>
                  <a:lnTo>
                    <a:pt x="3192685" y="156037"/>
                  </a:lnTo>
                  <a:close/>
                  <a:moveTo>
                    <a:pt x="3580066" y="2970"/>
                  </a:moveTo>
                  <a:lnTo>
                    <a:pt x="3580066" y="252144"/>
                  </a:lnTo>
                  <a:lnTo>
                    <a:pt x="3541014" y="252144"/>
                  </a:lnTo>
                  <a:lnTo>
                    <a:pt x="3541014" y="145845"/>
                  </a:lnTo>
                  <a:lnTo>
                    <a:pt x="3428619" y="145845"/>
                  </a:lnTo>
                  <a:lnTo>
                    <a:pt x="3428619" y="252144"/>
                  </a:lnTo>
                  <a:lnTo>
                    <a:pt x="3390519" y="252144"/>
                  </a:lnTo>
                  <a:lnTo>
                    <a:pt x="3390519" y="2970"/>
                  </a:lnTo>
                  <a:lnTo>
                    <a:pt x="3428619" y="2970"/>
                  </a:lnTo>
                  <a:lnTo>
                    <a:pt x="3428619" y="110698"/>
                  </a:lnTo>
                  <a:lnTo>
                    <a:pt x="3541110" y="110698"/>
                  </a:lnTo>
                  <a:lnTo>
                    <a:pt x="3541110" y="2970"/>
                  </a:lnTo>
                  <a:lnTo>
                    <a:pt x="3580066" y="297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grpSp>
          <p:nvGrpSpPr>
            <p:cNvPr id="21" name="Google Shape;21;p48"/>
            <p:cNvGrpSpPr/>
            <p:nvPr/>
          </p:nvGrpSpPr>
          <p:grpSpPr>
            <a:xfrm>
              <a:off x="6455388" y="4102692"/>
              <a:ext cx="1601438" cy="1455705"/>
              <a:chOff x="3324225" y="2700241"/>
              <a:chExt cx="1601438" cy="1455705"/>
            </a:xfrm>
          </p:grpSpPr>
          <p:sp>
            <p:nvSpPr>
              <p:cNvPr id="22" name="Google Shape;22;p48"/>
              <p:cNvSpPr/>
              <p:nvPr/>
            </p:nvSpPr>
            <p:spPr>
              <a:xfrm>
                <a:off x="4540585" y="3230022"/>
                <a:ext cx="239250" cy="787908"/>
              </a:xfrm>
              <a:custGeom>
                <a:rect b="b" l="l" r="r" t="t"/>
                <a:pathLst>
                  <a:path extrusionOk="0" h="787908" w="239250">
                    <a:moveTo>
                      <a:pt x="14270" y="87440"/>
                    </a:moveTo>
                    <a:cubicBezTo>
                      <a:pt x="36273" y="66580"/>
                      <a:pt x="61895" y="37052"/>
                      <a:pt x="91994" y="12954"/>
                    </a:cubicBezTo>
                    <a:moveTo>
                      <a:pt x="239251" y="549307"/>
                    </a:moveTo>
                    <a:lnTo>
                      <a:pt x="239251" y="635603"/>
                    </a:lnTo>
                    <a:lnTo>
                      <a:pt x="85993" y="787908"/>
                    </a:lnTo>
                    <a:cubicBezTo>
                      <a:pt x="-131844" y="356330"/>
                      <a:pt x="118569" y="176879"/>
                      <a:pt x="239251" y="0"/>
                    </a:cubicBezTo>
                    <a:lnTo>
                      <a:pt x="239251" y="201263"/>
                    </a:lnTo>
                    <a:lnTo>
                      <a:pt x="210676" y="173927"/>
                    </a:lnTo>
                    <a:cubicBezTo>
                      <a:pt x="199817" y="163830"/>
                      <a:pt x="182767" y="164402"/>
                      <a:pt x="172576" y="175165"/>
                    </a:cubicBezTo>
                    <a:cubicBezTo>
                      <a:pt x="162098" y="185738"/>
                      <a:pt x="162098" y="202692"/>
                      <a:pt x="172576" y="213265"/>
                    </a:cubicBezTo>
                    <a:lnTo>
                      <a:pt x="239251" y="276511"/>
                    </a:lnTo>
                    <a:lnTo>
                      <a:pt x="239251" y="350234"/>
                    </a:lnTo>
                    <a:lnTo>
                      <a:pt x="101709" y="343757"/>
                    </a:lnTo>
                    <a:cubicBezTo>
                      <a:pt x="86660" y="342995"/>
                      <a:pt x="73897" y="354521"/>
                      <a:pt x="73134" y="369570"/>
                    </a:cubicBezTo>
                    <a:cubicBezTo>
                      <a:pt x="73134" y="369570"/>
                      <a:pt x="73134" y="369570"/>
                      <a:pt x="73134" y="369570"/>
                    </a:cubicBezTo>
                    <a:cubicBezTo>
                      <a:pt x="72087" y="384524"/>
                      <a:pt x="83136" y="397478"/>
                      <a:pt x="98090" y="398717"/>
                    </a:cubicBezTo>
                    <a:lnTo>
                      <a:pt x="239155" y="405289"/>
                    </a:lnTo>
                    <a:lnTo>
                      <a:pt x="239155" y="486728"/>
                    </a:lnTo>
                    <a:lnTo>
                      <a:pt x="89136" y="545973"/>
                    </a:lnTo>
                    <a:cubicBezTo>
                      <a:pt x="74468" y="551783"/>
                      <a:pt x="67324" y="568452"/>
                      <a:pt x="73230" y="583121"/>
                    </a:cubicBezTo>
                    <a:cubicBezTo>
                      <a:pt x="73230" y="583121"/>
                      <a:pt x="73230" y="583121"/>
                      <a:pt x="73230" y="583216"/>
                    </a:cubicBezTo>
                    <a:cubicBezTo>
                      <a:pt x="78468" y="598075"/>
                      <a:pt x="94756" y="605981"/>
                      <a:pt x="109615" y="600742"/>
                    </a:cubicBezTo>
                    <a:cubicBezTo>
                      <a:pt x="109615" y="600742"/>
                      <a:pt x="109615" y="600742"/>
                      <a:pt x="109615" y="600742"/>
                    </a:cubicBezTo>
                    <a:lnTo>
                      <a:pt x="238965" y="548831"/>
                    </a:lnTo>
                    <a:lnTo>
                      <a:pt x="239155" y="5492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3" name="Google Shape;23;p48"/>
              <p:cNvSpPr/>
              <p:nvPr/>
            </p:nvSpPr>
            <p:spPr>
              <a:xfrm>
                <a:off x="3324225" y="2700241"/>
                <a:ext cx="1601438" cy="1455705"/>
              </a:xfrm>
              <a:custGeom>
                <a:rect b="b" l="l" r="r" t="t"/>
                <a:pathLst>
                  <a:path extrusionOk="0" h="1455705" w="1601438">
                    <a:moveTo>
                      <a:pt x="1337977" y="82201"/>
                    </a:moveTo>
                    <a:lnTo>
                      <a:pt x="1377315" y="124206"/>
                    </a:lnTo>
                    <a:cubicBezTo>
                      <a:pt x="1383316" y="131159"/>
                      <a:pt x="1393793" y="131921"/>
                      <a:pt x="1400747" y="126016"/>
                    </a:cubicBezTo>
                    <a:cubicBezTo>
                      <a:pt x="1407414" y="119729"/>
                      <a:pt x="1407795" y="109252"/>
                      <a:pt x="1401509" y="102489"/>
                    </a:cubicBezTo>
                    <a:lnTo>
                      <a:pt x="1356836" y="54864"/>
                    </a:lnTo>
                    <a:cubicBezTo>
                      <a:pt x="1372076" y="34195"/>
                      <a:pt x="1390174" y="15716"/>
                      <a:pt x="1410557" y="0"/>
                    </a:cubicBezTo>
                    <a:lnTo>
                      <a:pt x="1601438" y="0"/>
                    </a:lnTo>
                    <a:lnTo>
                      <a:pt x="1601438" y="437864"/>
                    </a:lnTo>
                    <a:lnTo>
                      <a:pt x="1503331" y="437864"/>
                    </a:lnTo>
                    <a:cubicBezTo>
                      <a:pt x="1522381" y="377190"/>
                      <a:pt x="1516856" y="312134"/>
                      <a:pt x="1463802" y="233553"/>
                    </a:cubicBezTo>
                    <a:cubicBezTo>
                      <a:pt x="1609725" y="598361"/>
                      <a:pt x="853631" y="586835"/>
                      <a:pt x="1180910" y="1435703"/>
                    </a:cubicBezTo>
                    <a:lnTo>
                      <a:pt x="1163765" y="1455706"/>
                    </a:lnTo>
                    <a:lnTo>
                      <a:pt x="437769" y="1455706"/>
                    </a:lnTo>
                    <a:lnTo>
                      <a:pt x="146304" y="1165289"/>
                    </a:lnTo>
                    <a:lnTo>
                      <a:pt x="146304" y="437579"/>
                    </a:lnTo>
                    <a:lnTo>
                      <a:pt x="0" y="437579"/>
                    </a:lnTo>
                    <a:lnTo>
                      <a:pt x="0" y="95"/>
                    </a:lnTo>
                    <a:lnTo>
                      <a:pt x="727901" y="95"/>
                    </a:lnTo>
                    <a:lnTo>
                      <a:pt x="727901" y="437960"/>
                    </a:lnTo>
                    <a:lnTo>
                      <a:pt x="581882" y="437960"/>
                    </a:lnTo>
                    <a:lnTo>
                      <a:pt x="581882" y="1017937"/>
                    </a:lnTo>
                    <a:lnTo>
                      <a:pt x="1019747" y="1017937"/>
                    </a:lnTo>
                    <a:lnTo>
                      <a:pt x="1019747" y="437483"/>
                    </a:lnTo>
                    <a:lnTo>
                      <a:pt x="873728" y="437483"/>
                    </a:lnTo>
                    <a:lnTo>
                      <a:pt x="873728" y="95"/>
                    </a:lnTo>
                    <a:lnTo>
                      <a:pt x="1343025" y="95"/>
                    </a:lnTo>
                    <a:cubicBezTo>
                      <a:pt x="1189768" y="114300"/>
                      <a:pt x="1096232" y="410147"/>
                      <a:pt x="1230535" y="617411"/>
                    </a:cubicBezTo>
                    <a:cubicBezTo>
                      <a:pt x="1252538" y="596551"/>
                      <a:pt x="1278160" y="567023"/>
                      <a:pt x="1308259" y="542925"/>
                    </a:cubicBezTo>
                    <a:cubicBezTo>
                      <a:pt x="1294352" y="519684"/>
                      <a:pt x="1283589" y="494729"/>
                      <a:pt x="1276064" y="468725"/>
                    </a:cubicBezTo>
                    <a:lnTo>
                      <a:pt x="1433417" y="407765"/>
                    </a:lnTo>
                    <a:cubicBezTo>
                      <a:pt x="1442657" y="404336"/>
                      <a:pt x="1447324" y="394049"/>
                      <a:pt x="1443895" y="384810"/>
                    </a:cubicBezTo>
                    <a:cubicBezTo>
                      <a:pt x="1440466" y="375571"/>
                      <a:pt x="1430179" y="370904"/>
                      <a:pt x="1420939" y="374333"/>
                    </a:cubicBezTo>
                    <a:lnTo>
                      <a:pt x="1267778" y="433673"/>
                    </a:lnTo>
                    <a:cubicBezTo>
                      <a:pt x="1261110" y="396621"/>
                      <a:pt x="1259110" y="358807"/>
                      <a:pt x="1261967" y="321278"/>
                    </a:cubicBezTo>
                    <a:lnTo>
                      <a:pt x="1416082" y="316516"/>
                    </a:lnTo>
                    <a:cubicBezTo>
                      <a:pt x="1425797" y="316325"/>
                      <a:pt x="1433513" y="308420"/>
                      <a:pt x="1433417" y="298704"/>
                    </a:cubicBezTo>
                    <a:cubicBezTo>
                      <a:pt x="1433036" y="288989"/>
                      <a:pt x="1424940" y="281464"/>
                      <a:pt x="1415225" y="281750"/>
                    </a:cubicBezTo>
                    <a:lnTo>
                      <a:pt x="1265587" y="286322"/>
                    </a:lnTo>
                    <a:cubicBezTo>
                      <a:pt x="1270159" y="252698"/>
                      <a:pt x="1277874" y="219647"/>
                      <a:pt x="1288542" y="187452"/>
                    </a:cubicBezTo>
                    <a:lnTo>
                      <a:pt x="1394746" y="222314"/>
                    </a:lnTo>
                    <a:cubicBezTo>
                      <a:pt x="1403699" y="225552"/>
                      <a:pt x="1413510" y="220980"/>
                      <a:pt x="1416844" y="212122"/>
                    </a:cubicBezTo>
                    <a:cubicBezTo>
                      <a:pt x="1419797" y="203168"/>
                      <a:pt x="1414939" y="193453"/>
                      <a:pt x="1405985" y="190405"/>
                    </a:cubicBezTo>
                    <a:lnTo>
                      <a:pt x="1300258" y="155639"/>
                    </a:lnTo>
                    <a:cubicBezTo>
                      <a:pt x="1310640" y="130112"/>
                      <a:pt x="1323308" y="105537"/>
                      <a:pt x="1337977" y="82296"/>
                    </a:cubicBezTo>
                    <a:lnTo>
                      <a:pt x="1337977" y="8229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</p:grpSp>
      <p:grpSp>
        <p:nvGrpSpPr>
          <p:cNvPr id="24" name="Google Shape;24;p48"/>
          <p:cNvGrpSpPr/>
          <p:nvPr/>
        </p:nvGrpSpPr>
        <p:grpSpPr>
          <a:xfrm>
            <a:off x="-3424512" y="-1"/>
            <a:ext cx="3208421" cy="6857999"/>
            <a:chOff x="-3424512" y="-1"/>
            <a:chExt cx="3208421" cy="6857999"/>
          </a:xfrm>
        </p:grpSpPr>
        <p:sp>
          <p:nvSpPr>
            <p:cNvPr id="25" name="Google Shape;25;p48"/>
            <p:cNvSpPr/>
            <p:nvPr/>
          </p:nvSpPr>
          <p:spPr>
            <a:xfrm>
              <a:off x="-3424512" y="-1"/>
              <a:ext cx="3208421" cy="685799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" name="Google Shape;26;p48"/>
            <p:cNvSpPr txBox="1"/>
            <p:nvPr/>
          </p:nvSpPr>
          <p:spPr>
            <a:xfrm>
              <a:off x="-3267122" y="150741"/>
              <a:ext cx="2941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GB" sz="3200" u="none" cap="none" strike="noStrike">
                  <a:solidFill>
                    <a:schemeClr val="accen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Instruction 1: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48"/>
            <p:cNvSpPr txBox="1"/>
            <p:nvPr/>
          </p:nvSpPr>
          <p:spPr>
            <a:xfrm>
              <a:off x="-3267122" y="818147"/>
              <a:ext cx="294176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To underline keyword in title text box, highlight selected word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8" name="Google Shape;28;p4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143860" y="1824108"/>
              <a:ext cx="875152" cy="905001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9" name="Google Shape;29;p48"/>
            <p:cNvSpPr txBox="1"/>
            <p:nvPr/>
          </p:nvSpPr>
          <p:spPr>
            <a:xfrm>
              <a:off x="-3267122" y="2906262"/>
              <a:ext cx="2502568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2. Then go to 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‘Bold’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in the toolbar and then </a:t>
              </a:r>
              <a:b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‘underline’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after.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" name="Google Shape;30;p48"/>
            <p:cNvPicPr preferRelativeResize="0"/>
            <p:nvPr/>
          </p:nvPicPr>
          <p:blipFill rotWithShape="1">
            <a:blip r:embed="rId3">
              <a:alphaModFix/>
            </a:blip>
            <a:srcRect b="-62788" l="0" r="0" t="-62788"/>
            <a:stretch/>
          </p:blipFill>
          <p:spPr>
            <a:xfrm>
              <a:off x="-3143862" y="4212225"/>
              <a:ext cx="1654280" cy="1614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" name="Google Shape;31;p48"/>
            <p:cNvSpPr/>
            <p:nvPr/>
          </p:nvSpPr>
          <p:spPr>
            <a:xfrm>
              <a:off x="-3095847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2" name="Google Shape;32;p48"/>
            <p:cNvSpPr/>
            <p:nvPr/>
          </p:nvSpPr>
          <p:spPr>
            <a:xfrm>
              <a:off x="-2236570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33" name="Google Shape;33;p48"/>
          <p:cNvSpPr txBox="1"/>
          <p:nvPr/>
        </p:nvSpPr>
        <p:spPr>
          <a:xfrm>
            <a:off x="8782050" y="6489397"/>
            <a:ext cx="30289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A7A9A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UNIVERSITY OF UTAH HEALTH</a:t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" name="Google Shape;34;p48"/>
          <p:cNvSpPr txBox="1"/>
          <p:nvPr>
            <p:ph idx="10" type="dt"/>
          </p:nvPr>
        </p:nvSpPr>
        <p:spPr>
          <a:xfrm>
            <a:off x="365760" y="6310800"/>
            <a:ext cx="212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8"/>
          <p:cNvSpPr txBox="1"/>
          <p:nvPr>
            <p:ph idx="11" type="ftr"/>
          </p:nvPr>
        </p:nvSpPr>
        <p:spPr>
          <a:xfrm>
            <a:off x="2743200" y="6309397"/>
            <a:ext cx="417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6" name="Google Shape;36;p48"/>
          <p:cNvGrpSpPr/>
          <p:nvPr/>
        </p:nvGrpSpPr>
        <p:grpSpPr>
          <a:xfrm>
            <a:off x="-3424512" y="-1"/>
            <a:ext cx="3208421" cy="6857999"/>
            <a:chOff x="-3424512" y="-1"/>
            <a:chExt cx="3208421" cy="6857999"/>
          </a:xfrm>
        </p:grpSpPr>
        <p:sp>
          <p:nvSpPr>
            <p:cNvPr id="37" name="Google Shape;37;p48"/>
            <p:cNvSpPr/>
            <p:nvPr/>
          </p:nvSpPr>
          <p:spPr>
            <a:xfrm>
              <a:off x="-3424512" y="-1"/>
              <a:ext cx="3208421" cy="685799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8" name="Google Shape;38;p48"/>
            <p:cNvSpPr txBox="1"/>
            <p:nvPr/>
          </p:nvSpPr>
          <p:spPr>
            <a:xfrm>
              <a:off x="-3267122" y="150741"/>
              <a:ext cx="2941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GB" sz="3200" u="none" cap="none" strike="noStrike">
                  <a:solidFill>
                    <a:schemeClr val="accen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Instruction: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48"/>
            <p:cNvSpPr txBox="1"/>
            <p:nvPr/>
          </p:nvSpPr>
          <p:spPr>
            <a:xfrm>
              <a:off x="-3267122" y="818147"/>
              <a:ext cx="294176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To underline keyword in title text box, highlight selected word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0" name="Google Shape;40;p4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143860" y="1824108"/>
              <a:ext cx="875152" cy="905001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41" name="Google Shape;41;p48"/>
            <p:cNvSpPr txBox="1"/>
            <p:nvPr/>
          </p:nvSpPr>
          <p:spPr>
            <a:xfrm>
              <a:off x="-3267122" y="2906262"/>
              <a:ext cx="2502568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2. Then go to 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‘Bold’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in the toolbar and then </a:t>
              </a:r>
              <a:b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‘underline’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after.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2" name="Google Shape;42;p48"/>
            <p:cNvPicPr preferRelativeResize="0"/>
            <p:nvPr/>
          </p:nvPicPr>
          <p:blipFill rotWithShape="1">
            <a:blip r:embed="rId3">
              <a:alphaModFix/>
            </a:blip>
            <a:srcRect b="-62788" l="0" r="0" t="-62788"/>
            <a:stretch/>
          </p:blipFill>
          <p:spPr>
            <a:xfrm>
              <a:off x="-3143862" y="4212225"/>
              <a:ext cx="1654280" cy="1614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" name="Google Shape;43;p48"/>
            <p:cNvSpPr/>
            <p:nvPr/>
          </p:nvSpPr>
          <p:spPr>
            <a:xfrm>
              <a:off x="-3095847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4" name="Google Shape;44;p48"/>
            <p:cNvSpPr/>
            <p:nvPr/>
          </p:nvSpPr>
          <p:spPr>
            <a:xfrm>
              <a:off x="-2236570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213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- Two Columns">
  <p:cSld name="Title and Content - Two Column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8"/>
          <p:cNvSpPr txBox="1"/>
          <p:nvPr>
            <p:ph type="title"/>
          </p:nvPr>
        </p:nvSpPr>
        <p:spPr>
          <a:xfrm>
            <a:off x="365760" y="365760"/>
            <a:ext cx="10958513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7" name="Google Shape;47;p58"/>
          <p:cNvGrpSpPr/>
          <p:nvPr/>
        </p:nvGrpSpPr>
        <p:grpSpPr>
          <a:xfrm>
            <a:off x="10729913" y="6334847"/>
            <a:ext cx="1126458" cy="295807"/>
            <a:chOff x="6455388" y="4102692"/>
            <a:chExt cx="5543454" cy="1455705"/>
          </a:xfrm>
        </p:grpSpPr>
        <p:sp>
          <p:nvSpPr>
            <p:cNvPr id="48" name="Google Shape;48;p58"/>
            <p:cNvSpPr/>
            <p:nvPr/>
          </p:nvSpPr>
          <p:spPr>
            <a:xfrm>
              <a:off x="8423253" y="4383013"/>
              <a:ext cx="3575494" cy="683609"/>
            </a:xfrm>
            <a:custGeom>
              <a:rect b="b" l="l" r="r" t="t"/>
              <a:pathLst>
                <a:path extrusionOk="0" h="683609" w="3575494">
                  <a:moveTo>
                    <a:pt x="527495" y="0"/>
                  </a:moveTo>
                  <a:lnTo>
                    <a:pt x="527495" y="683133"/>
                  </a:lnTo>
                  <a:lnTo>
                    <a:pt x="399669" y="683133"/>
                  </a:lnTo>
                  <a:lnTo>
                    <a:pt x="399669" y="400622"/>
                  </a:lnTo>
                  <a:lnTo>
                    <a:pt x="125921" y="400622"/>
                  </a:lnTo>
                  <a:lnTo>
                    <a:pt x="125921" y="683228"/>
                  </a:lnTo>
                  <a:lnTo>
                    <a:pt x="0" y="683228"/>
                  </a:lnTo>
                  <a:lnTo>
                    <a:pt x="0" y="0"/>
                  </a:lnTo>
                  <a:lnTo>
                    <a:pt x="125921" y="0"/>
                  </a:lnTo>
                  <a:lnTo>
                    <a:pt x="125921" y="286607"/>
                  </a:lnTo>
                  <a:lnTo>
                    <a:pt x="399574" y="286607"/>
                  </a:lnTo>
                  <a:lnTo>
                    <a:pt x="399574" y="0"/>
                  </a:lnTo>
                  <a:lnTo>
                    <a:pt x="527495" y="0"/>
                  </a:lnTo>
                  <a:close/>
                  <a:moveTo>
                    <a:pt x="715994" y="0"/>
                  </a:moveTo>
                  <a:lnTo>
                    <a:pt x="1138809" y="0"/>
                  </a:lnTo>
                  <a:lnTo>
                    <a:pt x="1138809" y="113062"/>
                  </a:lnTo>
                  <a:lnTo>
                    <a:pt x="841915" y="113062"/>
                  </a:lnTo>
                  <a:lnTo>
                    <a:pt x="841915" y="290989"/>
                  </a:lnTo>
                  <a:lnTo>
                    <a:pt x="1101662" y="290989"/>
                  </a:lnTo>
                  <a:lnTo>
                    <a:pt x="1101662" y="403003"/>
                  </a:lnTo>
                  <a:lnTo>
                    <a:pt x="841915" y="403003"/>
                  </a:lnTo>
                  <a:lnTo>
                    <a:pt x="841915" y="570548"/>
                  </a:lnTo>
                  <a:lnTo>
                    <a:pt x="1148334" y="570548"/>
                  </a:lnTo>
                  <a:lnTo>
                    <a:pt x="1148334" y="683609"/>
                  </a:lnTo>
                  <a:lnTo>
                    <a:pt x="715994" y="683609"/>
                  </a:lnTo>
                  <a:lnTo>
                    <a:pt x="715994" y="0"/>
                  </a:lnTo>
                  <a:close/>
                  <a:moveTo>
                    <a:pt x="1686687" y="517589"/>
                  </a:moveTo>
                  <a:lnTo>
                    <a:pt x="1431893" y="517589"/>
                  </a:lnTo>
                  <a:lnTo>
                    <a:pt x="1369409" y="683228"/>
                  </a:lnTo>
                  <a:lnTo>
                    <a:pt x="1234535" y="683228"/>
                  </a:lnTo>
                  <a:lnTo>
                    <a:pt x="1490377" y="95"/>
                  </a:lnTo>
                  <a:lnTo>
                    <a:pt x="1627251" y="95"/>
                  </a:lnTo>
                  <a:lnTo>
                    <a:pt x="1883092" y="683228"/>
                  </a:lnTo>
                  <a:lnTo>
                    <a:pt x="1749171" y="683228"/>
                  </a:lnTo>
                  <a:lnTo>
                    <a:pt x="1686592" y="517589"/>
                  </a:lnTo>
                  <a:close/>
                  <a:moveTo>
                    <a:pt x="1474470" y="406527"/>
                  </a:moveTo>
                  <a:lnTo>
                    <a:pt x="1645063" y="406527"/>
                  </a:lnTo>
                  <a:lnTo>
                    <a:pt x="1558862" y="145733"/>
                  </a:lnTo>
                  <a:lnTo>
                    <a:pt x="1474565" y="406527"/>
                  </a:lnTo>
                  <a:close/>
                  <a:moveTo>
                    <a:pt x="1995392" y="0"/>
                  </a:moveTo>
                  <a:lnTo>
                    <a:pt x="2121980" y="0"/>
                  </a:lnTo>
                  <a:lnTo>
                    <a:pt x="2121980" y="570167"/>
                  </a:lnTo>
                  <a:lnTo>
                    <a:pt x="2385632" y="570167"/>
                  </a:lnTo>
                  <a:lnTo>
                    <a:pt x="2385632" y="683228"/>
                  </a:lnTo>
                  <a:lnTo>
                    <a:pt x="1995392" y="683228"/>
                  </a:lnTo>
                  <a:lnTo>
                    <a:pt x="1995392" y="0"/>
                  </a:lnTo>
                  <a:close/>
                  <a:moveTo>
                    <a:pt x="2395157" y="0"/>
                  </a:moveTo>
                  <a:lnTo>
                    <a:pt x="2907792" y="0"/>
                  </a:lnTo>
                  <a:lnTo>
                    <a:pt x="2907792" y="116014"/>
                  </a:lnTo>
                  <a:lnTo>
                    <a:pt x="2715863" y="116014"/>
                  </a:lnTo>
                  <a:lnTo>
                    <a:pt x="2715863" y="683228"/>
                  </a:lnTo>
                  <a:lnTo>
                    <a:pt x="2587942" y="683228"/>
                  </a:lnTo>
                  <a:lnTo>
                    <a:pt x="2587942" y="116014"/>
                  </a:lnTo>
                  <a:lnTo>
                    <a:pt x="2395061" y="116014"/>
                  </a:lnTo>
                  <a:lnTo>
                    <a:pt x="2395061" y="0"/>
                  </a:lnTo>
                  <a:close/>
                  <a:moveTo>
                    <a:pt x="3575494" y="0"/>
                  </a:moveTo>
                  <a:lnTo>
                    <a:pt x="3575494" y="683133"/>
                  </a:lnTo>
                  <a:lnTo>
                    <a:pt x="3447764" y="683133"/>
                  </a:lnTo>
                  <a:lnTo>
                    <a:pt x="3447764" y="400622"/>
                  </a:lnTo>
                  <a:lnTo>
                    <a:pt x="3174111" y="400622"/>
                  </a:lnTo>
                  <a:lnTo>
                    <a:pt x="3174111" y="683228"/>
                  </a:lnTo>
                  <a:lnTo>
                    <a:pt x="3048191" y="683228"/>
                  </a:lnTo>
                  <a:lnTo>
                    <a:pt x="3048191" y="0"/>
                  </a:lnTo>
                  <a:lnTo>
                    <a:pt x="3174111" y="0"/>
                  </a:lnTo>
                  <a:lnTo>
                    <a:pt x="3174111" y="286607"/>
                  </a:lnTo>
                  <a:lnTo>
                    <a:pt x="3447764" y="286607"/>
                  </a:lnTo>
                  <a:lnTo>
                    <a:pt x="3447764" y="0"/>
                  </a:lnTo>
                  <a:lnTo>
                    <a:pt x="35754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9" name="Google Shape;49;p58"/>
            <p:cNvSpPr/>
            <p:nvPr/>
          </p:nvSpPr>
          <p:spPr>
            <a:xfrm>
              <a:off x="8418776" y="5302158"/>
              <a:ext cx="3580066" cy="255953"/>
            </a:xfrm>
            <a:custGeom>
              <a:rect b="b" l="l" r="r" t="t"/>
              <a:pathLst>
                <a:path extrusionOk="0" h="255953" w="3580066">
                  <a:moveTo>
                    <a:pt x="146113" y="165847"/>
                  </a:moveTo>
                  <a:lnTo>
                    <a:pt x="146113" y="3065"/>
                  </a:lnTo>
                  <a:lnTo>
                    <a:pt x="184880" y="3065"/>
                  </a:lnTo>
                  <a:lnTo>
                    <a:pt x="184880" y="165847"/>
                  </a:lnTo>
                  <a:cubicBezTo>
                    <a:pt x="185452" y="214996"/>
                    <a:pt x="146113" y="255382"/>
                    <a:pt x="96964" y="255954"/>
                  </a:cubicBezTo>
                  <a:cubicBezTo>
                    <a:pt x="95536" y="255954"/>
                    <a:pt x="94107" y="255954"/>
                    <a:pt x="92583" y="255954"/>
                  </a:cubicBezTo>
                  <a:cubicBezTo>
                    <a:pt x="42672" y="255954"/>
                    <a:pt x="0" y="220521"/>
                    <a:pt x="0" y="165943"/>
                  </a:cubicBezTo>
                  <a:lnTo>
                    <a:pt x="0" y="3160"/>
                  </a:lnTo>
                  <a:lnTo>
                    <a:pt x="39148" y="3160"/>
                  </a:lnTo>
                  <a:lnTo>
                    <a:pt x="39148" y="165943"/>
                  </a:lnTo>
                  <a:cubicBezTo>
                    <a:pt x="39148" y="195470"/>
                    <a:pt x="63151" y="219473"/>
                    <a:pt x="92678" y="219473"/>
                  </a:cubicBezTo>
                  <a:cubicBezTo>
                    <a:pt x="122206" y="219473"/>
                    <a:pt x="146209" y="195470"/>
                    <a:pt x="146209" y="165943"/>
                  </a:cubicBezTo>
                  <a:lnTo>
                    <a:pt x="146113" y="165943"/>
                  </a:lnTo>
                  <a:close/>
                  <a:moveTo>
                    <a:pt x="434435" y="252239"/>
                  </a:moveTo>
                  <a:lnTo>
                    <a:pt x="398621" y="252239"/>
                  </a:lnTo>
                  <a:lnTo>
                    <a:pt x="291560" y="73931"/>
                  </a:lnTo>
                  <a:lnTo>
                    <a:pt x="291560" y="252239"/>
                  </a:lnTo>
                  <a:lnTo>
                    <a:pt x="253460" y="252239"/>
                  </a:lnTo>
                  <a:lnTo>
                    <a:pt x="253460" y="3065"/>
                  </a:lnTo>
                  <a:lnTo>
                    <a:pt x="290417" y="3065"/>
                  </a:lnTo>
                  <a:lnTo>
                    <a:pt x="396335" y="179944"/>
                  </a:lnTo>
                  <a:lnTo>
                    <a:pt x="396335" y="3065"/>
                  </a:lnTo>
                  <a:lnTo>
                    <a:pt x="434435" y="3065"/>
                  </a:lnTo>
                  <a:lnTo>
                    <a:pt x="434435" y="252239"/>
                  </a:lnTo>
                  <a:close/>
                  <a:moveTo>
                    <a:pt x="497014" y="3065"/>
                  </a:moveTo>
                  <a:lnTo>
                    <a:pt x="535114" y="3065"/>
                  </a:lnTo>
                  <a:lnTo>
                    <a:pt x="535114" y="252239"/>
                  </a:lnTo>
                  <a:lnTo>
                    <a:pt x="497014" y="252239"/>
                  </a:lnTo>
                  <a:lnTo>
                    <a:pt x="497014" y="3065"/>
                  </a:lnTo>
                  <a:close/>
                  <a:moveTo>
                    <a:pt x="622935" y="3065"/>
                  </a:moveTo>
                  <a:lnTo>
                    <a:pt x="676180" y="188231"/>
                  </a:lnTo>
                  <a:lnTo>
                    <a:pt x="729710" y="3065"/>
                  </a:lnTo>
                  <a:lnTo>
                    <a:pt x="769525" y="3065"/>
                  </a:lnTo>
                  <a:lnTo>
                    <a:pt x="694372" y="252239"/>
                  </a:lnTo>
                  <a:lnTo>
                    <a:pt x="658558" y="252239"/>
                  </a:lnTo>
                  <a:lnTo>
                    <a:pt x="583025" y="3065"/>
                  </a:lnTo>
                  <a:lnTo>
                    <a:pt x="623125" y="3065"/>
                  </a:lnTo>
                  <a:close/>
                  <a:moveTo>
                    <a:pt x="813911" y="3065"/>
                  </a:moveTo>
                  <a:lnTo>
                    <a:pt x="964025" y="3065"/>
                  </a:lnTo>
                  <a:lnTo>
                    <a:pt x="964025" y="38212"/>
                  </a:lnTo>
                  <a:lnTo>
                    <a:pt x="852297" y="38212"/>
                  </a:lnTo>
                  <a:lnTo>
                    <a:pt x="852297" y="111936"/>
                  </a:lnTo>
                  <a:lnTo>
                    <a:pt x="949928" y="111936"/>
                  </a:lnTo>
                  <a:lnTo>
                    <a:pt x="949928" y="146988"/>
                  </a:lnTo>
                  <a:lnTo>
                    <a:pt x="852297" y="146988"/>
                  </a:lnTo>
                  <a:lnTo>
                    <a:pt x="852297" y="216806"/>
                  </a:lnTo>
                  <a:lnTo>
                    <a:pt x="967645" y="216806"/>
                  </a:lnTo>
                  <a:lnTo>
                    <a:pt x="967645" y="251953"/>
                  </a:lnTo>
                  <a:lnTo>
                    <a:pt x="813911" y="251953"/>
                  </a:lnTo>
                  <a:lnTo>
                    <a:pt x="813911" y="3160"/>
                  </a:lnTo>
                  <a:close/>
                  <a:moveTo>
                    <a:pt x="1200436" y="252239"/>
                  </a:moveTo>
                  <a:lnTo>
                    <a:pt x="1153763" y="252239"/>
                  </a:lnTo>
                  <a:lnTo>
                    <a:pt x="1091565" y="160799"/>
                  </a:lnTo>
                  <a:lnTo>
                    <a:pt x="1064800" y="160799"/>
                  </a:lnTo>
                  <a:lnTo>
                    <a:pt x="1064800" y="252239"/>
                  </a:lnTo>
                  <a:lnTo>
                    <a:pt x="1026128" y="252239"/>
                  </a:lnTo>
                  <a:lnTo>
                    <a:pt x="1026128" y="3065"/>
                  </a:lnTo>
                  <a:lnTo>
                    <a:pt x="1123379" y="3065"/>
                  </a:lnTo>
                  <a:cubicBezTo>
                    <a:pt x="1176909" y="3065"/>
                    <a:pt x="1199483" y="42499"/>
                    <a:pt x="1199483" y="82218"/>
                  </a:cubicBezTo>
                  <a:cubicBezTo>
                    <a:pt x="1199483" y="118794"/>
                    <a:pt x="1181005" y="154227"/>
                    <a:pt x="1135094" y="159180"/>
                  </a:cubicBezTo>
                  <a:lnTo>
                    <a:pt x="1200245" y="252144"/>
                  </a:lnTo>
                  <a:close/>
                  <a:moveTo>
                    <a:pt x="1064895" y="38117"/>
                  </a:moveTo>
                  <a:lnTo>
                    <a:pt x="1064895" y="125271"/>
                  </a:lnTo>
                  <a:lnTo>
                    <a:pt x="1120616" y="125271"/>
                  </a:lnTo>
                  <a:cubicBezTo>
                    <a:pt x="1148524" y="125271"/>
                    <a:pt x="1159669" y="103173"/>
                    <a:pt x="1159669" y="81837"/>
                  </a:cubicBezTo>
                  <a:cubicBezTo>
                    <a:pt x="1159669" y="60501"/>
                    <a:pt x="1148810" y="38022"/>
                    <a:pt x="1121569" y="38022"/>
                  </a:cubicBezTo>
                  <a:lnTo>
                    <a:pt x="1064895" y="38022"/>
                  </a:lnTo>
                  <a:close/>
                  <a:moveTo>
                    <a:pt x="1290256" y="179849"/>
                  </a:moveTo>
                  <a:cubicBezTo>
                    <a:pt x="1291019" y="200137"/>
                    <a:pt x="1310164" y="220711"/>
                    <a:pt x="1339882" y="220711"/>
                  </a:cubicBezTo>
                  <a:cubicBezTo>
                    <a:pt x="1369600" y="220711"/>
                    <a:pt x="1384364" y="204805"/>
                    <a:pt x="1386935" y="186707"/>
                  </a:cubicBezTo>
                  <a:cubicBezTo>
                    <a:pt x="1388364" y="163561"/>
                    <a:pt x="1370648" y="151560"/>
                    <a:pt x="1347502" y="146131"/>
                  </a:cubicBezTo>
                  <a:lnTo>
                    <a:pt x="1315974" y="138225"/>
                  </a:lnTo>
                  <a:cubicBezTo>
                    <a:pt x="1262444" y="123747"/>
                    <a:pt x="1254062" y="93362"/>
                    <a:pt x="1254062" y="71550"/>
                  </a:cubicBezTo>
                  <a:cubicBezTo>
                    <a:pt x="1254062" y="28878"/>
                    <a:pt x="1292162" y="303"/>
                    <a:pt x="1336072" y="303"/>
                  </a:cubicBezTo>
                  <a:cubicBezTo>
                    <a:pt x="1379982" y="303"/>
                    <a:pt x="1417034" y="28878"/>
                    <a:pt x="1417034" y="74026"/>
                  </a:cubicBezTo>
                  <a:lnTo>
                    <a:pt x="1378934" y="74026"/>
                  </a:lnTo>
                  <a:cubicBezTo>
                    <a:pt x="1378934" y="51262"/>
                    <a:pt x="1361218" y="35926"/>
                    <a:pt x="1335500" y="35926"/>
                  </a:cubicBezTo>
                  <a:cubicBezTo>
                    <a:pt x="1312736" y="35926"/>
                    <a:pt x="1292447" y="49642"/>
                    <a:pt x="1292447" y="70312"/>
                  </a:cubicBezTo>
                  <a:cubicBezTo>
                    <a:pt x="1292447" y="79837"/>
                    <a:pt x="1296067" y="95267"/>
                    <a:pt x="1325785" y="102887"/>
                  </a:cubicBezTo>
                  <a:lnTo>
                    <a:pt x="1357598" y="111174"/>
                  </a:lnTo>
                  <a:cubicBezTo>
                    <a:pt x="1407890" y="124604"/>
                    <a:pt x="1428845" y="152798"/>
                    <a:pt x="1424940" y="188517"/>
                  </a:cubicBezTo>
                  <a:cubicBezTo>
                    <a:pt x="1421321" y="227569"/>
                    <a:pt x="1387697" y="255192"/>
                    <a:pt x="1339977" y="255192"/>
                  </a:cubicBezTo>
                  <a:cubicBezTo>
                    <a:pt x="1288256" y="255192"/>
                    <a:pt x="1252156" y="219759"/>
                    <a:pt x="1252156" y="179087"/>
                  </a:cubicBezTo>
                  <a:lnTo>
                    <a:pt x="1290256" y="179754"/>
                  </a:lnTo>
                  <a:close/>
                  <a:moveTo>
                    <a:pt x="1475041" y="2970"/>
                  </a:moveTo>
                  <a:lnTo>
                    <a:pt x="1513141" y="2970"/>
                  </a:lnTo>
                  <a:lnTo>
                    <a:pt x="1513141" y="252144"/>
                  </a:lnTo>
                  <a:lnTo>
                    <a:pt x="1475041" y="252144"/>
                  </a:lnTo>
                  <a:lnTo>
                    <a:pt x="1475041" y="2970"/>
                  </a:lnTo>
                  <a:close/>
                  <a:moveTo>
                    <a:pt x="1557147" y="2970"/>
                  </a:moveTo>
                  <a:lnTo>
                    <a:pt x="1742980" y="2970"/>
                  </a:lnTo>
                  <a:lnTo>
                    <a:pt x="1742980" y="38784"/>
                  </a:lnTo>
                  <a:lnTo>
                    <a:pt x="1669732" y="38784"/>
                  </a:lnTo>
                  <a:lnTo>
                    <a:pt x="1669732" y="252239"/>
                  </a:lnTo>
                  <a:lnTo>
                    <a:pt x="1630680" y="252239"/>
                  </a:lnTo>
                  <a:lnTo>
                    <a:pt x="1630680" y="38879"/>
                  </a:lnTo>
                  <a:lnTo>
                    <a:pt x="1557338" y="38879"/>
                  </a:lnTo>
                  <a:lnTo>
                    <a:pt x="1557338" y="2970"/>
                  </a:lnTo>
                  <a:close/>
                  <a:moveTo>
                    <a:pt x="1861375" y="252144"/>
                  </a:moveTo>
                  <a:lnTo>
                    <a:pt x="1861375" y="137939"/>
                  </a:lnTo>
                  <a:lnTo>
                    <a:pt x="1766221" y="3065"/>
                  </a:lnTo>
                  <a:lnTo>
                    <a:pt x="1812227" y="3065"/>
                  </a:lnTo>
                  <a:lnTo>
                    <a:pt x="1880997" y="102125"/>
                  </a:lnTo>
                  <a:lnTo>
                    <a:pt x="1950434" y="3065"/>
                  </a:lnTo>
                  <a:lnTo>
                    <a:pt x="1996440" y="3065"/>
                  </a:lnTo>
                  <a:lnTo>
                    <a:pt x="1900619" y="138320"/>
                  </a:lnTo>
                  <a:lnTo>
                    <a:pt x="1900619" y="252525"/>
                  </a:lnTo>
                  <a:lnTo>
                    <a:pt x="1861566" y="252144"/>
                  </a:lnTo>
                  <a:close/>
                  <a:moveTo>
                    <a:pt x="2238566" y="17"/>
                  </a:moveTo>
                  <a:cubicBezTo>
                    <a:pt x="2309146" y="-1126"/>
                    <a:pt x="2367248" y="55262"/>
                    <a:pt x="2368391" y="125842"/>
                  </a:cubicBezTo>
                  <a:cubicBezTo>
                    <a:pt x="2369534" y="196423"/>
                    <a:pt x="2313146" y="254525"/>
                    <a:pt x="2242566" y="255668"/>
                  </a:cubicBezTo>
                  <a:cubicBezTo>
                    <a:pt x="2171986" y="256811"/>
                    <a:pt x="2113883" y="200423"/>
                    <a:pt x="2112740" y="129843"/>
                  </a:cubicBezTo>
                  <a:cubicBezTo>
                    <a:pt x="2112740" y="129271"/>
                    <a:pt x="2112740" y="128605"/>
                    <a:pt x="2112740" y="128033"/>
                  </a:cubicBezTo>
                  <a:cubicBezTo>
                    <a:pt x="2111788" y="58310"/>
                    <a:pt x="2167604" y="970"/>
                    <a:pt x="2237327" y="17"/>
                  </a:cubicBezTo>
                  <a:cubicBezTo>
                    <a:pt x="2237708" y="17"/>
                    <a:pt x="2238184" y="17"/>
                    <a:pt x="2238566" y="17"/>
                  </a:cubicBezTo>
                  <a:close/>
                  <a:moveTo>
                    <a:pt x="2238566" y="218140"/>
                  </a:moveTo>
                  <a:cubicBezTo>
                    <a:pt x="2288381" y="219664"/>
                    <a:pt x="2330006" y="180516"/>
                    <a:pt x="2331530" y="130700"/>
                  </a:cubicBezTo>
                  <a:cubicBezTo>
                    <a:pt x="2333054" y="80884"/>
                    <a:pt x="2293906" y="39260"/>
                    <a:pt x="2244090" y="37736"/>
                  </a:cubicBezTo>
                  <a:cubicBezTo>
                    <a:pt x="2194274" y="36212"/>
                    <a:pt x="2152650" y="75360"/>
                    <a:pt x="2151126" y="125176"/>
                  </a:cubicBezTo>
                  <a:cubicBezTo>
                    <a:pt x="2151126" y="126128"/>
                    <a:pt x="2151126" y="127081"/>
                    <a:pt x="2151126" y="128128"/>
                  </a:cubicBezTo>
                  <a:cubicBezTo>
                    <a:pt x="2150078" y="176896"/>
                    <a:pt x="2188750" y="217187"/>
                    <a:pt x="2237423" y="218235"/>
                  </a:cubicBezTo>
                  <a:cubicBezTo>
                    <a:pt x="2237804" y="218235"/>
                    <a:pt x="2238184" y="218235"/>
                    <a:pt x="2238566" y="218235"/>
                  </a:cubicBezTo>
                  <a:lnTo>
                    <a:pt x="2238566" y="218235"/>
                  </a:lnTo>
                  <a:close/>
                  <a:moveTo>
                    <a:pt x="2413349" y="2970"/>
                  </a:moveTo>
                  <a:lnTo>
                    <a:pt x="2561558" y="2970"/>
                  </a:lnTo>
                  <a:lnTo>
                    <a:pt x="2561558" y="38117"/>
                  </a:lnTo>
                  <a:lnTo>
                    <a:pt x="2451640" y="38117"/>
                  </a:lnTo>
                  <a:lnTo>
                    <a:pt x="2451640" y="111841"/>
                  </a:lnTo>
                  <a:lnTo>
                    <a:pt x="2538413" y="111841"/>
                  </a:lnTo>
                  <a:lnTo>
                    <a:pt x="2538413" y="146893"/>
                  </a:lnTo>
                  <a:lnTo>
                    <a:pt x="2451640" y="146893"/>
                  </a:lnTo>
                  <a:lnTo>
                    <a:pt x="2451640" y="251572"/>
                  </a:lnTo>
                  <a:lnTo>
                    <a:pt x="2413540" y="251572"/>
                  </a:lnTo>
                  <a:lnTo>
                    <a:pt x="2413349" y="2970"/>
                  </a:lnTo>
                  <a:close/>
                  <a:moveTo>
                    <a:pt x="2842260" y="165752"/>
                  </a:moveTo>
                  <a:lnTo>
                    <a:pt x="2842260" y="2970"/>
                  </a:lnTo>
                  <a:lnTo>
                    <a:pt x="2881027" y="2970"/>
                  </a:lnTo>
                  <a:lnTo>
                    <a:pt x="2881027" y="165752"/>
                  </a:lnTo>
                  <a:cubicBezTo>
                    <a:pt x="2881598" y="214901"/>
                    <a:pt x="2842260" y="255287"/>
                    <a:pt x="2793111" y="255859"/>
                  </a:cubicBezTo>
                  <a:cubicBezTo>
                    <a:pt x="2791682" y="255859"/>
                    <a:pt x="2790254" y="255859"/>
                    <a:pt x="2788730" y="255859"/>
                  </a:cubicBezTo>
                  <a:cubicBezTo>
                    <a:pt x="2738819" y="255859"/>
                    <a:pt x="2696147" y="220426"/>
                    <a:pt x="2696147" y="165847"/>
                  </a:cubicBezTo>
                  <a:lnTo>
                    <a:pt x="2696147" y="3065"/>
                  </a:lnTo>
                  <a:lnTo>
                    <a:pt x="2735199" y="3065"/>
                  </a:lnTo>
                  <a:lnTo>
                    <a:pt x="2735199" y="165847"/>
                  </a:lnTo>
                  <a:cubicBezTo>
                    <a:pt x="2735199" y="195375"/>
                    <a:pt x="2759202" y="219378"/>
                    <a:pt x="2788730" y="219378"/>
                  </a:cubicBezTo>
                  <a:cubicBezTo>
                    <a:pt x="2818257" y="219378"/>
                    <a:pt x="2842260" y="195375"/>
                    <a:pt x="2842260" y="165847"/>
                  </a:cubicBezTo>
                  <a:close/>
                  <a:moveTo>
                    <a:pt x="2930461" y="2970"/>
                  </a:moveTo>
                  <a:lnTo>
                    <a:pt x="3116390" y="2970"/>
                  </a:lnTo>
                  <a:lnTo>
                    <a:pt x="3116390" y="38784"/>
                  </a:lnTo>
                  <a:lnTo>
                    <a:pt x="3043047" y="38784"/>
                  </a:lnTo>
                  <a:lnTo>
                    <a:pt x="3043047" y="252239"/>
                  </a:lnTo>
                  <a:lnTo>
                    <a:pt x="3003995" y="252239"/>
                  </a:lnTo>
                  <a:lnTo>
                    <a:pt x="3003995" y="38879"/>
                  </a:lnTo>
                  <a:lnTo>
                    <a:pt x="2930652" y="38879"/>
                  </a:lnTo>
                  <a:lnTo>
                    <a:pt x="2930652" y="2970"/>
                  </a:lnTo>
                  <a:close/>
                  <a:moveTo>
                    <a:pt x="3280315" y="190422"/>
                  </a:moveTo>
                  <a:lnTo>
                    <a:pt x="3179826" y="190422"/>
                  </a:lnTo>
                  <a:lnTo>
                    <a:pt x="3155919" y="252715"/>
                  </a:lnTo>
                  <a:lnTo>
                    <a:pt x="3115056" y="252715"/>
                  </a:lnTo>
                  <a:lnTo>
                    <a:pt x="3208782" y="3065"/>
                  </a:lnTo>
                  <a:lnTo>
                    <a:pt x="3250406" y="3065"/>
                  </a:lnTo>
                  <a:lnTo>
                    <a:pt x="3344418" y="252239"/>
                  </a:lnTo>
                  <a:lnTo>
                    <a:pt x="3303937" y="252239"/>
                  </a:lnTo>
                  <a:lnTo>
                    <a:pt x="3280220" y="190422"/>
                  </a:lnTo>
                  <a:close/>
                  <a:moveTo>
                    <a:pt x="3192780" y="156037"/>
                  </a:moveTo>
                  <a:lnTo>
                    <a:pt x="3267266" y="156037"/>
                  </a:lnTo>
                  <a:lnTo>
                    <a:pt x="3230023" y="51357"/>
                  </a:lnTo>
                  <a:lnTo>
                    <a:pt x="3192685" y="156037"/>
                  </a:lnTo>
                  <a:close/>
                  <a:moveTo>
                    <a:pt x="3580066" y="2970"/>
                  </a:moveTo>
                  <a:lnTo>
                    <a:pt x="3580066" y="252144"/>
                  </a:lnTo>
                  <a:lnTo>
                    <a:pt x="3541014" y="252144"/>
                  </a:lnTo>
                  <a:lnTo>
                    <a:pt x="3541014" y="145845"/>
                  </a:lnTo>
                  <a:lnTo>
                    <a:pt x="3428619" y="145845"/>
                  </a:lnTo>
                  <a:lnTo>
                    <a:pt x="3428619" y="252144"/>
                  </a:lnTo>
                  <a:lnTo>
                    <a:pt x="3390519" y="252144"/>
                  </a:lnTo>
                  <a:lnTo>
                    <a:pt x="3390519" y="2970"/>
                  </a:lnTo>
                  <a:lnTo>
                    <a:pt x="3428619" y="2970"/>
                  </a:lnTo>
                  <a:lnTo>
                    <a:pt x="3428619" y="110698"/>
                  </a:lnTo>
                  <a:lnTo>
                    <a:pt x="3541110" y="110698"/>
                  </a:lnTo>
                  <a:lnTo>
                    <a:pt x="3541110" y="2970"/>
                  </a:lnTo>
                  <a:lnTo>
                    <a:pt x="3580066" y="297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grpSp>
          <p:nvGrpSpPr>
            <p:cNvPr id="50" name="Google Shape;50;p58"/>
            <p:cNvGrpSpPr/>
            <p:nvPr/>
          </p:nvGrpSpPr>
          <p:grpSpPr>
            <a:xfrm>
              <a:off x="6455388" y="4102692"/>
              <a:ext cx="1601438" cy="1455705"/>
              <a:chOff x="3324225" y="2700241"/>
              <a:chExt cx="1601438" cy="1455705"/>
            </a:xfrm>
          </p:grpSpPr>
          <p:sp>
            <p:nvSpPr>
              <p:cNvPr id="51" name="Google Shape;51;p58"/>
              <p:cNvSpPr/>
              <p:nvPr/>
            </p:nvSpPr>
            <p:spPr>
              <a:xfrm>
                <a:off x="4540585" y="3230022"/>
                <a:ext cx="239250" cy="787908"/>
              </a:xfrm>
              <a:custGeom>
                <a:rect b="b" l="l" r="r" t="t"/>
                <a:pathLst>
                  <a:path extrusionOk="0" h="787908" w="239250">
                    <a:moveTo>
                      <a:pt x="14270" y="87440"/>
                    </a:moveTo>
                    <a:cubicBezTo>
                      <a:pt x="36273" y="66580"/>
                      <a:pt x="61895" y="37052"/>
                      <a:pt x="91994" y="12954"/>
                    </a:cubicBezTo>
                    <a:moveTo>
                      <a:pt x="239251" y="549307"/>
                    </a:moveTo>
                    <a:lnTo>
                      <a:pt x="239251" y="635603"/>
                    </a:lnTo>
                    <a:lnTo>
                      <a:pt x="85993" y="787908"/>
                    </a:lnTo>
                    <a:cubicBezTo>
                      <a:pt x="-131844" y="356330"/>
                      <a:pt x="118569" y="176879"/>
                      <a:pt x="239251" y="0"/>
                    </a:cubicBezTo>
                    <a:lnTo>
                      <a:pt x="239251" y="201263"/>
                    </a:lnTo>
                    <a:lnTo>
                      <a:pt x="210676" y="173927"/>
                    </a:lnTo>
                    <a:cubicBezTo>
                      <a:pt x="199817" y="163830"/>
                      <a:pt x="182767" y="164402"/>
                      <a:pt x="172576" y="175165"/>
                    </a:cubicBezTo>
                    <a:cubicBezTo>
                      <a:pt x="162098" y="185738"/>
                      <a:pt x="162098" y="202692"/>
                      <a:pt x="172576" y="213265"/>
                    </a:cubicBezTo>
                    <a:lnTo>
                      <a:pt x="239251" y="276511"/>
                    </a:lnTo>
                    <a:lnTo>
                      <a:pt x="239251" y="350234"/>
                    </a:lnTo>
                    <a:lnTo>
                      <a:pt x="101709" y="343757"/>
                    </a:lnTo>
                    <a:cubicBezTo>
                      <a:pt x="86660" y="342995"/>
                      <a:pt x="73897" y="354521"/>
                      <a:pt x="73134" y="369570"/>
                    </a:cubicBezTo>
                    <a:cubicBezTo>
                      <a:pt x="73134" y="369570"/>
                      <a:pt x="73134" y="369570"/>
                      <a:pt x="73134" y="369570"/>
                    </a:cubicBezTo>
                    <a:cubicBezTo>
                      <a:pt x="72087" y="384524"/>
                      <a:pt x="83136" y="397478"/>
                      <a:pt x="98090" y="398717"/>
                    </a:cubicBezTo>
                    <a:lnTo>
                      <a:pt x="239155" y="405289"/>
                    </a:lnTo>
                    <a:lnTo>
                      <a:pt x="239155" y="486728"/>
                    </a:lnTo>
                    <a:lnTo>
                      <a:pt x="89136" y="545973"/>
                    </a:lnTo>
                    <a:cubicBezTo>
                      <a:pt x="74468" y="551783"/>
                      <a:pt x="67324" y="568452"/>
                      <a:pt x="73230" y="583121"/>
                    </a:cubicBezTo>
                    <a:cubicBezTo>
                      <a:pt x="73230" y="583121"/>
                      <a:pt x="73230" y="583121"/>
                      <a:pt x="73230" y="583216"/>
                    </a:cubicBezTo>
                    <a:cubicBezTo>
                      <a:pt x="78468" y="598075"/>
                      <a:pt x="94756" y="605981"/>
                      <a:pt x="109615" y="600742"/>
                    </a:cubicBezTo>
                    <a:cubicBezTo>
                      <a:pt x="109615" y="600742"/>
                      <a:pt x="109615" y="600742"/>
                      <a:pt x="109615" y="600742"/>
                    </a:cubicBezTo>
                    <a:lnTo>
                      <a:pt x="238965" y="548831"/>
                    </a:lnTo>
                    <a:lnTo>
                      <a:pt x="239155" y="5492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52" name="Google Shape;52;p58"/>
              <p:cNvSpPr/>
              <p:nvPr/>
            </p:nvSpPr>
            <p:spPr>
              <a:xfrm>
                <a:off x="3324225" y="2700241"/>
                <a:ext cx="1601438" cy="1455705"/>
              </a:xfrm>
              <a:custGeom>
                <a:rect b="b" l="l" r="r" t="t"/>
                <a:pathLst>
                  <a:path extrusionOk="0" h="1455705" w="1601438">
                    <a:moveTo>
                      <a:pt x="1337977" y="82201"/>
                    </a:moveTo>
                    <a:lnTo>
                      <a:pt x="1377315" y="124206"/>
                    </a:lnTo>
                    <a:cubicBezTo>
                      <a:pt x="1383316" y="131159"/>
                      <a:pt x="1393793" y="131921"/>
                      <a:pt x="1400747" y="126016"/>
                    </a:cubicBezTo>
                    <a:cubicBezTo>
                      <a:pt x="1407414" y="119729"/>
                      <a:pt x="1407795" y="109252"/>
                      <a:pt x="1401509" y="102489"/>
                    </a:cubicBezTo>
                    <a:lnTo>
                      <a:pt x="1356836" y="54864"/>
                    </a:lnTo>
                    <a:cubicBezTo>
                      <a:pt x="1372076" y="34195"/>
                      <a:pt x="1390174" y="15716"/>
                      <a:pt x="1410557" y="0"/>
                    </a:cubicBezTo>
                    <a:lnTo>
                      <a:pt x="1601438" y="0"/>
                    </a:lnTo>
                    <a:lnTo>
                      <a:pt x="1601438" y="437864"/>
                    </a:lnTo>
                    <a:lnTo>
                      <a:pt x="1503331" y="437864"/>
                    </a:lnTo>
                    <a:cubicBezTo>
                      <a:pt x="1522381" y="377190"/>
                      <a:pt x="1516856" y="312134"/>
                      <a:pt x="1463802" y="233553"/>
                    </a:cubicBezTo>
                    <a:cubicBezTo>
                      <a:pt x="1609725" y="598361"/>
                      <a:pt x="853631" y="586835"/>
                      <a:pt x="1180910" y="1435703"/>
                    </a:cubicBezTo>
                    <a:lnTo>
                      <a:pt x="1163765" y="1455706"/>
                    </a:lnTo>
                    <a:lnTo>
                      <a:pt x="437769" y="1455706"/>
                    </a:lnTo>
                    <a:lnTo>
                      <a:pt x="146304" y="1165289"/>
                    </a:lnTo>
                    <a:lnTo>
                      <a:pt x="146304" y="437579"/>
                    </a:lnTo>
                    <a:lnTo>
                      <a:pt x="0" y="437579"/>
                    </a:lnTo>
                    <a:lnTo>
                      <a:pt x="0" y="95"/>
                    </a:lnTo>
                    <a:lnTo>
                      <a:pt x="727901" y="95"/>
                    </a:lnTo>
                    <a:lnTo>
                      <a:pt x="727901" y="437960"/>
                    </a:lnTo>
                    <a:lnTo>
                      <a:pt x="581882" y="437960"/>
                    </a:lnTo>
                    <a:lnTo>
                      <a:pt x="581882" y="1017937"/>
                    </a:lnTo>
                    <a:lnTo>
                      <a:pt x="1019747" y="1017937"/>
                    </a:lnTo>
                    <a:lnTo>
                      <a:pt x="1019747" y="437483"/>
                    </a:lnTo>
                    <a:lnTo>
                      <a:pt x="873728" y="437483"/>
                    </a:lnTo>
                    <a:lnTo>
                      <a:pt x="873728" y="95"/>
                    </a:lnTo>
                    <a:lnTo>
                      <a:pt x="1343025" y="95"/>
                    </a:lnTo>
                    <a:cubicBezTo>
                      <a:pt x="1189768" y="114300"/>
                      <a:pt x="1096232" y="410147"/>
                      <a:pt x="1230535" y="617411"/>
                    </a:cubicBezTo>
                    <a:cubicBezTo>
                      <a:pt x="1252538" y="596551"/>
                      <a:pt x="1278160" y="567023"/>
                      <a:pt x="1308259" y="542925"/>
                    </a:cubicBezTo>
                    <a:cubicBezTo>
                      <a:pt x="1294352" y="519684"/>
                      <a:pt x="1283589" y="494729"/>
                      <a:pt x="1276064" y="468725"/>
                    </a:cubicBezTo>
                    <a:lnTo>
                      <a:pt x="1433417" y="407765"/>
                    </a:lnTo>
                    <a:cubicBezTo>
                      <a:pt x="1442657" y="404336"/>
                      <a:pt x="1447324" y="394049"/>
                      <a:pt x="1443895" y="384810"/>
                    </a:cubicBezTo>
                    <a:cubicBezTo>
                      <a:pt x="1440466" y="375571"/>
                      <a:pt x="1430179" y="370904"/>
                      <a:pt x="1420939" y="374333"/>
                    </a:cubicBezTo>
                    <a:lnTo>
                      <a:pt x="1267778" y="433673"/>
                    </a:lnTo>
                    <a:cubicBezTo>
                      <a:pt x="1261110" y="396621"/>
                      <a:pt x="1259110" y="358807"/>
                      <a:pt x="1261967" y="321278"/>
                    </a:cubicBezTo>
                    <a:lnTo>
                      <a:pt x="1416082" y="316516"/>
                    </a:lnTo>
                    <a:cubicBezTo>
                      <a:pt x="1425797" y="316325"/>
                      <a:pt x="1433513" y="308420"/>
                      <a:pt x="1433417" y="298704"/>
                    </a:cubicBezTo>
                    <a:cubicBezTo>
                      <a:pt x="1433036" y="288989"/>
                      <a:pt x="1424940" y="281464"/>
                      <a:pt x="1415225" y="281750"/>
                    </a:cubicBezTo>
                    <a:lnTo>
                      <a:pt x="1265587" y="286322"/>
                    </a:lnTo>
                    <a:cubicBezTo>
                      <a:pt x="1270159" y="252698"/>
                      <a:pt x="1277874" y="219647"/>
                      <a:pt x="1288542" y="187452"/>
                    </a:cubicBezTo>
                    <a:lnTo>
                      <a:pt x="1394746" y="222314"/>
                    </a:lnTo>
                    <a:cubicBezTo>
                      <a:pt x="1403699" y="225552"/>
                      <a:pt x="1413510" y="220980"/>
                      <a:pt x="1416844" y="212122"/>
                    </a:cubicBezTo>
                    <a:cubicBezTo>
                      <a:pt x="1419797" y="203168"/>
                      <a:pt x="1414939" y="193453"/>
                      <a:pt x="1405985" y="190405"/>
                    </a:cubicBezTo>
                    <a:lnTo>
                      <a:pt x="1300258" y="155639"/>
                    </a:lnTo>
                    <a:cubicBezTo>
                      <a:pt x="1310640" y="130112"/>
                      <a:pt x="1323308" y="105537"/>
                      <a:pt x="1337977" y="82296"/>
                    </a:cubicBezTo>
                    <a:lnTo>
                      <a:pt x="1337977" y="8229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</p:grpSp>
      <p:sp>
        <p:nvSpPr>
          <p:cNvPr id="53" name="Google Shape;53;p58"/>
          <p:cNvSpPr txBox="1"/>
          <p:nvPr>
            <p:ph idx="1" type="body"/>
          </p:nvPr>
        </p:nvSpPr>
        <p:spPr>
          <a:xfrm>
            <a:off x="905256" y="1627632"/>
            <a:ext cx="4489704" cy="4178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 sz="1800"/>
            </a:lvl1pPr>
            <a:lvl2pPr indent="-342900" lvl="1" marL="914400" algn="l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 sz="1800"/>
            </a:lvl2pPr>
            <a:lvl3pPr indent="-342900" lvl="2" marL="1371600" algn="l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42900" lvl="3" marL="1828800" algn="l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 sz="1800"/>
            </a:lvl4pPr>
            <a:lvl5pPr indent="-342900" lvl="4" marL="2286000" algn="l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58"/>
          <p:cNvSpPr txBox="1"/>
          <p:nvPr>
            <p:ph idx="2" type="body"/>
          </p:nvPr>
        </p:nvSpPr>
        <p:spPr>
          <a:xfrm>
            <a:off x="365760" y="1095208"/>
            <a:ext cx="1095697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55" name="Google Shape;55;p58"/>
          <p:cNvGrpSpPr/>
          <p:nvPr/>
        </p:nvGrpSpPr>
        <p:grpSpPr>
          <a:xfrm>
            <a:off x="-3424512" y="-1"/>
            <a:ext cx="3208421" cy="6857999"/>
            <a:chOff x="-3424512" y="-1"/>
            <a:chExt cx="3208421" cy="6857999"/>
          </a:xfrm>
        </p:grpSpPr>
        <p:sp>
          <p:nvSpPr>
            <p:cNvPr id="56" name="Google Shape;56;p58"/>
            <p:cNvSpPr/>
            <p:nvPr/>
          </p:nvSpPr>
          <p:spPr>
            <a:xfrm>
              <a:off x="-3424512" y="-1"/>
              <a:ext cx="3208421" cy="685799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7" name="Google Shape;57;p58"/>
            <p:cNvSpPr txBox="1"/>
            <p:nvPr/>
          </p:nvSpPr>
          <p:spPr>
            <a:xfrm>
              <a:off x="-3267122" y="150741"/>
              <a:ext cx="2941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GB" sz="3200" u="none" cap="none" strike="noStrike">
                  <a:solidFill>
                    <a:schemeClr val="accen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Instruction 1: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58"/>
            <p:cNvSpPr txBox="1"/>
            <p:nvPr/>
          </p:nvSpPr>
          <p:spPr>
            <a:xfrm>
              <a:off x="-3267122" y="818147"/>
              <a:ext cx="294176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To underline keyword in title text box, highlight selected word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9" name="Google Shape;59;p5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143860" y="1824108"/>
              <a:ext cx="875152" cy="905001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60" name="Google Shape;60;p58"/>
            <p:cNvSpPr txBox="1"/>
            <p:nvPr/>
          </p:nvSpPr>
          <p:spPr>
            <a:xfrm>
              <a:off x="-3267122" y="2906262"/>
              <a:ext cx="2502568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2. Then go to 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‘Bold’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in the toolbar and then </a:t>
              </a:r>
              <a:b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‘underline’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after.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1" name="Google Shape;61;p58"/>
            <p:cNvPicPr preferRelativeResize="0"/>
            <p:nvPr/>
          </p:nvPicPr>
          <p:blipFill rotWithShape="1">
            <a:blip r:embed="rId3">
              <a:alphaModFix/>
            </a:blip>
            <a:srcRect b="-62788" l="0" r="0" t="-62788"/>
            <a:stretch/>
          </p:blipFill>
          <p:spPr>
            <a:xfrm>
              <a:off x="-3143862" y="4212225"/>
              <a:ext cx="1654280" cy="1614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" name="Google Shape;62;p58"/>
            <p:cNvSpPr/>
            <p:nvPr/>
          </p:nvSpPr>
          <p:spPr>
            <a:xfrm>
              <a:off x="-3095847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3" name="Google Shape;63;p58"/>
            <p:cNvSpPr/>
            <p:nvPr/>
          </p:nvSpPr>
          <p:spPr>
            <a:xfrm>
              <a:off x="-2236570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64" name="Google Shape;64;p58"/>
          <p:cNvSpPr txBox="1"/>
          <p:nvPr/>
        </p:nvSpPr>
        <p:spPr>
          <a:xfrm>
            <a:off x="274320" y="6375028"/>
            <a:ext cx="30289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A7A9A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UNIVERSITY OF UTAH HEALTH</a:t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65" name="Google Shape;65;p58"/>
          <p:cNvGrpSpPr/>
          <p:nvPr/>
        </p:nvGrpSpPr>
        <p:grpSpPr>
          <a:xfrm>
            <a:off x="-3424512" y="-1"/>
            <a:ext cx="3208421" cy="6857999"/>
            <a:chOff x="-3424512" y="-1"/>
            <a:chExt cx="3208421" cy="6857999"/>
          </a:xfrm>
        </p:grpSpPr>
        <p:sp>
          <p:nvSpPr>
            <p:cNvPr id="66" name="Google Shape;66;p58"/>
            <p:cNvSpPr/>
            <p:nvPr/>
          </p:nvSpPr>
          <p:spPr>
            <a:xfrm>
              <a:off x="-3424512" y="-1"/>
              <a:ext cx="3208421" cy="685799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7" name="Google Shape;67;p58"/>
            <p:cNvSpPr txBox="1"/>
            <p:nvPr/>
          </p:nvSpPr>
          <p:spPr>
            <a:xfrm>
              <a:off x="-3267122" y="150741"/>
              <a:ext cx="2941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GB" sz="3200" u="none" cap="none" strike="noStrike">
                  <a:solidFill>
                    <a:schemeClr val="accen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Instruction: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58"/>
            <p:cNvSpPr txBox="1"/>
            <p:nvPr/>
          </p:nvSpPr>
          <p:spPr>
            <a:xfrm>
              <a:off x="-3267122" y="818147"/>
              <a:ext cx="294176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To underline keyword in title text box, highlight selected word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9" name="Google Shape;69;p5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143860" y="1824108"/>
              <a:ext cx="875152" cy="905001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70" name="Google Shape;70;p58"/>
            <p:cNvSpPr txBox="1"/>
            <p:nvPr/>
          </p:nvSpPr>
          <p:spPr>
            <a:xfrm>
              <a:off x="-3267122" y="2906262"/>
              <a:ext cx="2502568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2. Then go to 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‘Bold’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in the toolbar and then </a:t>
              </a:r>
              <a:b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‘underline’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after.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1" name="Google Shape;71;p58"/>
            <p:cNvPicPr preferRelativeResize="0"/>
            <p:nvPr/>
          </p:nvPicPr>
          <p:blipFill rotWithShape="1">
            <a:blip r:embed="rId3">
              <a:alphaModFix/>
            </a:blip>
            <a:srcRect b="-62788" l="0" r="0" t="-62788"/>
            <a:stretch/>
          </p:blipFill>
          <p:spPr>
            <a:xfrm>
              <a:off x="-3143862" y="4212225"/>
              <a:ext cx="1654280" cy="1614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" name="Google Shape;72;p58"/>
            <p:cNvSpPr/>
            <p:nvPr/>
          </p:nvSpPr>
          <p:spPr>
            <a:xfrm>
              <a:off x="-3095847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3" name="Google Shape;73;p58"/>
            <p:cNvSpPr/>
            <p:nvPr/>
          </p:nvSpPr>
          <p:spPr>
            <a:xfrm>
              <a:off x="-2236570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74" name="Google Shape;74;p58"/>
          <p:cNvSpPr txBox="1"/>
          <p:nvPr>
            <p:ph idx="3" type="body"/>
          </p:nvPr>
        </p:nvSpPr>
        <p:spPr>
          <a:xfrm>
            <a:off x="274320" y="5943600"/>
            <a:ext cx="10672763" cy="3304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indent="-342900" lvl="1" marL="9144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58"/>
          <p:cNvSpPr txBox="1"/>
          <p:nvPr>
            <p:ph idx="4" type="body"/>
          </p:nvPr>
        </p:nvSpPr>
        <p:spPr>
          <a:xfrm>
            <a:off x="6327648" y="1627632"/>
            <a:ext cx="4489704" cy="4178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 sz="1800"/>
            </a:lvl1pPr>
            <a:lvl2pPr indent="-342900" lvl="1" marL="914400" algn="l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 sz="1800"/>
            </a:lvl2pPr>
            <a:lvl3pPr indent="-342900" lvl="2" marL="1371600" algn="l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42900" lvl="3" marL="1828800" algn="l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 sz="1800"/>
            </a:lvl4pPr>
            <a:lvl5pPr indent="-342900" lvl="4" marL="2286000" algn="l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- One Column">
  <p:cSld name="Title and Content - One Column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7"/>
          <p:cNvSpPr txBox="1"/>
          <p:nvPr>
            <p:ph type="title"/>
          </p:nvPr>
        </p:nvSpPr>
        <p:spPr>
          <a:xfrm>
            <a:off x="365760" y="365760"/>
            <a:ext cx="10958513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8" name="Google Shape;78;p47"/>
          <p:cNvGrpSpPr/>
          <p:nvPr/>
        </p:nvGrpSpPr>
        <p:grpSpPr>
          <a:xfrm>
            <a:off x="10729913" y="6334847"/>
            <a:ext cx="1126458" cy="295807"/>
            <a:chOff x="6455388" y="4102692"/>
            <a:chExt cx="5543454" cy="1455705"/>
          </a:xfrm>
        </p:grpSpPr>
        <p:sp>
          <p:nvSpPr>
            <p:cNvPr id="79" name="Google Shape;79;p47"/>
            <p:cNvSpPr/>
            <p:nvPr/>
          </p:nvSpPr>
          <p:spPr>
            <a:xfrm>
              <a:off x="8423253" y="4383013"/>
              <a:ext cx="3575494" cy="683609"/>
            </a:xfrm>
            <a:custGeom>
              <a:rect b="b" l="l" r="r" t="t"/>
              <a:pathLst>
                <a:path extrusionOk="0" h="683609" w="3575494">
                  <a:moveTo>
                    <a:pt x="527495" y="0"/>
                  </a:moveTo>
                  <a:lnTo>
                    <a:pt x="527495" y="683133"/>
                  </a:lnTo>
                  <a:lnTo>
                    <a:pt x="399669" y="683133"/>
                  </a:lnTo>
                  <a:lnTo>
                    <a:pt x="399669" y="400622"/>
                  </a:lnTo>
                  <a:lnTo>
                    <a:pt x="125921" y="400622"/>
                  </a:lnTo>
                  <a:lnTo>
                    <a:pt x="125921" y="683228"/>
                  </a:lnTo>
                  <a:lnTo>
                    <a:pt x="0" y="683228"/>
                  </a:lnTo>
                  <a:lnTo>
                    <a:pt x="0" y="0"/>
                  </a:lnTo>
                  <a:lnTo>
                    <a:pt x="125921" y="0"/>
                  </a:lnTo>
                  <a:lnTo>
                    <a:pt x="125921" y="286607"/>
                  </a:lnTo>
                  <a:lnTo>
                    <a:pt x="399574" y="286607"/>
                  </a:lnTo>
                  <a:lnTo>
                    <a:pt x="399574" y="0"/>
                  </a:lnTo>
                  <a:lnTo>
                    <a:pt x="527495" y="0"/>
                  </a:lnTo>
                  <a:close/>
                  <a:moveTo>
                    <a:pt x="715994" y="0"/>
                  </a:moveTo>
                  <a:lnTo>
                    <a:pt x="1138809" y="0"/>
                  </a:lnTo>
                  <a:lnTo>
                    <a:pt x="1138809" y="113062"/>
                  </a:lnTo>
                  <a:lnTo>
                    <a:pt x="841915" y="113062"/>
                  </a:lnTo>
                  <a:lnTo>
                    <a:pt x="841915" y="290989"/>
                  </a:lnTo>
                  <a:lnTo>
                    <a:pt x="1101662" y="290989"/>
                  </a:lnTo>
                  <a:lnTo>
                    <a:pt x="1101662" y="403003"/>
                  </a:lnTo>
                  <a:lnTo>
                    <a:pt x="841915" y="403003"/>
                  </a:lnTo>
                  <a:lnTo>
                    <a:pt x="841915" y="570548"/>
                  </a:lnTo>
                  <a:lnTo>
                    <a:pt x="1148334" y="570548"/>
                  </a:lnTo>
                  <a:lnTo>
                    <a:pt x="1148334" y="683609"/>
                  </a:lnTo>
                  <a:lnTo>
                    <a:pt x="715994" y="683609"/>
                  </a:lnTo>
                  <a:lnTo>
                    <a:pt x="715994" y="0"/>
                  </a:lnTo>
                  <a:close/>
                  <a:moveTo>
                    <a:pt x="1686687" y="517589"/>
                  </a:moveTo>
                  <a:lnTo>
                    <a:pt x="1431893" y="517589"/>
                  </a:lnTo>
                  <a:lnTo>
                    <a:pt x="1369409" y="683228"/>
                  </a:lnTo>
                  <a:lnTo>
                    <a:pt x="1234535" y="683228"/>
                  </a:lnTo>
                  <a:lnTo>
                    <a:pt x="1490377" y="95"/>
                  </a:lnTo>
                  <a:lnTo>
                    <a:pt x="1627251" y="95"/>
                  </a:lnTo>
                  <a:lnTo>
                    <a:pt x="1883092" y="683228"/>
                  </a:lnTo>
                  <a:lnTo>
                    <a:pt x="1749171" y="683228"/>
                  </a:lnTo>
                  <a:lnTo>
                    <a:pt x="1686592" y="517589"/>
                  </a:lnTo>
                  <a:close/>
                  <a:moveTo>
                    <a:pt x="1474470" y="406527"/>
                  </a:moveTo>
                  <a:lnTo>
                    <a:pt x="1645063" y="406527"/>
                  </a:lnTo>
                  <a:lnTo>
                    <a:pt x="1558862" y="145733"/>
                  </a:lnTo>
                  <a:lnTo>
                    <a:pt x="1474565" y="406527"/>
                  </a:lnTo>
                  <a:close/>
                  <a:moveTo>
                    <a:pt x="1995392" y="0"/>
                  </a:moveTo>
                  <a:lnTo>
                    <a:pt x="2121980" y="0"/>
                  </a:lnTo>
                  <a:lnTo>
                    <a:pt x="2121980" y="570167"/>
                  </a:lnTo>
                  <a:lnTo>
                    <a:pt x="2385632" y="570167"/>
                  </a:lnTo>
                  <a:lnTo>
                    <a:pt x="2385632" y="683228"/>
                  </a:lnTo>
                  <a:lnTo>
                    <a:pt x="1995392" y="683228"/>
                  </a:lnTo>
                  <a:lnTo>
                    <a:pt x="1995392" y="0"/>
                  </a:lnTo>
                  <a:close/>
                  <a:moveTo>
                    <a:pt x="2395157" y="0"/>
                  </a:moveTo>
                  <a:lnTo>
                    <a:pt x="2907792" y="0"/>
                  </a:lnTo>
                  <a:lnTo>
                    <a:pt x="2907792" y="116014"/>
                  </a:lnTo>
                  <a:lnTo>
                    <a:pt x="2715863" y="116014"/>
                  </a:lnTo>
                  <a:lnTo>
                    <a:pt x="2715863" y="683228"/>
                  </a:lnTo>
                  <a:lnTo>
                    <a:pt x="2587942" y="683228"/>
                  </a:lnTo>
                  <a:lnTo>
                    <a:pt x="2587942" y="116014"/>
                  </a:lnTo>
                  <a:lnTo>
                    <a:pt x="2395061" y="116014"/>
                  </a:lnTo>
                  <a:lnTo>
                    <a:pt x="2395061" y="0"/>
                  </a:lnTo>
                  <a:close/>
                  <a:moveTo>
                    <a:pt x="3575494" y="0"/>
                  </a:moveTo>
                  <a:lnTo>
                    <a:pt x="3575494" y="683133"/>
                  </a:lnTo>
                  <a:lnTo>
                    <a:pt x="3447764" y="683133"/>
                  </a:lnTo>
                  <a:lnTo>
                    <a:pt x="3447764" y="400622"/>
                  </a:lnTo>
                  <a:lnTo>
                    <a:pt x="3174111" y="400622"/>
                  </a:lnTo>
                  <a:lnTo>
                    <a:pt x="3174111" y="683228"/>
                  </a:lnTo>
                  <a:lnTo>
                    <a:pt x="3048191" y="683228"/>
                  </a:lnTo>
                  <a:lnTo>
                    <a:pt x="3048191" y="0"/>
                  </a:lnTo>
                  <a:lnTo>
                    <a:pt x="3174111" y="0"/>
                  </a:lnTo>
                  <a:lnTo>
                    <a:pt x="3174111" y="286607"/>
                  </a:lnTo>
                  <a:lnTo>
                    <a:pt x="3447764" y="286607"/>
                  </a:lnTo>
                  <a:lnTo>
                    <a:pt x="3447764" y="0"/>
                  </a:lnTo>
                  <a:lnTo>
                    <a:pt x="35754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0" name="Google Shape;80;p47"/>
            <p:cNvSpPr/>
            <p:nvPr/>
          </p:nvSpPr>
          <p:spPr>
            <a:xfrm>
              <a:off x="8418776" y="5302158"/>
              <a:ext cx="3580066" cy="255953"/>
            </a:xfrm>
            <a:custGeom>
              <a:rect b="b" l="l" r="r" t="t"/>
              <a:pathLst>
                <a:path extrusionOk="0" h="255953" w="3580066">
                  <a:moveTo>
                    <a:pt x="146113" y="165847"/>
                  </a:moveTo>
                  <a:lnTo>
                    <a:pt x="146113" y="3065"/>
                  </a:lnTo>
                  <a:lnTo>
                    <a:pt x="184880" y="3065"/>
                  </a:lnTo>
                  <a:lnTo>
                    <a:pt x="184880" y="165847"/>
                  </a:lnTo>
                  <a:cubicBezTo>
                    <a:pt x="185452" y="214996"/>
                    <a:pt x="146113" y="255382"/>
                    <a:pt x="96964" y="255954"/>
                  </a:cubicBezTo>
                  <a:cubicBezTo>
                    <a:pt x="95536" y="255954"/>
                    <a:pt x="94107" y="255954"/>
                    <a:pt x="92583" y="255954"/>
                  </a:cubicBezTo>
                  <a:cubicBezTo>
                    <a:pt x="42672" y="255954"/>
                    <a:pt x="0" y="220521"/>
                    <a:pt x="0" y="165943"/>
                  </a:cubicBezTo>
                  <a:lnTo>
                    <a:pt x="0" y="3160"/>
                  </a:lnTo>
                  <a:lnTo>
                    <a:pt x="39148" y="3160"/>
                  </a:lnTo>
                  <a:lnTo>
                    <a:pt x="39148" y="165943"/>
                  </a:lnTo>
                  <a:cubicBezTo>
                    <a:pt x="39148" y="195470"/>
                    <a:pt x="63151" y="219473"/>
                    <a:pt x="92678" y="219473"/>
                  </a:cubicBezTo>
                  <a:cubicBezTo>
                    <a:pt x="122206" y="219473"/>
                    <a:pt x="146209" y="195470"/>
                    <a:pt x="146209" y="165943"/>
                  </a:cubicBezTo>
                  <a:lnTo>
                    <a:pt x="146113" y="165943"/>
                  </a:lnTo>
                  <a:close/>
                  <a:moveTo>
                    <a:pt x="434435" y="252239"/>
                  </a:moveTo>
                  <a:lnTo>
                    <a:pt x="398621" y="252239"/>
                  </a:lnTo>
                  <a:lnTo>
                    <a:pt x="291560" y="73931"/>
                  </a:lnTo>
                  <a:lnTo>
                    <a:pt x="291560" y="252239"/>
                  </a:lnTo>
                  <a:lnTo>
                    <a:pt x="253460" y="252239"/>
                  </a:lnTo>
                  <a:lnTo>
                    <a:pt x="253460" y="3065"/>
                  </a:lnTo>
                  <a:lnTo>
                    <a:pt x="290417" y="3065"/>
                  </a:lnTo>
                  <a:lnTo>
                    <a:pt x="396335" y="179944"/>
                  </a:lnTo>
                  <a:lnTo>
                    <a:pt x="396335" y="3065"/>
                  </a:lnTo>
                  <a:lnTo>
                    <a:pt x="434435" y="3065"/>
                  </a:lnTo>
                  <a:lnTo>
                    <a:pt x="434435" y="252239"/>
                  </a:lnTo>
                  <a:close/>
                  <a:moveTo>
                    <a:pt x="497014" y="3065"/>
                  </a:moveTo>
                  <a:lnTo>
                    <a:pt x="535114" y="3065"/>
                  </a:lnTo>
                  <a:lnTo>
                    <a:pt x="535114" y="252239"/>
                  </a:lnTo>
                  <a:lnTo>
                    <a:pt x="497014" y="252239"/>
                  </a:lnTo>
                  <a:lnTo>
                    <a:pt x="497014" y="3065"/>
                  </a:lnTo>
                  <a:close/>
                  <a:moveTo>
                    <a:pt x="622935" y="3065"/>
                  </a:moveTo>
                  <a:lnTo>
                    <a:pt x="676180" y="188231"/>
                  </a:lnTo>
                  <a:lnTo>
                    <a:pt x="729710" y="3065"/>
                  </a:lnTo>
                  <a:lnTo>
                    <a:pt x="769525" y="3065"/>
                  </a:lnTo>
                  <a:lnTo>
                    <a:pt x="694372" y="252239"/>
                  </a:lnTo>
                  <a:lnTo>
                    <a:pt x="658558" y="252239"/>
                  </a:lnTo>
                  <a:lnTo>
                    <a:pt x="583025" y="3065"/>
                  </a:lnTo>
                  <a:lnTo>
                    <a:pt x="623125" y="3065"/>
                  </a:lnTo>
                  <a:close/>
                  <a:moveTo>
                    <a:pt x="813911" y="3065"/>
                  </a:moveTo>
                  <a:lnTo>
                    <a:pt x="964025" y="3065"/>
                  </a:lnTo>
                  <a:lnTo>
                    <a:pt x="964025" y="38212"/>
                  </a:lnTo>
                  <a:lnTo>
                    <a:pt x="852297" y="38212"/>
                  </a:lnTo>
                  <a:lnTo>
                    <a:pt x="852297" y="111936"/>
                  </a:lnTo>
                  <a:lnTo>
                    <a:pt x="949928" y="111936"/>
                  </a:lnTo>
                  <a:lnTo>
                    <a:pt x="949928" y="146988"/>
                  </a:lnTo>
                  <a:lnTo>
                    <a:pt x="852297" y="146988"/>
                  </a:lnTo>
                  <a:lnTo>
                    <a:pt x="852297" y="216806"/>
                  </a:lnTo>
                  <a:lnTo>
                    <a:pt x="967645" y="216806"/>
                  </a:lnTo>
                  <a:lnTo>
                    <a:pt x="967645" y="251953"/>
                  </a:lnTo>
                  <a:lnTo>
                    <a:pt x="813911" y="251953"/>
                  </a:lnTo>
                  <a:lnTo>
                    <a:pt x="813911" y="3160"/>
                  </a:lnTo>
                  <a:close/>
                  <a:moveTo>
                    <a:pt x="1200436" y="252239"/>
                  </a:moveTo>
                  <a:lnTo>
                    <a:pt x="1153763" y="252239"/>
                  </a:lnTo>
                  <a:lnTo>
                    <a:pt x="1091565" y="160799"/>
                  </a:lnTo>
                  <a:lnTo>
                    <a:pt x="1064800" y="160799"/>
                  </a:lnTo>
                  <a:lnTo>
                    <a:pt x="1064800" y="252239"/>
                  </a:lnTo>
                  <a:lnTo>
                    <a:pt x="1026128" y="252239"/>
                  </a:lnTo>
                  <a:lnTo>
                    <a:pt x="1026128" y="3065"/>
                  </a:lnTo>
                  <a:lnTo>
                    <a:pt x="1123379" y="3065"/>
                  </a:lnTo>
                  <a:cubicBezTo>
                    <a:pt x="1176909" y="3065"/>
                    <a:pt x="1199483" y="42499"/>
                    <a:pt x="1199483" y="82218"/>
                  </a:cubicBezTo>
                  <a:cubicBezTo>
                    <a:pt x="1199483" y="118794"/>
                    <a:pt x="1181005" y="154227"/>
                    <a:pt x="1135094" y="159180"/>
                  </a:cubicBezTo>
                  <a:lnTo>
                    <a:pt x="1200245" y="252144"/>
                  </a:lnTo>
                  <a:close/>
                  <a:moveTo>
                    <a:pt x="1064895" y="38117"/>
                  </a:moveTo>
                  <a:lnTo>
                    <a:pt x="1064895" y="125271"/>
                  </a:lnTo>
                  <a:lnTo>
                    <a:pt x="1120616" y="125271"/>
                  </a:lnTo>
                  <a:cubicBezTo>
                    <a:pt x="1148524" y="125271"/>
                    <a:pt x="1159669" y="103173"/>
                    <a:pt x="1159669" y="81837"/>
                  </a:cubicBezTo>
                  <a:cubicBezTo>
                    <a:pt x="1159669" y="60501"/>
                    <a:pt x="1148810" y="38022"/>
                    <a:pt x="1121569" y="38022"/>
                  </a:cubicBezTo>
                  <a:lnTo>
                    <a:pt x="1064895" y="38022"/>
                  </a:lnTo>
                  <a:close/>
                  <a:moveTo>
                    <a:pt x="1290256" y="179849"/>
                  </a:moveTo>
                  <a:cubicBezTo>
                    <a:pt x="1291019" y="200137"/>
                    <a:pt x="1310164" y="220711"/>
                    <a:pt x="1339882" y="220711"/>
                  </a:cubicBezTo>
                  <a:cubicBezTo>
                    <a:pt x="1369600" y="220711"/>
                    <a:pt x="1384364" y="204805"/>
                    <a:pt x="1386935" y="186707"/>
                  </a:cubicBezTo>
                  <a:cubicBezTo>
                    <a:pt x="1388364" y="163561"/>
                    <a:pt x="1370648" y="151560"/>
                    <a:pt x="1347502" y="146131"/>
                  </a:cubicBezTo>
                  <a:lnTo>
                    <a:pt x="1315974" y="138225"/>
                  </a:lnTo>
                  <a:cubicBezTo>
                    <a:pt x="1262444" y="123747"/>
                    <a:pt x="1254062" y="93362"/>
                    <a:pt x="1254062" y="71550"/>
                  </a:cubicBezTo>
                  <a:cubicBezTo>
                    <a:pt x="1254062" y="28878"/>
                    <a:pt x="1292162" y="303"/>
                    <a:pt x="1336072" y="303"/>
                  </a:cubicBezTo>
                  <a:cubicBezTo>
                    <a:pt x="1379982" y="303"/>
                    <a:pt x="1417034" y="28878"/>
                    <a:pt x="1417034" y="74026"/>
                  </a:cubicBezTo>
                  <a:lnTo>
                    <a:pt x="1378934" y="74026"/>
                  </a:lnTo>
                  <a:cubicBezTo>
                    <a:pt x="1378934" y="51262"/>
                    <a:pt x="1361218" y="35926"/>
                    <a:pt x="1335500" y="35926"/>
                  </a:cubicBezTo>
                  <a:cubicBezTo>
                    <a:pt x="1312736" y="35926"/>
                    <a:pt x="1292447" y="49642"/>
                    <a:pt x="1292447" y="70312"/>
                  </a:cubicBezTo>
                  <a:cubicBezTo>
                    <a:pt x="1292447" y="79837"/>
                    <a:pt x="1296067" y="95267"/>
                    <a:pt x="1325785" y="102887"/>
                  </a:cubicBezTo>
                  <a:lnTo>
                    <a:pt x="1357598" y="111174"/>
                  </a:lnTo>
                  <a:cubicBezTo>
                    <a:pt x="1407890" y="124604"/>
                    <a:pt x="1428845" y="152798"/>
                    <a:pt x="1424940" y="188517"/>
                  </a:cubicBezTo>
                  <a:cubicBezTo>
                    <a:pt x="1421321" y="227569"/>
                    <a:pt x="1387697" y="255192"/>
                    <a:pt x="1339977" y="255192"/>
                  </a:cubicBezTo>
                  <a:cubicBezTo>
                    <a:pt x="1288256" y="255192"/>
                    <a:pt x="1252156" y="219759"/>
                    <a:pt x="1252156" y="179087"/>
                  </a:cubicBezTo>
                  <a:lnTo>
                    <a:pt x="1290256" y="179754"/>
                  </a:lnTo>
                  <a:close/>
                  <a:moveTo>
                    <a:pt x="1475041" y="2970"/>
                  </a:moveTo>
                  <a:lnTo>
                    <a:pt x="1513141" y="2970"/>
                  </a:lnTo>
                  <a:lnTo>
                    <a:pt x="1513141" y="252144"/>
                  </a:lnTo>
                  <a:lnTo>
                    <a:pt x="1475041" y="252144"/>
                  </a:lnTo>
                  <a:lnTo>
                    <a:pt x="1475041" y="2970"/>
                  </a:lnTo>
                  <a:close/>
                  <a:moveTo>
                    <a:pt x="1557147" y="2970"/>
                  </a:moveTo>
                  <a:lnTo>
                    <a:pt x="1742980" y="2970"/>
                  </a:lnTo>
                  <a:lnTo>
                    <a:pt x="1742980" y="38784"/>
                  </a:lnTo>
                  <a:lnTo>
                    <a:pt x="1669732" y="38784"/>
                  </a:lnTo>
                  <a:lnTo>
                    <a:pt x="1669732" y="252239"/>
                  </a:lnTo>
                  <a:lnTo>
                    <a:pt x="1630680" y="252239"/>
                  </a:lnTo>
                  <a:lnTo>
                    <a:pt x="1630680" y="38879"/>
                  </a:lnTo>
                  <a:lnTo>
                    <a:pt x="1557338" y="38879"/>
                  </a:lnTo>
                  <a:lnTo>
                    <a:pt x="1557338" y="2970"/>
                  </a:lnTo>
                  <a:close/>
                  <a:moveTo>
                    <a:pt x="1861375" y="252144"/>
                  </a:moveTo>
                  <a:lnTo>
                    <a:pt x="1861375" y="137939"/>
                  </a:lnTo>
                  <a:lnTo>
                    <a:pt x="1766221" y="3065"/>
                  </a:lnTo>
                  <a:lnTo>
                    <a:pt x="1812227" y="3065"/>
                  </a:lnTo>
                  <a:lnTo>
                    <a:pt x="1880997" y="102125"/>
                  </a:lnTo>
                  <a:lnTo>
                    <a:pt x="1950434" y="3065"/>
                  </a:lnTo>
                  <a:lnTo>
                    <a:pt x="1996440" y="3065"/>
                  </a:lnTo>
                  <a:lnTo>
                    <a:pt x="1900619" y="138320"/>
                  </a:lnTo>
                  <a:lnTo>
                    <a:pt x="1900619" y="252525"/>
                  </a:lnTo>
                  <a:lnTo>
                    <a:pt x="1861566" y="252144"/>
                  </a:lnTo>
                  <a:close/>
                  <a:moveTo>
                    <a:pt x="2238566" y="17"/>
                  </a:moveTo>
                  <a:cubicBezTo>
                    <a:pt x="2309146" y="-1126"/>
                    <a:pt x="2367248" y="55262"/>
                    <a:pt x="2368391" y="125842"/>
                  </a:cubicBezTo>
                  <a:cubicBezTo>
                    <a:pt x="2369534" y="196423"/>
                    <a:pt x="2313146" y="254525"/>
                    <a:pt x="2242566" y="255668"/>
                  </a:cubicBezTo>
                  <a:cubicBezTo>
                    <a:pt x="2171986" y="256811"/>
                    <a:pt x="2113883" y="200423"/>
                    <a:pt x="2112740" y="129843"/>
                  </a:cubicBezTo>
                  <a:cubicBezTo>
                    <a:pt x="2112740" y="129271"/>
                    <a:pt x="2112740" y="128605"/>
                    <a:pt x="2112740" y="128033"/>
                  </a:cubicBezTo>
                  <a:cubicBezTo>
                    <a:pt x="2111788" y="58310"/>
                    <a:pt x="2167604" y="970"/>
                    <a:pt x="2237327" y="17"/>
                  </a:cubicBezTo>
                  <a:cubicBezTo>
                    <a:pt x="2237708" y="17"/>
                    <a:pt x="2238184" y="17"/>
                    <a:pt x="2238566" y="17"/>
                  </a:cubicBezTo>
                  <a:close/>
                  <a:moveTo>
                    <a:pt x="2238566" y="218140"/>
                  </a:moveTo>
                  <a:cubicBezTo>
                    <a:pt x="2288381" y="219664"/>
                    <a:pt x="2330006" y="180516"/>
                    <a:pt x="2331530" y="130700"/>
                  </a:cubicBezTo>
                  <a:cubicBezTo>
                    <a:pt x="2333054" y="80884"/>
                    <a:pt x="2293906" y="39260"/>
                    <a:pt x="2244090" y="37736"/>
                  </a:cubicBezTo>
                  <a:cubicBezTo>
                    <a:pt x="2194274" y="36212"/>
                    <a:pt x="2152650" y="75360"/>
                    <a:pt x="2151126" y="125176"/>
                  </a:cubicBezTo>
                  <a:cubicBezTo>
                    <a:pt x="2151126" y="126128"/>
                    <a:pt x="2151126" y="127081"/>
                    <a:pt x="2151126" y="128128"/>
                  </a:cubicBezTo>
                  <a:cubicBezTo>
                    <a:pt x="2150078" y="176896"/>
                    <a:pt x="2188750" y="217187"/>
                    <a:pt x="2237423" y="218235"/>
                  </a:cubicBezTo>
                  <a:cubicBezTo>
                    <a:pt x="2237804" y="218235"/>
                    <a:pt x="2238184" y="218235"/>
                    <a:pt x="2238566" y="218235"/>
                  </a:cubicBezTo>
                  <a:lnTo>
                    <a:pt x="2238566" y="218235"/>
                  </a:lnTo>
                  <a:close/>
                  <a:moveTo>
                    <a:pt x="2413349" y="2970"/>
                  </a:moveTo>
                  <a:lnTo>
                    <a:pt x="2561558" y="2970"/>
                  </a:lnTo>
                  <a:lnTo>
                    <a:pt x="2561558" y="38117"/>
                  </a:lnTo>
                  <a:lnTo>
                    <a:pt x="2451640" y="38117"/>
                  </a:lnTo>
                  <a:lnTo>
                    <a:pt x="2451640" y="111841"/>
                  </a:lnTo>
                  <a:lnTo>
                    <a:pt x="2538413" y="111841"/>
                  </a:lnTo>
                  <a:lnTo>
                    <a:pt x="2538413" y="146893"/>
                  </a:lnTo>
                  <a:lnTo>
                    <a:pt x="2451640" y="146893"/>
                  </a:lnTo>
                  <a:lnTo>
                    <a:pt x="2451640" y="251572"/>
                  </a:lnTo>
                  <a:lnTo>
                    <a:pt x="2413540" y="251572"/>
                  </a:lnTo>
                  <a:lnTo>
                    <a:pt x="2413349" y="2970"/>
                  </a:lnTo>
                  <a:close/>
                  <a:moveTo>
                    <a:pt x="2842260" y="165752"/>
                  </a:moveTo>
                  <a:lnTo>
                    <a:pt x="2842260" y="2970"/>
                  </a:lnTo>
                  <a:lnTo>
                    <a:pt x="2881027" y="2970"/>
                  </a:lnTo>
                  <a:lnTo>
                    <a:pt x="2881027" y="165752"/>
                  </a:lnTo>
                  <a:cubicBezTo>
                    <a:pt x="2881598" y="214901"/>
                    <a:pt x="2842260" y="255287"/>
                    <a:pt x="2793111" y="255859"/>
                  </a:cubicBezTo>
                  <a:cubicBezTo>
                    <a:pt x="2791682" y="255859"/>
                    <a:pt x="2790254" y="255859"/>
                    <a:pt x="2788730" y="255859"/>
                  </a:cubicBezTo>
                  <a:cubicBezTo>
                    <a:pt x="2738819" y="255859"/>
                    <a:pt x="2696147" y="220426"/>
                    <a:pt x="2696147" y="165847"/>
                  </a:cubicBezTo>
                  <a:lnTo>
                    <a:pt x="2696147" y="3065"/>
                  </a:lnTo>
                  <a:lnTo>
                    <a:pt x="2735199" y="3065"/>
                  </a:lnTo>
                  <a:lnTo>
                    <a:pt x="2735199" y="165847"/>
                  </a:lnTo>
                  <a:cubicBezTo>
                    <a:pt x="2735199" y="195375"/>
                    <a:pt x="2759202" y="219378"/>
                    <a:pt x="2788730" y="219378"/>
                  </a:cubicBezTo>
                  <a:cubicBezTo>
                    <a:pt x="2818257" y="219378"/>
                    <a:pt x="2842260" y="195375"/>
                    <a:pt x="2842260" y="165847"/>
                  </a:cubicBezTo>
                  <a:close/>
                  <a:moveTo>
                    <a:pt x="2930461" y="2970"/>
                  </a:moveTo>
                  <a:lnTo>
                    <a:pt x="3116390" y="2970"/>
                  </a:lnTo>
                  <a:lnTo>
                    <a:pt x="3116390" y="38784"/>
                  </a:lnTo>
                  <a:lnTo>
                    <a:pt x="3043047" y="38784"/>
                  </a:lnTo>
                  <a:lnTo>
                    <a:pt x="3043047" y="252239"/>
                  </a:lnTo>
                  <a:lnTo>
                    <a:pt x="3003995" y="252239"/>
                  </a:lnTo>
                  <a:lnTo>
                    <a:pt x="3003995" y="38879"/>
                  </a:lnTo>
                  <a:lnTo>
                    <a:pt x="2930652" y="38879"/>
                  </a:lnTo>
                  <a:lnTo>
                    <a:pt x="2930652" y="2970"/>
                  </a:lnTo>
                  <a:close/>
                  <a:moveTo>
                    <a:pt x="3280315" y="190422"/>
                  </a:moveTo>
                  <a:lnTo>
                    <a:pt x="3179826" y="190422"/>
                  </a:lnTo>
                  <a:lnTo>
                    <a:pt x="3155919" y="252715"/>
                  </a:lnTo>
                  <a:lnTo>
                    <a:pt x="3115056" y="252715"/>
                  </a:lnTo>
                  <a:lnTo>
                    <a:pt x="3208782" y="3065"/>
                  </a:lnTo>
                  <a:lnTo>
                    <a:pt x="3250406" y="3065"/>
                  </a:lnTo>
                  <a:lnTo>
                    <a:pt x="3344418" y="252239"/>
                  </a:lnTo>
                  <a:lnTo>
                    <a:pt x="3303937" y="252239"/>
                  </a:lnTo>
                  <a:lnTo>
                    <a:pt x="3280220" y="190422"/>
                  </a:lnTo>
                  <a:close/>
                  <a:moveTo>
                    <a:pt x="3192780" y="156037"/>
                  </a:moveTo>
                  <a:lnTo>
                    <a:pt x="3267266" y="156037"/>
                  </a:lnTo>
                  <a:lnTo>
                    <a:pt x="3230023" y="51357"/>
                  </a:lnTo>
                  <a:lnTo>
                    <a:pt x="3192685" y="156037"/>
                  </a:lnTo>
                  <a:close/>
                  <a:moveTo>
                    <a:pt x="3580066" y="2970"/>
                  </a:moveTo>
                  <a:lnTo>
                    <a:pt x="3580066" y="252144"/>
                  </a:lnTo>
                  <a:lnTo>
                    <a:pt x="3541014" y="252144"/>
                  </a:lnTo>
                  <a:lnTo>
                    <a:pt x="3541014" y="145845"/>
                  </a:lnTo>
                  <a:lnTo>
                    <a:pt x="3428619" y="145845"/>
                  </a:lnTo>
                  <a:lnTo>
                    <a:pt x="3428619" y="252144"/>
                  </a:lnTo>
                  <a:lnTo>
                    <a:pt x="3390519" y="252144"/>
                  </a:lnTo>
                  <a:lnTo>
                    <a:pt x="3390519" y="2970"/>
                  </a:lnTo>
                  <a:lnTo>
                    <a:pt x="3428619" y="2970"/>
                  </a:lnTo>
                  <a:lnTo>
                    <a:pt x="3428619" y="110698"/>
                  </a:lnTo>
                  <a:lnTo>
                    <a:pt x="3541110" y="110698"/>
                  </a:lnTo>
                  <a:lnTo>
                    <a:pt x="3541110" y="2970"/>
                  </a:lnTo>
                  <a:lnTo>
                    <a:pt x="3580066" y="297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grpSp>
          <p:nvGrpSpPr>
            <p:cNvPr id="81" name="Google Shape;81;p47"/>
            <p:cNvGrpSpPr/>
            <p:nvPr/>
          </p:nvGrpSpPr>
          <p:grpSpPr>
            <a:xfrm>
              <a:off x="6455388" y="4102692"/>
              <a:ext cx="1601438" cy="1455705"/>
              <a:chOff x="3324225" y="2700241"/>
              <a:chExt cx="1601438" cy="1455705"/>
            </a:xfrm>
          </p:grpSpPr>
          <p:sp>
            <p:nvSpPr>
              <p:cNvPr id="82" name="Google Shape;82;p47"/>
              <p:cNvSpPr/>
              <p:nvPr/>
            </p:nvSpPr>
            <p:spPr>
              <a:xfrm>
                <a:off x="4540585" y="3230022"/>
                <a:ext cx="239250" cy="787908"/>
              </a:xfrm>
              <a:custGeom>
                <a:rect b="b" l="l" r="r" t="t"/>
                <a:pathLst>
                  <a:path extrusionOk="0" h="787908" w="239250">
                    <a:moveTo>
                      <a:pt x="14270" y="87440"/>
                    </a:moveTo>
                    <a:cubicBezTo>
                      <a:pt x="36273" y="66580"/>
                      <a:pt x="61895" y="37052"/>
                      <a:pt x="91994" y="12954"/>
                    </a:cubicBezTo>
                    <a:moveTo>
                      <a:pt x="239251" y="549307"/>
                    </a:moveTo>
                    <a:lnTo>
                      <a:pt x="239251" y="635603"/>
                    </a:lnTo>
                    <a:lnTo>
                      <a:pt x="85993" y="787908"/>
                    </a:lnTo>
                    <a:cubicBezTo>
                      <a:pt x="-131844" y="356330"/>
                      <a:pt x="118569" y="176879"/>
                      <a:pt x="239251" y="0"/>
                    </a:cubicBezTo>
                    <a:lnTo>
                      <a:pt x="239251" y="201263"/>
                    </a:lnTo>
                    <a:lnTo>
                      <a:pt x="210676" y="173927"/>
                    </a:lnTo>
                    <a:cubicBezTo>
                      <a:pt x="199817" y="163830"/>
                      <a:pt x="182767" y="164402"/>
                      <a:pt x="172576" y="175165"/>
                    </a:cubicBezTo>
                    <a:cubicBezTo>
                      <a:pt x="162098" y="185738"/>
                      <a:pt x="162098" y="202692"/>
                      <a:pt x="172576" y="213265"/>
                    </a:cubicBezTo>
                    <a:lnTo>
                      <a:pt x="239251" y="276511"/>
                    </a:lnTo>
                    <a:lnTo>
                      <a:pt x="239251" y="350234"/>
                    </a:lnTo>
                    <a:lnTo>
                      <a:pt x="101709" y="343757"/>
                    </a:lnTo>
                    <a:cubicBezTo>
                      <a:pt x="86660" y="342995"/>
                      <a:pt x="73897" y="354521"/>
                      <a:pt x="73134" y="369570"/>
                    </a:cubicBezTo>
                    <a:cubicBezTo>
                      <a:pt x="73134" y="369570"/>
                      <a:pt x="73134" y="369570"/>
                      <a:pt x="73134" y="369570"/>
                    </a:cubicBezTo>
                    <a:cubicBezTo>
                      <a:pt x="72087" y="384524"/>
                      <a:pt x="83136" y="397478"/>
                      <a:pt x="98090" y="398717"/>
                    </a:cubicBezTo>
                    <a:lnTo>
                      <a:pt x="239155" y="405289"/>
                    </a:lnTo>
                    <a:lnTo>
                      <a:pt x="239155" y="486728"/>
                    </a:lnTo>
                    <a:lnTo>
                      <a:pt x="89136" y="545973"/>
                    </a:lnTo>
                    <a:cubicBezTo>
                      <a:pt x="74468" y="551783"/>
                      <a:pt x="67324" y="568452"/>
                      <a:pt x="73230" y="583121"/>
                    </a:cubicBezTo>
                    <a:cubicBezTo>
                      <a:pt x="73230" y="583121"/>
                      <a:pt x="73230" y="583121"/>
                      <a:pt x="73230" y="583216"/>
                    </a:cubicBezTo>
                    <a:cubicBezTo>
                      <a:pt x="78468" y="598075"/>
                      <a:pt x="94756" y="605981"/>
                      <a:pt x="109615" y="600742"/>
                    </a:cubicBezTo>
                    <a:cubicBezTo>
                      <a:pt x="109615" y="600742"/>
                      <a:pt x="109615" y="600742"/>
                      <a:pt x="109615" y="600742"/>
                    </a:cubicBezTo>
                    <a:lnTo>
                      <a:pt x="238965" y="548831"/>
                    </a:lnTo>
                    <a:lnTo>
                      <a:pt x="239155" y="5492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83" name="Google Shape;83;p47"/>
              <p:cNvSpPr/>
              <p:nvPr/>
            </p:nvSpPr>
            <p:spPr>
              <a:xfrm>
                <a:off x="3324225" y="2700241"/>
                <a:ext cx="1601438" cy="1455705"/>
              </a:xfrm>
              <a:custGeom>
                <a:rect b="b" l="l" r="r" t="t"/>
                <a:pathLst>
                  <a:path extrusionOk="0" h="1455705" w="1601438">
                    <a:moveTo>
                      <a:pt x="1337977" y="82201"/>
                    </a:moveTo>
                    <a:lnTo>
                      <a:pt x="1377315" y="124206"/>
                    </a:lnTo>
                    <a:cubicBezTo>
                      <a:pt x="1383316" y="131159"/>
                      <a:pt x="1393793" y="131921"/>
                      <a:pt x="1400747" y="126016"/>
                    </a:cubicBezTo>
                    <a:cubicBezTo>
                      <a:pt x="1407414" y="119729"/>
                      <a:pt x="1407795" y="109252"/>
                      <a:pt x="1401509" y="102489"/>
                    </a:cubicBezTo>
                    <a:lnTo>
                      <a:pt x="1356836" y="54864"/>
                    </a:lnTo>
                    <a:cubicBezTo>
                      <a:pt x="1372076" y="34195"/>
                      <a:pt x="1390174" y="15716"/>
                      <a:pt x="1410557" y="0"/>
                    </a:cubicBezTo>
                    <a:lnTo>
                      <a:pt x="1601438" y="0"/>
                    </a:lnTo>
                    <a:lnTo>
                      <a:pt x="1601438" y="437864"/>
                    </a:lnTo>
                    <a:lnTo>
                      <a:pt x="1503331" y="437864"/>
                    </a:lnTo>
                    <a:cubicBezTo>
                      <a:pt x="1522381" y="377190"/>
                      <a:pt x="1516856" y="312134"/>
                      <a:pt x="1463802" y="233553"/>
                    </a:cubicBezTo>
                    <a:cubicBezTo>
                      <a:pt x="1609725" y="598361"/>
                      <a:pt x="853631" y="586835"/>
                      <a:pt x="1180910" y="1435703"/>
                    </a:cubicBezTo>
                    <a:lnTo>
                      <a:pt x="1163765" y="1455706"/>
                    </a:lnTo>
                    <a:lnTo>
                      <a:pt x="437769" y="1455706"/>
                    </a:lnTo>
                    <a:lnTo>
                      <a:pt x="146304" y="1165289"/>
                    </a:lnTo>
                    <a:lnTo>
                      <a:pt x="146304" y="437579"/>
                    </a:lnTo>
                    <a:lnTo>
                      <a:pt x="0" y="437579"/>
                    </a:lnTo>
                    <a:lnTo>
                      <a:pt x="0" y="95"/>
                    </a:lnTo>
                    <a:lnTo>
                      <a:pt x="727901" y="95"/>
                    </a:lnTo>
                    <a:lnTo>
                      <a:pt x="727901" y="437960"/>
                    </a:lnTo>
                    <a:lnTo>
                      <a:pt x="581882" y="437960"/>
                    </a:lnTo>
                    <a:lnTo>
                      <a:pt x="581882" y="1017937"/>
                    </a:lnTo>
                    <a:lnTo>
                      <a:pt x="1019747" y="1017937"/>
                    </a:lnTo>
                    <a:lnTo>
                      <a:pt x="1019747" y="437483"/>
                    </a:lnTo>
                    <a:lnTo>
                      <a:pt x="873728" y="437483"/>
                    </a:lnTo>
                    <a:lnTo>
                      <a:pt x="873728" y="95"/>
                    </a:lnTo>
                    <a:lnTo>
                      <a:pt x="1343025" y="95"/>
                    </a:lnTo>
                    <a:cubicBezTo>
                      <a:pt x="1189768" y="114300"/>
                      <a:pt x="1096232" y="410147"/>
                      <a:pt x="1230535" y="617411"/>
                    </a:cubicBezTo>
                    <a:cubicBezTo>
                      <a:pt x="1252538" y="596551"/>
                      <a:pt x="1278160" y="567023"/>
                      <a:pt x="1308259" y="542925"/>
                    </a:cubicBezTo>
                    <a:cubicBezTo>
                      <a:pt x="1294352" y="519684"/>
                      <a:pt x="1283589" y="494729"/>
                      <a:pt x="1276064" y="468725"/>
                    </a:cubicBezTo>
                    <a:lnTo>
                      <a:pt x="1433417" y="407765"/>
                    </a:lnTo>
                    <a:cubicBezTo>
                      <a:pt x="1442657" y="404336"/>
                      <a:pt x="1447324" y="394049"/>
                      <a:pt x="1443895" y="384810"/>
                    </a:cubicBezTo>
                    <a:cubicBezTo>
                      <a:pt x="1440466" y="375571"/>
                      <a:pt x="1430179" y="370904"/>
                      <a:pt x="1420939" y="374333"/>
                    </a:cubicBezTo>
                    <a:lnTo>
                      <a:pt x="1267778" y="433673"/>
                    </a:lnTo>
                    <a:cubicBezTo>
                      <a:pt x="1261110" y="396621"/>
                      <a:pt x="1259110" y="358807"/>
                      <a:pt x="1261967" y="321278"/>
                    </a:cubicBezTo>
                    <a:lnTo>
                      <a:pt x="1416082" y="316516"/>
                    </a:lnTo>
                    <a:cubicBezTo>
                      <a:pt x="1425797" y="316325"/>
                      <a:pt x="1433513" y="308420"/>
                      <a:pt x="1433417" y="298704"/>
                    </a:cubicBezTo>
                    <a:cubicBezTo>
                      <a:pt x="1433036" y="288989"/>
                      <a:pt x="1424940" y="281464"/>
                      <a:pt x="1415225" y="281750"/>
                    </a:cubicBezTo>
                    <a:lnTo>
                      <a:pt x="1265587" y="286322"/>
                    </a:lnTo>
                    <a:cubicBezTo>
                      <a:pt x="1270159" y="252698"/>
                      <a:pt x="1277874" y="219647"/>
                      <a:pt x="1288542" y="187452"/>
                    </a:cubicBezTo>
                    <a:lnTo>
                      <a:pt x="1394746" y="222314"/>
                    </a:lnTo>
                    <a:cubicBezTo>
                      <a:pt x="1403699" y="225552"/>
                      <a:pt x="1413510" y="220980"/>
                      <a:pt x="1416844" y="212122"/>
                    </a:cubicBezTo>
                    <a:cubicBezTo>
                      <a:pt x="1419797" y="203168"/>
                      <a:pt x="1414939" y="193453"/>
                      <a:pt x="1405985" y="190405"/>
                    </a:cubicBezTo>
                    <a:lnTo>
                      <a:pt x="1300258" y="155639"/>
                    </a:lnTo>
                    <a:cubicBezTo>
                      <a:pt x="1310640" y="130112"/>
                      <a:pt x="1323308" y="105537"/>
                      <a:pt x="1337977" y="82296"/>
                    </a:cubicBezTo>
                    <a:lnTo>
                      <a:pt x="1337977" y="8229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</p:grpSp>
      <p:sp>
        <p:nvSpPr>
          <p:cNvPr id="84" name="Google Shape;84;p47"/>
          <p:cNvSpPr txBox="1"/>
          <p:nvPr>
            <p:ph idx="1" type="body"/>
          </p:nvPr>
        </p:nvSpPr>
        <p:spPr>
          <a:xfrm>
            <a:off x="2132076" y="1627632"/>
            <a:ext cx="7927848" cy="4178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2pPr>
            <a:lvl3pPr indent="-3429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429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4pPr>
            <a:lvl5pPr indent="-3429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47"/>
          <p:cNvSpPr txBox="1"/>
          <p:nvPr>
            <p:ph idx="2" type="body"/>
          </p:nvPr>
        </p:nvSpPr>
        <p:spPr>
          <a:xfrm>
            <a:off x="365760" y="1095208"/>
            <a:ext cx="1095697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86" name="Google Shape;86;p47"/>
          <p:cNvGrpSpPr/>
          <p:nvPr/>
        </p:nvGrpSpPr>
        <p:grpSpPr>
          <a:xfrm>
            <a:off x="-3424512" y="-1"/>
            <a:ext cx="3208421" cy="6857999"/>
            <a:chOff x="-3424512" y="-1"/>
            <a:chExt cx="3208421" cy="6857999"/>
          </a:xfrm>
        </p:grpSpPr>
        <p:sp>
          <p:nvSpPr>
            <p:cNvPr id="87" name="Google Shape;87;p47"/>
            <p:cNvSpPr/>
            <p:nvPr/>
          </p:nvSpPr>
          <p:spPr>
            <a:xfrm>
              <a:off x="-3424512" y="-1"/>
              <a:ext cx="3208421" cy="685799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8" name="Google Shape;88;p47"/>
            <p:cNvSpPr txBox="1"/>
            <p:nvPr/>
          </p:nvSpPr>
          <p:spPr>
            <a:xfrm>
              <a:off x="-3267122" y="150741"/>
              <a:ext cx="2941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GB" sz="3200" u="none" cap="none" strike="noStrike">
                  <a:solidFill>
                    <a:schemeClr val="accen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Instruction 1: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47"/>
            <p:cNvSpPr txBox="1"/>
            <p:nvPr/>
          </p:nvSpPr>
          <p:spPr>
            <a:xfrm>
              <a:off x="-3267122" y="818147"/>
              <a:ext cx="294176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To underline keyword in title text box, highlight selected word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0" name="Google Shape;90;p4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143860" y="1824108"/>
              <a:ext cx="875152" cy="905001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91" name="Google Shape;91;p47"/>
            <p:cNvSpPr txBox="1"/>
            <p:nvPr/>
          </p:nvSpPr>
          <p:spPr>
            <a:xfrm>
              <a:off x="-3267122" y="2906262"/>
              <a:ext cx="2502568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2. Then go to 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‘Bold’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in the toolbar and then </a:t>
              </a:r>
              <a:b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‘underline’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after.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2" name="Google Shape;92;p47"/>
            <p:cNvPicPr preferRelativeResize="0"/>
            <p:nvPr/>
          </p:nvPicPr>
          <p:blipFill rotWithShape="1">
            <a:blip r:embed="rId3">
              <a:alphaModFix/>
            </a:blip>
            <a:srcRect b="-62788" l="0" r="0" t="-62788"/>
            <a:stretch/>
          </p:blipFill>
          <p:spPr>
            <a:xfrm>
              <a:off x="-3143862" y="4212225"/>
              <a:ext cx="1654280" cy="1614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" name="Google Shape;93;p47"/>
            <p:cNvSpPr/>
            <p:nvPr/>
          </p:nvSpPr>
          <p:spPr>
            <a:xfrm>
              <a:off x="-3095847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4" name="Google Shape;94;p47"/>
            <p:cNvSpPr/>
            <p:nvPr/>
          </p:nvSpPr>
          <p:spPr>
            <a:xfrm>
              <a:off x="-2236570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95" name="Google Shape;95;p47"/>
          <p:cNvSpPr txBox="1"/>
          <p:nvPr/>
        </p:nvSpPr>
        <p:spPr>
          <a:xfrm>
            <a:off x="274320" y="6375028"/>
            <a:ext cx="30289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A7A9A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UNIVERSITY OF UTAH HEALTH</a:t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96" name="Google Shape;96;p47"/>
          <p:cNvGrpSpPr/>
          <p:nvPr/>
        </p:nvGrpSpPr>
        <p:grpSpPr>
          <a:xfrm>
            <a:off x="-3424512" y="-1"/>
            <a:ext cx="3208421" cy="6857999"/>
            <a:chOff x="-3424512" y="-1"/>
            <a:chExt cx="3208421" cy="6857999"/>
          </a:xfrm>
        </p:grpSpPr>
        <p:sp>
          <p:nvSpPr>
            <p:cNvPr id="97" name="Google Shape;97;p47"/>
            <p:cNvSpPr/>
            <p:nvPr/>
          </p:nvSpPr>
          <p:spPr>
            <a:xfrm>
              <a:off x="-3424512" y="-1"/>
              <a:ext cx="3208421" cy="685799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8" name="Google Shape;98;p47"/>
            <p:cNvSpPr txBox="1"/>
            <p:nvPr/>
          </p:nvSpPr>
          <p:spPr>
            <a:xfrm>
              <a:off x="-3267122" y="150741"/>
              <a:ext cx="2941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GB" sz="3200" u="none" cap="none" strike="noStrike">
                  <a:solidFill>
                    <a:schemeClr val="accen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Instruction: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47"/>
            <p:cNvSpPr txBox="1"/>
            <p:nvPr/>
          </p:nvSpPr>
          <p:spPr>
            <a:xfrm>
              <a:off x="-3267122" y="818147"/>
              <a:ext cx="294176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To underline keyword in title text box, highlight selected word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0" name="Google Shape;100;p4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143860" y="1824108"/>
              <a:ext cx="875152" cy="905001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01" name="Google Shape;101;p47"/>
            <p:cNvSpPr txBox="1"/>
            <p:nvPr/>
          </p:nvSpPr>
          <p:spPr>
            <a:xfrm>
              <a:off x="-3267122" y="2906262"/>
              <a:ext cx="2502568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2. Then go to 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‘Bold’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in the toolbar and then </a:t>
              </a:r>
              <a:b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‘underline’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after.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2" name="Google Shape;102;p47"/>
            <p:cNvPicPr preferRelativeResize="0"/>
            <p:nvPr/>
          </p:nvPicPr>
          <p:blipFill rotWithShape="1">
            <a:blip r:embed="rId3">
              <a:alphaModFix/>
            </a:blip>
            <a:srcRect b="-62788" l="0" r="0" t="-62788"/>
            <a:stretch/>
          </p:blipFill>
          <p:spPr>
            <a:xfrm>
              <a:off x="-3143862" y="4212225"/>
              <a:ext cx="1654280" cy="1614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" name="Google Shape;103;p47"/>
            <p:cNvSpPr/>
            <p:nvPr/>
          </p:nvSpPr>
          <p:spPr>
            <a:xfrm>
              <a:off x="-3095847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" name="Google Shape;104;p47"/>
            <p:cNvSpPr/>
            <p:nvPr/>
          </p:nvSpPr>
          <p:spPr>
            <a:xfrm>
              <a:off x="-2236570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05" name="Google Shape;105;p47"/>
          <p:cNvSpPr txBox="1"/>
          <p:nvPr>
            <p:ph idx="3" type="body"/>
          </p:nvPr>
        </p:nvSpPr>
        <p:spPr>
          <a:xfrm>
            <a:off x="274320" y="5943600"/>
            <a:ext cx="10672763" cy="3304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indent="-342900" lvl="1" marL="9144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2a - White Title with Image Layout">
  <p:cSld name="Divider 2a - White Title with Image Layou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9"/>
          <p:cNvSpPr/>
          <p:nvPr>
            <p:ph idx="2" type="pic"/>
          </p:nvPr>
        </p:nvSpPr>
        <p:spPr>
          <a:xfrm>
            <a:off x="0" y="0"/>
            <a:ext cx="12192000" cy="53101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08" name="Google Shape;108;p49"/>
          <p:cNvSpPr txBox="1"/>
          <p:nvPr>
            <p:ph type="ctrTitle"/>
          </p:nvPr>
        </p:nvSpPr>
        <p:spPr>
          <a:xfrm>
            <a:off x="287363" y="198267"/>
            <a:ext cx="11617274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entury Gothic"/>
              <a:buNone/>
              <a:defRPr sz="4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49"/>
          <p:cNvSpPr txBox="1"/>
          <p:nvPr>
            <p:ph idx="1" type="body"/>
          </p:nvPr>
        </p:nvSpPr>
        <p:spPr>
          <a:xfrm>
            <a:off x="365760" y="5445320"/>
            <a:ext cx="6495074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2pPr>
            <a:lvl3pPr indent="-2286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4pPr>
            <a:lvl5pPr indent="-2286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49"/>
          <p:cNvSpPr txBox="1"/>
          <p:nvPr>
            <p:ph idx="3" type="body"/>
          </p:nvPr>
        </p:nvSpPr>
        <p:spPr>
          <a:xfrm>
            <a:off x="365760" y="5852160"/>
            <a:ext cx="6495074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b="0" sz="18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2pPr>
            <a:lvl3pPr indent="-2286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4pPr>
            <a:lvl5pPr indent="-2286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111" name="Google Shape;111;p49"/>
          <p:cNvGrpSpPr/>
          <p:nvPr/>
        </p:nvGrpSpPr>
        <p:grpSpPr>
          <a:xfrm>
            <a:off x="-3424512" y="-1"/>
            <a:ext cx="3208421" cy="6857999"/>
            <a:chOff x="-3424512" y="-1"/>
            <a:chExt cx="3208421" cy="6857999"/>
          </a:xfrm>
        </p:grpSpPr>
        <p:sp>
          <p:nvSpPr>
            <p:cNvPr id="112" name="Google Shape;112;p49"/>
            <p:cNvSpPr/>
            <p:nvPr/>
          </p:nvSpPr>
          <p:spPr>
            <a:xfrm>
              <a:off x="-3424512" y="-1"/>
              <a:ext cx="3208421" cy="685799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13" name="Google Shape;113;p49"/>
            <p:cNvSpPr txBox="1"/>
            <p:nvPr/>
          </p:nvSpPr>
          <p:spPr>
            <a:xfrm>
              <a:off x="-3267122" y="150741"/>
              <a:ext cx="2941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GB" sz="3200" u="none" cap="none" strike="noStrike">
                  <a:solidFill>
                    <a:schemeClr val="accen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Instruction 1: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49"/>
            <p:cNvSpPr txBox="1"/>
            <p:nvPr/>
          </p:nvSpPr>
          <p:spPr>
            <a:xfrm>
              <a:off x="-3267122" y="818147"/>
              <a:ext cx="294176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To underline keyword in title text box, highlight selected word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5" name="Google Shape;115;p4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143860" y="1824108"/>
              <a:ext cx="875152" cy="905001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16" name="Google Shape;116;p49"/>
            <p:cNvSpPr txBox="1"/>
            <p:nvPr/>
          </p:nvSpPr>
          <p:spPr>
            <a:xfrm>
              <a:off x="-3267122" y="2906262"/>
              <a:ext cx="2502568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2. Then go to 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‘Bold’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in the toolbar and then </a:t>
              </a:r>
              <a:b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‘underline’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after.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7" name="Google Shape;117;p49"/>
            <p:cNvPicPr preferRelativeResize="0"/>
            <p:nvPr/>
          </p:nvPicPr>
          <p:blipFill rotWithShape="1">
            <a:blip r:embed="rId3">
              <a:alphaModFix/>
            </a:blip>
            <a:srcRect b="-62788" l="0" r="0" t="-62788"/>
            <a:stretch/>
          </p:blipFill>
          <p:spPr>
            <a:xfrm>
              <a:off x="-3143862" y="4212225"/>
              <a:ext cx="1654280" cy="1614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" name="Google Shape;118;p49"/>
            <p:cNvSpPr/>
            <p:nvPr/>
          </p:nvSpPr>
          <p:spPr>
            <a:xfrm>
              <a:off x="-3095847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19" name="Google Shape;119;p49"/>
            <p:cNvSpPr/>
            <p:nvPr/>
          </p:nvSpPr>
          <p:spPr>
            <a:xfrm>
              <a:off x="-2236570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20" name="Google Shape;120;p49"/>
          <p:cNvSpPr txBox="1"/>
          <p:nvPr>
            <p:ph idx="10" type="dt"/>
          </p:nvPr>
        </p:nvSpPr>
        <p:spPr>
          <a:xfrm>
            <a:off x="365760" y="6310800"/>
            <a:ext cx="212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49"/>
          <p:cNvSpPr txBox="1"/>
          <p:nvPr>
            <p:ph idx="11" type="ftr"/>
          </p:nvPr>
        </p:nvSpPr>
        <p:spPr>
          <a:xfrm>
            <a:off x="2743200" y="6309397"/>
            <a:ext cx="417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22" name="Google Shape;122;p49"/>
          <p:cNvGrpSpPr/>
          <p:nvPr/>
        </p:nvGrpSpPr>
        <p:grpSpPr>
          <a:xfrm>
            <a:off x="-3424512" y="-1"/>
            <a:ext cx="3208421" cy="6857999"/>
            <a:chOff x="-3424512" y="-1"/>
            <a:chExt cx="3208421" cy="6857999"/>
          </a:xfrm>
        </p:grpSpPr>
        <p:sp>
          <p:nvSpPr>
            <p:cNvPr id="123" name="Google Shape;123;p49"/>
            <p:cNvSpPr/>
            <p:nvPr/>
          </p:nvSpPr>
          <p:spPr>
            <a:xfrm>
              <a:off x="-3424512" y="-1"/>
              <a:ext cx="3208421" cy="685799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24" name="Google Shape;124;p49"/>
            <p:cNvSpPr txBox="1"/>
            <p:nvPr/>
          </p:nvSpPr>
          <p:spPr>
            <a:xfrm>
              <a:off x="-3267122" y="150741"/>
              <a:ext cx="2941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GB" sz="3200" u="none" cap="none" strike="noStrike">
                  <a:solidFill>
                    <a:schemeClr val="accen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Instruction: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49"/>
            <p:cNvSpPr txBox="1"/>
            <p:nvPr/>
          </p:nvSpPr>
          <p:spPr>
            <a:xfrm>
              <a:off x="-3267122" y="818147"/>
              <a:ext cx="294176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To underline keyword in title text box, highlight selected word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6" name="Google Shape;126;p4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143860" y="1824108"/>
              <a:ext cx="875152" cy="905001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27" name="Google Shape;127;p49"/>
            <p:cNvSpPr txBox="1"/>
            <p:nvPr/>
          </p:nvSpPr>
          <p:spPr>
            <a:xfrm>
              <a:off x="-3267122" y="2906262"/>
              <a:ext cx="2502568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2. Then go to 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‘Bold’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in the toolbar and then </a:t>
              </a:r>
              <a:b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‘underline’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after.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8" name="Google Shape;128;p49"/>
            <p:cNvPicPr preferRelativeResize="0"/>
            <p:nvPr/>
          </p:nvPicPr>
          <p:blipFill rotWithShape="1">
            <a:blip r:embed="rId3">
              <a:alphaModFix/>
            </a:blip>
            <a:srcRect b="-62788" l="0" r="0" t="-62788"/>
            <a:stretch/>
          </p:blipFill>
          <p:spPr>
            <a:xfrm>
              <a:off x="-3143862" y="4212225"/>
              <a:ext cx="1654280" cy="1614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" name="Google Shape;129;p49"/>
            <p:cNvSpPr/>
            <p:nvPr/>
          </p:nvSpPr>
          <p:spPr>
            <a:xfrm>
              <a:off x="-3095847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0" name="Google Shape;130;p49"/>
            <p:cNvSpPr/>
            <p:nvPr/>
          </p:nvSpPr>
          <p:spPr>
            <a:xfrm>
              <a:off x="-2236570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131" name="Google Shape;131;p49"/>
          <p:cNvGrpSpPr/>
          <p:nvPr/>
        </p:nvGrpSpPr>
        <p:grpSpPr>
          <a:xfrm>
            <a:off x="9593261" y="5524500"/>
            <a:ext cx="2103439" cy="552361"/>
            <a:chOff x="6455388" y="4102692"/>
            <a:chExt cx="5543454" cy="1455705"/>
          </a:xfrm>
        </p:grpSpPr>
        <p:sp>
          <p:nvSpPr>
            <p:cNvPr id="132" name="Google Shape;132;p49"/>
            <p:cNvSpPr/>
            <p:nvPr/>
          </p:nvSpPr>
          <p:spPr>
            <a:xfrm>
              <a:off x="8423253" y="4383013"/>
              <a:ext cx="3575494" cy="683609"/>
            </a:xfrm>
            <a:custGeom>
              <a:rect b="b" l="l" r="r" t="t"/>
              <a:pathLst>
                <a:path extrusionOk="0" h="683609" w="3575494">
                  <a:moveTo>
                    <a:pt x="527495" y="0"/>
                  </a:moveTo>
                  <a:lnTo>
                    <a:pt x="527495" y="683133"/>
                  </a:lnTo>
                  <a:lnTo>
                    <a:pt x="399669" y="683133"/>
                  </a:lnTo>
                  <a:lnTo>
                    <a:pt x="399669" y="400622"/>
                  </a:lnTo>
                  <a:lnTo>
                    <a:pt x="125921" y="400622"/>
                  </a:lnTo>
                  <a:lnTo>
                    <a:pt x="125921" y="683228"/>
                  </a:lnTo>
                  <a:lnTo>
                    <a:pt x="0" y="683228"/>
                  </a:lnTo>
                  <a:lnTo>
                    <a:pt x="0" y="0"/>
                  </a:lnTo>
                  <a:lnTo>
                    <a:pt x="125921" y="0"/>
                  </a:lnTo>
                  <a:lnTo>
                    <a:pt x="125921" y="286607"/>
                  </a:lnTo>
                  <a:lnTo>
                    <a:pt x="399574" y="286607"/>
                  </a:lnTo>
                  <a:lnTo>
                    <a:pt x="399574" y="0"/>
                  </a:lnTo>
                  <a:lnTo>
                    <a:pt x="527495" y="0"/>
                  </a:lnTo>
                  <a:close/>
                  <a:moveTo>
                    <a:pt x="715994" y="0"/>
                  </a:moveTo>
                  <a:lnTo>
                    <a:pt x="1138809" y="0"/>
                  </a:lnTo>
                  <a:lnTo>
                    <a:pt x="1138809" y="113062"/>
                  </a:lnTo>
                  <a:lnTo>
                    <a:pt x="841915" y="113062"/>
                  </a:lnTo>
                  <a:lnTo>
                    <a:pt x="841915" y="290989"/>
                  </a:lnTo>
                  <a:lnTo>
                    <a:pt x="1101662" y="290989"/>
                  </a:lnTo>
                  <a:lnTo>
                    <a:pt x="1101662" y="403003"/>
                  </a:lnTo>
                  <a:lnTo>
                    <a:pt x="841915" y="403003"/>
                  </a:lnTo>
                  <a:lnTo>
                    <a:pt x="841915" y="570548"/>
                  </a:lnTo>
                  <a:lnTo>
                    <a:pt x="1148334" y="570548"/>
                  </a:lnTo>
                  <a:lnTo>
                    <a:pt x="1148334" y="683609"/>
                  </a:lnTo>
                  <a:lnTo>
                    <a:pt x="715994" y="683609"/>
                  </a:lnTo>
                  <a:lnTo>
                    <a:pt x="715994" y="0"/>
                  </a:lnTo>
                  <a:close/>
                  <a:moveTo>
                    <a:pt x="1686687" y="517589"/>
                  </a:moveTo>
                  <a:lnTo>
                    <a:pt x="1431893" y="517589"/>
                  </a:lnTo>
                  <a:lnTo>
                    <a:pt x="1369409" y="683228"/>
                  </a:lnTo>
                  <a:lnTo>
                    <a:pt x="1234535" y="683228"/>
                  </a:lnTo>
                  <a:lnTo>
                    <a:pt x="1490377" y="95"/>
                  </a:lnTo>
                  <a:lnTo>
                    <a:pt x="1627251" y="95"/>
                  </a:lnTo>
                  <a:lnTo>
                    <a:pt x="1883092" y="683228"/>
                  </a:lnTo>
                  <a:lnTo>
                    <a:pt x="1749171" y="683228"/>
                  </a:lnTo>
                  <a:lnTo>
                    <a:pt x="1686592" y="517589"/>
                  </a:lnTo>
                  <a:close/>
                  <a:moveTo>
                    <a:pt x="1474470" y="406527"/>
                  </a:moveTo>
                  <a:lnTo>
                    <a:pt x="1645063" y="406527"/>
                  </a:lnTo>
                  <a:lnTo>
                    <a:pt x="1558862" y="145733"/>
                  </a:lnTo>
                  <a:lnTo>
                    <a:pt x="1474565" y="406527"/>
                  </a:lnTo>
                  <a:close/>
                  <a:moveTo>
                    <a:pt x="1995392" y="0"/>
                  </a:moveTo>
                  <a:lnTo>
                    <a:pt x="2121980" y="0"/>
                  </a:lnTo>
                  <a:lnTo>
                    <a:pt x="2121980" y="570167"/>
                  </a:lnTo>
                  <a:lnTo>
                    <a:pt x="2385632" y="570167"/>
                  </a:lnTo>
                  <a:lnTo>
                    <a:pt x="2385632" y="683228"/>
                  </a:lnTo>
                  <a:lnTo>
                    <a:pt x="1995392" y="683228"/>
                  </a:lnTo>
                  <a:lnTo>
                    <a:pt x="1995392" y="0"/>
                  </a:lnTo>
                  <a:close/>
                  <a:moveTo>
                    <a:pt x="2395157" y="0"/>
                  </a:moveTo>
                  <a:lnTo>
                    <a:pt x="2907792" y="0"/>
                  </a:lnTo>
                  <a:lnTo>
                    <a:pt x="2907792" y="116014"/>
                  </a:lnTo>
                  <a:lnTo>
                    <a:pt x="2715863" y="116014"/>
                  </a:lnTo>
                  <a:lnTo>
                    <a:pt x="2715863" y="683228"/>
                  </a:lnTo>
                  <a:lnTo>
                    <a:pt x="2587942" y="683228"/>
                  </a:lnTo>
                  <a:lnTo>
                    <a:pt x="2587942" y="116014"/>
                  </a:lnTo>
                  <a:lnTo>
                    <a:pt x="2395061" y="116014"/>
                  </a:lnTo>
                  <a:lnTo>
                    <a:pt x="2395061" y="0"/>
                  </a:lnTo>
                  <a:close/>
                  <a:moveTo>
                    <a:pt x="3575494" y="0"/>
                  </a:moveTo>
                  <a:lnTo>
                    <a:pt x="3575494" y="683133"/>
                  </a:lnTo>
                  <a:lnTo>
                    <a:pt x="3447764" y="683133"/>
                  </a:lnTo>
                  <a:lnTo>
                    <a:pt x="3447764" y="400622"/>
                  </a:lnTo>
                  <a:lnTo>
                    <a:pt x="3174111" y="400622"/>
                  </a:lnTo>
                  <a:lnTo>
                    <a:pt x="3174111" y="683228"/>
                  </a:lnTo>
                  <a:lnTo>
                    <a:pt x="3048191" y="683228"/>
                  </a:lnTo>
                  <a:lnTo>
                    <a:pt x="3048191" y="0"/>
                  </a:lnTo>
                  <a:lnTo>
                    <a:pt x="3174111" y="0"/>
                  </a:lnTo>
                  <a:lnTo>
                    <a:pt x="3174111" y="286607"/>
                  </a:lnTo>
                  <a:lnTo>
                    <a:pt x="3447764" y="286607"/>
                  </a:lnTo>
                  <a:lnTo>
                    <a:pt x="3447764" y="0"/>
                  </a:lnTo>
                  <a:lnTo>
                    <a:pt x="35754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3" name="Google Shape;133;p49"/>
            <p:cNvSpPr/>
            <p:nvPr/>
          </p:nvSpPr>
          <p:spPr>
            <a:xfrm>
              <a:off x="8418776" y="5302158"/>
              <a:ext cx="3580066" cy="255953"/>
            </a:xfrm>
            <a:custGeom>
              <a:rect b="b" l="l" r="r" t="t"/>
              <a:pathLst>
                <a:path extrusionOk="0" h="255953" w="3580066">
                  <a:moveTo>
                    <a:pt x="146113" y="165847"/>
                  </a:moveTo>
                  <a:lnTo>
                    <a:pt x="146113" y="3065"/>
                  </a:lnTo>
                  <a:lnTo>
                    <a:pt x="184880" y="3065"/>
                  </a:lnTo>
                  <a:lnTo>
                    <a:pt x="184880" y="165847"/>
                  </a:lnTo>
                  <a:cubicBezTo>
                    <a:pt x="185452" y="214996"/>
                    <a:pt x="146113" y="255382"/>
                    <a:pt x="96964" y="255954"/>
                  </a:cubicBezTo>
                  <a:cubicBezTo>
                    <a:pt x="95536" y="255954"/>
                    <a:pt x="94107" y="255954"/>
                    <a:pt x="92583" y="255954"/>
                  </a:cubicBezTo>
                  <a:cubicBezTo>
                    <a:pt x="42672" y="255954"/>
                    <a:pt x="0" y="220521"/>
                    <a:pt x="0" y="165943"/>
                  </a:cubicBezTo>
                  <a:lnTo>
                    <a:pt x="0" y="3160"/>
                  </a:lnTo>
                  <a:lnTo>
                    <a:pt x="39148" y="3160"/>
                  </a:lnTo>
                  <a:lnTo>
                    <a:pt x="39148" y="165943"/>
                  </a:lnTo>
                  <a:cubicBezTo>
                    <a:pt x="39148" y="195470"/>
                    <a:pt x="63151" y="219473"/>
                    <a:pt x="92678" y="219473"/>
                  </a:cubicBezTo>
                  <a:cubicBezTo>
                    <a:pt x="122206" y="219473"/>
                    <a:pt x="146209" y="195470"/>
                    <a:pt x="146209" y="165943"/>
                  </a:cubicBezTo>
                  <a:lnTo>
                    <a:pt x="146113" y="165943"/>
                  </a:lnTo>
                  <a:close/>
                  <a:moveTo>
                    <a:pt x="434435" y="252239"/>
                  </a:moveTo>
                  <a:lnTo>
                    <a:pt x="398621" y="252239"/>
                  </a:lnTo>
                  <a:lnTo>
                    <a:pt x="291560" y="73931"/>
                  </a:lnTo>
                  <a:lnTo>
                    <a:pt x="291560" y="252239"/>
                  </a:lnTo>
                  <a:lnTo>
                    <a:pt x="253460" y="252239"/>
                  </a:lnTo>
                  <a:lnTo>
                    <a:pt x="253460" y="3065"/>
                  </a:lnTo>
                  <a:lnTo>
                    <a:pt x="290417" y="3065"/>
                  </a:lnTo>
                  <a:lnTo>
                    <a:pt x="396335" y="179944"/>
                  </a:lnTo>
                  <a:lnTo>
                    <a:pt x="396335" y="3065"/>
                  </a:lnTo>
                  <a:lnTo>
                    <a:pt x="434435" y="3065"/>
                  </a:lnTo>
                  <a:lnTo>
                    <a:pt x="434435" y="252239"/>
                  </a:lnTo>
                  <a:close/>
                  <a:moveTo>
                    <a:pt x="497014" y="3065"/>
                  </a:moveTo>
                  <a:lnTo>
                    <a:pt x="535114" y="3065"/>
                  </a:lnTo>
                  <a:lnTo>
                    <a:pt x="535114" y="252239"/>
                  </a:lnTo>
                  <a:lnTo>
                    <a:pt x="497014" y="252239"/>
                  </a:lnTo>
                  <a:lnTo>
                    <a:pt x="497014" y="3065"/>
                  </a:lnTo>
                  <a:close/>
                  <a:moveTo>
                    <a:pt x="622935" y="3065"/>
                  </a:moveTo>
                  <a:lnTo>
                    <a:pt x="676180" y="188231"/>
                  </a:lnTo>
                  <a:lnTo>
                    <a:pt x="729710" y="3065"/>
                  </a:lnTo>
                  <a:lnTo>
                    <a:pt x="769525" y="3065"/>
                  </a:lnTo>
                  <a:lnTo>
                    <a:pt x="694372" y="252239"/>
                  </a:lnTo>
                  <a:lnTo>
                    <a:pt x="658558" y="252239"/>
                  </a:lnTo>
                  <a:lnTo>
                    <a:pt x="583025" y="3065"/>
                  </a:lnTo>
                  <a:lnTo>
                    <a:pt x="623125" y="3065"/>
                  </a:lnTo>
                  <a:close/>
                  <a:moveTo>
                    <a:pt x="813911" y="3065"/>
                  </a:moveTo>
                  <a:lnTo>
                    <a:pt x="964025" y="3065"/>
                  </a:lnTo>
                  <a:lnTo>
                    <a:pt x="964025" y="38212"/>
                  </a:lnTo>
                  <a:lnTo>
                    <a:pt x="852297" y="38212"/>
                  </a:lnTo>
                  <a:lnTo>
                    <a:pt x="852297" y="111936"/>
                  </a:lnTo>
                  <a:lnTo>
                    <a:pt x="949928" y="111936"/>
                  </a:lnTo>
                  <a:lnTo>
                    <a:pt x="949928" y="146988"/>
                  </a:lnTo>
                  <a:lnTo>
                    <a:pt x="852297" y="146988"/>
                  </a:lnTo>
                  <a:lnTo>
                    <a:pt x="852297" y="216806"/>
                  </a:lnTo>
                  <a:lnTo>
                    <a:pt x="967645" y="216806"/>
                  </a:lnTo>
                  <a:lnTo>
                    <a:pt x="967645" y="251953"/>
                  </a:lnTo>
                  <a:lnTo>
                    <a:pt x="813911" y="251953"/>
                  </a:lnTo>
                  <a:lnTo>
                    <a:pt x="813911" y="3160"/>
                  </a:lnTo>
                  <a:close/>
                  <a:moveTo>
                    <a:pt x="1200436" y="252239"/>
                  </a:moveTo>
                  <a:lnTo>
                    <a:pt x="1153763" y="252239"/>
                  </a:lnTo>
                  <a:lnTo>
                    <a:pt x="1091565" y="160799"/>
                  </a:lnTo>
                  <a:lnTo>
                    <a:pt x="1064800" y="160799"/>
                  </a:lnTo>
                  <a:lnTo>
                    <a:pt x="1064800" y="252239"/>
                  </a:lnTo>
                  <a:lnTo>
                    <a:pt x="1026128" y="252239"/>
                  </a:lnTo>
                  <a:lnTo>
                    <a:pt x="1026128" y="3065"/>
                  </a:lnTo>
                  <a:lnTo>
                    <a:pt x="1123379" y="3065"/>
                  </a:lnTo>
                  <a:cubicBezTo>
                    <a:pt x="1176909" y="3065"/>
                    <a:pt x="1199483" y="42499"/>
                    <a:pt x="1199483" y="82218"/>
                  </a:cubicBezTo>
                  <a:cubicBezTo>
                    <a:pt x="1199483" y="118794"/>
                    <a:pt x="1181005" y="154227"/>
                    <a:pt x="1135094" y="159180"/>
                  </a:cubicBezTo>
                  <a:lnTo>
                    <a:pt x="1200245" y="252144"/>
                  </a:lnTo>
                  <a:close/>
                  <a:moveTo>
                    <a:pt x="1064895" y="38117"/>
                  </a:moveTo>
                  <a:lnTo>
                    <a:pt x="1064895" y="125271"/>
                  </a:lnTo>
                  <a:lnTo>
                    <a:pt x="1120616" y="125271"/>
                  </a:lnTo>
                  <a:cubicBezTo>
                    <a:pt x="1148524" y="125271"/>
                    <a:pt x="1159669" y="103173"/>
                    <a:pt x="1159669" y="81837"/>
                  </a:cubicBezTo>
                  <a:cubicBezTo>
                    <a:pt x="1159669" y="60501"/>
                    <a:pt x="1148810" y="38022"/>
                    <a:pt x="1121569" y="38022"/>
                  </a:cubicBezTo>
                  <a:lnTo>
                    <a:pt x="1064895" y="38022"/>
                  </a:lnTo>
                  <a:close/>
                  <a:moveTo>
                    <a:pt x="1290256" y="179849"/>
                  </a:moveTo>
                  <a:cubicBezTo>
                    <a:pt x="1291019" y="200137"/>
                    <a:pt x="1310164" y="220711"/>
                    <a:pt x="1339882" y="220711"/>
                  </a:cubicBezTo>
                  <a:cubicBezTo>
                    <a:pt x="1369600" y="220711"/>
                    <a:pt x="1384364" y="204805"/>
                    <a:pt x="1386935" y="186707"/>
                  </a:cubicBezTo>
                  <a:cubicBezTo>
                    <a:pt x="1388364" y="163561"/>
                    <a:pt x="1370648" y="151560"/>
                    <a:pt x="1347502" y="146131"/>
                  </a:cubicBezTo>
                  <a:lnTo>
                    <a:pt x="1315974" y="138225"/>
                  </a:lnTo>
                  <a:cubicBezTo>
                    <a:pt x="1262444" y="123747"/>
                    <a:pt x="1254062" y="93362"/>
                    <a:pt x="1254062" y="71550"/>
                  </a:cubicBezTo>
                  <a:cubicBezTo>
                    <a:pt x="1254062" y="28878"/>
                    <a:pt x="1292162" y="303"/>
                    <a:pt x="1336072" y="303"/>
                  </a:cubicBezTo>
                  <a:cubicBezTo>
                    <a:pt x="1379982" y="303"/>
                    <a:pt x="1417034" y="28878"/>
                    <a:pt x="1417034" y="74026"/>
                  </a:cubicBezTo>
                  <a:lnTo>
                    <a:pt x="1378934" y="74026"/>
                  </a:lnTo>
                  <a:cubicBezTo>
                    <a:pt x="1378934" y="51262"/>
                    <a:pt x="1361218" y="35926"/>
                    <a:pt x="1335500" y="35926"/>
                  </a:cubicBezTo>
                  <a:cubicBezTo>
                    <a:pt x="1312736" y="35926"/>
                    <a:pt x="1292447" y="49642"/>
                    <a:pt x="1292447" y="70312"/>
                  </a:cubicBezTo>
                  <a:cubicBezTo>
                    <a:pt x="1292447" y="79837"/>
                    <a:pt x="1296067" y="95267"/>
                    <a:pt x="1325785" y="102887"/>
                  </a:cubicBezTo>
                  <a:lnTo>
                    <a:pt x="1357598" y="111174"/>
                  </a:lnTo>
                  <a:cubicBezTo>
                    <a:pt x="1407890" y="124604"/>
                    <a:pt x="1428845" y="152798"/>
                    <a:pt x="1424940" y="188517"/>
                  </a:cubicBezTo>
                  <a:cubicBezTo>
                    <a:pt x="1421321" y="227569"/>
                    <a:pt x="1387697" y="255192"/>
                    <a:pt x="1339977" y="255192"/>
                  </a:cubicBezTo>
                  <a:cubicBezTo>
                    <a:pt x="1288256" y="255192"/>
                    <a:pt x="1252156" y="219759"/>
                    <a:pt x="1252156" y="179087"/>
                  </a:cubicBezTo>
                  <a:lnTo>
                    <a:pt x="1290256" y="179754"/>
                  </a:lnTo>
                  <a:close/>
                  <a:moveTo>
                    <a:pt x="1475041" y="2970"/>
                  </a:moveTo>
                  <a:lnTo>
                    <a:pt x="1513141" y="2970"/>
                  </a:lnTo>
                  <a:lnTo>
                    <a:pt x="1513141" y="252144"/>
                  </a:lnTo>
                  <a:lnTo>
                    <a:pt x="1475041" y="252144"/>
                  </a:lnTo>
                  <a:lnTo>
                    <a:pt x="1475041" y="2970"/>
                  </a:lnTo>
                  <a:close/>
                  <a:moveTo>
                    <a:pt x="1557147" y="2970"/>
                  </a:moveTo>
                  <a:lnTo>
                    <a:pt x="1742980" y="2970"/>
                  </a:lnTo>
                  <a:lnTo>
                    <a:pt x="1742980" y="38784"/>
                  </a:lnTo>
                  <a:lnTo>
                    <a:pt x="1669732" y="38784"/>
                  </a:lnTo>
                  <a:lnTo>
                    <a:pt x="1669732" y="252239"/>
                  </a:lnTo>
                  <a:lnTo>
                    <a:pt x="1630680" y="252239"/>
                  </a:lnTo>
                  <a:lnTo>
                    <a:pt x="1630680" y="38879"/>
                  </a:lnTo>
                  <a:lnTo>
                    <a:pt x="1557338" y="38879"/>
                  </a:lnTo>
                  <a:lnTo>
                    <a:pt x="1557338" y="2970"/>
                  </a:lnTo>
                  <a:close/>
                  <a:moveTo>
                    <a:pt x="1861375" y="252144"/>
                  </a:moveTo>
                  <a:lnTo>
                    <a:pt x="1861375" y="137939"/>
                  </a:lnTo>
                  <a:lnTo>
                    <a:pt x="1766221" y="3065"/>
                  </a:lnTo>
                  <a:lnTo>
                    <a:pt x="1812227" y="3065"/>
                  </a:lnTo>
                  <a:lnTo>
                    <a:pt x="1880997" y="102125"/>
                  </a:lnTo>
                  <a:lnTo>
                    <a:pt x="1950434" y="3065"/>
                  </a:lnTo>
                  <a:lnTo>
                    <a:pt x="1996440" y="3065"/>
                  </a:lnTo>
                  <a:lnTo>
                    <a:pt x="1900619" y="138320"/>
                  </a:lnTo>
                  <a:lnTo>
                    <a:pt x="1900619" y="252525"/>
                  </a:lnTo>
                  <a:lnTo>
                    <a:pt x="1861566" y="252144"/>
                  </a:lnTo>
                  <a:close/>
                  <a:moveTo>
                    <a:pt x="2238566" y="17"/>
                  </a:moveTo>
                  <a:cubicBezTo>
                    <a:pt x="2309146" y="-1126"/>
                    <a:pt x="2367248" y="55262"/>
                    <a:pt x="2368391" y="125842"/>
                  </a:cubicBezTo>
                  <a:cubicBezTo>
                    <a:pt x="2369534" y="196423"/>
                    <a:pt x="2313146" y="254525"/>
                    <a:pt x="2242566" y="255668"/>
                  </a:cubicBezTo>
                  <a:cubicBezTo>
                    <a:pt x="2171986" y="256811"/>
                    <a:pt x="2113883" y="200423"/>
                    <a:pt x="2112740" y="129843"/>
                  </a:cubicBezTo>
                  <a:cubicBezTo>
                    <a:pt x="2112740" y="129271"/>
                    <a:pt x="2112740" y="128605"/>
                    <a:pt x="2112740" y="128033"/>
                  </a:cubicBezTo>
                  <a:cubicBezTo>
                    <a:pt x="2111788" y="58310"/>
                    <a:pt x="2167604" y="970"/>
                    <a:pt x="2237327" y="17"/>
                  </a:cubicBezTo>
                  <a:cubicBezTo>
                    <a:pt x="2237708" y="17"/>
                    <a:pt x="2238184" y="17"/>
                    <a:pt x="2238566" y="17"/>
                  </a:cubicBezTo>
                  <a:close/>
                  <a:moveTo>
                    <a:pt x="2238566" y="218140"/>
                  </a:moveTo>
                  <a:cubicBezTo>
                    <a:pt x="2288381" y="219664"/>
                    <a:pt x="2330006" y="180516"/>
                    <a:pt x="2331530" y="130700"/>
                  </a:cubicBezTo>
                  <a:cubicBezTo>
                    <a:pt x="2333054" y="80884"/>
                    <a:pt x="2293906" y="39260"/>
                    <a:pt x="2244090" y="37736"/>
                  </a:cubicBezTo>
                  <a:cubicBezTo>
                    <a:pt x="2194274" y="36212"/>
                    <a:pt x="2152650" y="75360"/>
                    <a:pt x="2151126" y="125176"/>
                  </a:cubicBezTo>
                  <a:cubicBezTo>
                    <a:pt x="2151126" y="126128"/>
                    <a:pt x="2151126" y="127081"/>
                    <a:pt x="2151126" y="128128"/>
                  </a:cubicBezTo>
                  <a:cubicBezTo>
                    <a:pt x="2150078" y="176896"/>
                    <a:pt x="2188750" y="217187"/>
                    <a:pt x="2237423" y="218235"/>
                  </a:cubicBezTo>
                  <a:cubicBezTo>
                    <a:pt x="2237804" y="218235"/>
                    <a:pt x="2238184" y="218235"/>
                    <a:pt x="2238566" y="218235"/>
                  </a:cubicBezTo>
                  <a:lnTo>
                    <a:pt x="2238566" y="218235"/>
                  </a:lnTo>
                  <a:close/>
                  <a:moveTo>
                    <a:pt x="2413349" y="2970"/>
                  </a:moveTo>
                  <a:lnTo>
                    <a:pt x="2561558" y="2970"/>
                  </a:lnTo>
                  <a:lnTo>
                    <a:pt x="2561558" y="38117"/>
                  </a:lnTo>
                  <a:lnTo>
                    <a:pt x="2451640" y="38117"/>
                  </a:lnTo>
                  <a:lnTo>
                    <a:pt x="2451640" y="111841"/>
                  </a:lnTo>
                  <a:lnTo>
                    <a:pt x="2538413" y="111841"/>
                  </a:lnTo>
                  <a:lnTo>
                    <a:pt x="2538413" y="146893"/>
                  </a:lnTo>
                  <a:lnTo>
                    <a:pt x="2451640" y="146893"/>
                  </a:lnTo>
                  <a:lnTo>
                    <a:pt x="2451640" y="251572"/>
                  </a:lnTo>
                  <a:lnTo>
                    <a:pt x="2413540" y="251572"/>
                  </a:lnTo>
                  <a:lnTo>
                    <a:pt x="2413349" y="2970"/>
                  </a:lnTo>
                  <a:close/>
                  <a:moveTo>
                    <a:pt x="2842260" y="165752"/>
                  </a:moveTo>
                  <a:lnTo>
                    <a:pt x="2842260" y="2970"/>
                  </a:lnTo>
                  <a:lnTo>
                    <a:pt x="2881027" y="2970"/>
                  </a:lnTo>
                  <a:lnTo>
                    <a:pt x="2881027" y="165752"/>
                  </a:lnTo>
                  <a:cubicBezTo>
                    <a:pt x="2881598" y="214901"/>
                    <a:pt x="2842260" y="255287"/>
                    <a:pt x="2793111" y="255859"/>
                  </a:cubicBezTo>
                  <a:cubicBezTo>
                    <a:pt x="2791682" y="255859"/>
                    <a:pt x="2790254" y="255859"/>
                    <a:pt x="2788730" y="255859"/>
                  </a:cubicBezTo>
                  <a:cubicBezTo>
                    <a:pt x="2738819" y="255859"/>
                    <a:pt x="2696147" y="220426"/>
                    <a:pt x="2696147" y="165847"/>
                  </a:cubicBezTo>
                  <a:lnTo>
                    <a:pt x="2696147" y="3065"/>
                  </a:lnTo>
                  <a:lnTo>
                    <a:pt x="2735199" y="3065"/>
                  </a:lnTo>
                  <a:lnTo>
                    <a:pt x="2735199" y="165847"/>
                  </a:lnTo>
                  <a:cubicBezTo>
                    <a:pt x="2735199" y="195375"/>
                    <a:pt x="2759202" y="219378"/>
                    <a:pt x="2788730" y="219378"/>
                  </a:cubicBezTo>
                  <a:cubicBezTo>
                    <a:pt x="2818257" y="219378"/>
                    <a:pt x="2842260" y="195375"/>
                    <a:pt x="2842260" y="165847"/>
                  </a:cubicBezTo>
                  <a:close/>
                  <a:moveTo>
                    <a:pt x="2930461" y="2970"/>
                  </a:moveTo>
                  <a:lnTo>
                    <a:pt x="3116390" y="2970"/>
                  </a:lnTo>
                  <a:lnTo>
                    <a:pt x="3116390" y="38784"/>
                  </a:lnTo>
                  <a:lnTo>
                    <a:pt x="3043047" y="38784"/>
                  </a:lnTo>
                  <a:lnTo>
                    <a:pt x="3043047" y="252239"/>
                  </a:lnTo>
                  <a:lnTo>
                    <a:pt x="3003995" y="252239"/>
                  </a:lnTo>
                  <a:lnTo>
                    <a:pt x="3003995" y="38879"/>
                  </a:lnTo>
                  <a:lnTo>
                    <a:pt x="2930652" y="38879"/>
                  </a:lnTo>
                  <a:lnTo>
                    <a:pt x="2930652" y="2970"/>
                  </a:lnTo>
                  <a:close/>
                  <a:moveTo>
                    <a:pt x="3280315" y="190422"/>
                  </a:moveTo>
                  <a:lnTo>
                    <a:pt x="3179826" y="190422"/>
                  </a:lnTo>
                  <a:lnTo>
                    <a:pt x="3155919" y="252715"/>
                  </a:lnTo>
                  <a:lnTo>
                    <a:pt x="3115056" y="252715"/>
                  </a:lnTo>
                  <a:lnTo>
                    <a:pt x="3208782" y="3065"/>
                  </a:lnTo>
                  <a:lnTo>
                    <a:pt x="3250406" y="3065"/>
                  </a:lnTo>
                  <a:lnTo>
                    <a:pt x="3344418" y="252239"/>
                  </a:lnTo>
                  <a:lnTo>
                    <a:pt x="3303937" y="252239"/>
                  </a:lnTo>
                  <a:lnTo>
                    <a:pt x="3280220" y="190422"/>
                  </a:lnTo>
                  <a:close/>
                  <a:moveTo>
                    <a:pt x="3192780" y="156037"/>
                  </a:moveTo>
                  <a:lnTo>
                    <a:pt x="3267266" y="156037"/>
                  </a:lnTo>
                  <a:lnTo>
                    <a:pt x="3230023" y="51357"/>
                  </a:lnTo>
                  <a:lnTo>
                    <a:pt x="3192685" y="156037"/>
                  </a:lnTo>
                  <a:close/>
                  <a:moveTo>
                    <a:pt x="3580066" y="2970"/>
                  </a:moveTo>
                  <a:lnTo>
                    <a:pt x="3580066" y="252144"/>
                  </a:lnTo>
                  <a:lnTo>
                    <a:pt x="3541014" y="252144"/>
                  </a:lnTo>
                  <a:lnTo>
                    <a:pt x="3541014" y="145845"/>
                  </a:lnTo>
                  <a:lnTo>
                    <a:pt x="3428619" y="145845"/>
                  </a:lnTo>
                  <a:lnTo>
                    <a:pt x="3428619" y="252144"/>
                  </a:lnTo>
                  <a:lnTo>
                    <a:pt x="3390519" y="252144"/>
                  </a:lnTo>
                  <a:lnTo>
                    <a:pt x="3390519" y="2970"/>
                  </a:lnTo>
                  <a:lnTo>
                    <a:pt x="3428619" y="2970"/>
                  </a:lnTo>
                  <a:lnTo>
                    <a:pt x="3428619" y="110698"/>
                  </a:lnTo>
                  <a:lnTo>
                    <a:pt x="3541110" y="110698"/>
                  </a:lnTo>
                  <a:lnTo>
                    <a:pt x="3541110" y="2970"/>
                  </a:lnTo>
                  <a:lnTo>
                    <a:pt x="3580066" y="297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grpSp>
          <p:nvGrpSpPr>
            <p:cNvPr id="134" name="Google Shape;134;p49"/>
            <p:cNvGrpSpPr/>
            <p:nvPr/>
          </p:nvGrpSpPr>
          <p:grpSpPr>
            <a:xfrm>
              <a:off x="6455388" y="4102692"/>
              <a:ext cx="1601438" cy="1455705"/>
              <a:chOff x="3324225" y="2700241"/>
              <a:chExt cx="1601438" cy="1455705"/>
            </a:xfrm>
          </p:grpSpPr>
          <p:sp>
            <p:nvSpPr>
              <p:cNvPr id="135" name="Google Shape;135;p49"/>
              <p:cNvSpPr/>
              <p:nvPr/>
            </p:nvSpPr>
            <p:spPr>
              <a:xfrm>
                <a:off x="4540585" y="3230022"/>
                <a:ext cx="239250" cy="787908"/>
              </a:xfrm>
              <a:custGeom>
                <a:rect b="b" l="l" r="r" t="t"/>
                <a:pathLst>
                  <a:path extrusionOk="0" h="787908" w="239250">
                    <a:moveTo>
                      <a:pt x="14270" y="87440"/>
                    </a:moveTo>
                    <a:cubicBezTo>
                      <a:pt x="36273" y="66580"/>
                      <a:pt x="61895" y="37052"/>
                      <a:pt x="91994" y="12954"/>
                    </a:cubicBezTo>
                    <a:moveTo>
                      <a:pt x="239251" y="549307"/>
                    </a:moveTo>
                    <a:lnTo>
                      <a:pt x="239251" y="635603"/>
                    </a:lnTo>
                    <a:lnTo>
                      <a:pt x="85993" y="787908"/>
                    </a:lnTo>
                    <a:cubicBezTo>
                      <a:pt x="-131844" y="356330"/>
                      <a:pt x="118569" y="176879"/>
                      <a:pt x="239251" y="0"/>
                    </a:cubicBezTo>
                    <a:lnTo>
                      <a:pt x="239251" y="201263"/>
                    </a:lnTo>
                    <a:lnTo>
                      <a:pt x="210676" y="173927"/>
                    </a:lnTo>
                    <a:cubicBezTo>
                      <a:pt x="199817" y="163830"/>
                      <a:pt x="182767" y="164402"/>
                      <a:pt x="172576" y="175165"/>
                    </a:cubicBezTo>
                    <a:cubicBezTo>
                      <a:pt x="162098" y="185738"/>
                      <a:pt x="162098" y="202692"/>
                      <a:pt x="172576" y="213265"/>
                    </a:cubicBezTo>
                    <a:lnTo>
                      <a:pt x="239251" y="276511"/>
                    </a:lnTo>
                    <a:lnTo>
                      <a:pt x="239251" y="350234"/>
                    </a:lnTo>
                    <a:lnTo>
                      <a:pt x="101709" y="343757"/>
                    </a:lnTo>
                    <a:cubicBezTo>
                      <a:pt x="86660" y="342995"/>
                      <a:pt x="73897" y="354521"/>
                      <a:pt x="73134" y="369570"/>
                    </a:cubicBezTo>
                    <a:cubicBezTo>
                      <a:pt x="73134" y="369570"/>
                      <a:pt x="73134" y="369570"/>
                      <a:pt x="73134" y="369570"/>
                    </a:cubicBezTo>
                    <a:cubicBezTo>
                      <a:pt x="72087" y="384524"/>
                      <a:pt x="83136" y="397478"/>
                      <a:pt x="98090" y="398717"/>
                    </a:cubicBezTo>
                    <a:lnTo>
                      <a:pt x="239155" y="405289"/>
                    </a:lnTo>
                    <a:lnTo>
                      <a:pt x="239155" y="486728"/>
                    </a:lnTo>
                    <a:lnTo>
                      <a:pt x="89136" y="545973"/>
                    </a:lnTo>
                    <a:cubicBezTo>
                      <a:pt x="74468" y="551783"/>
                      <a:pt x="67324" y="568452"/>
                      <a:pt x="73230" y="583121"/>
                    </a:cubicBezTo>
                    <a:cubicBezTo>
                      <a:pt x="73230" y="583121"/>
                      <a:pt x="73230" y="583121"/>
                      <a:pt x="73230" y="583216"/>
                    </a:cubicBezTo>
                    <a:cubicBezTo>
                      <a:pt x="78468" y="598075"/>
                      <a:pt x="94756" y="605981"/>
                      <a:pt x="109615" y="600742"/>
                    </a:cubicBezTo>
                    <a:cubicBezTo>
                      <a:pt x="109615" y="600742"/>
                      <a:pt x="109615" y="600742"/>
                      <a:pt x="109615" y="600742"/>
                    </a:cubicBezTo>
                    <a:lnTo>
                      <a:pt x="238965" y="548831"/>
                    </a:lnTo>
                    <a:lnTo>
                      <a:pt x="239155" y="5492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136" name="Google Shape;136;p49"/>
              <p:cNvSpPr/>
              <p:nvPr/>
            </p:nvSpPr>
            <p:spPr>
              <a:xfrm>
                <a:off x="3324225" y="2700241"/>
                <a:ext cx="1601438" cy="1455705"/>
              </a:xfrm>
              <a:custGeom>
                <a:rect b="b" l="l" r="r" t="t"/>
                <a:pathLst>
                  <a:path extrusionOk="0" h="1455705" w="1601438">
                    <a:moveTo>
                      <a:pt x="1337977" y="82201"/>
                    </a:moveTo>
                    <a:lnTo>
                      <a:pt x="1377315" y="124206"/>
                    </a:lnTo>
                    <a:cubicBezTo>
                      <a:pt x="1383316" y="131159"/>
                      <a:pt x="1393793" y="131921"/>
                      <a:pt x="1400747" y="126016"/>
                    </a:cubicBezTo>
                    <a:cubicBezTo>
                      <a:pt x="1407414" y="119729"/>
                      <a:pt x="1407795" y="109252"/>
                      <a:pt x="1401509" y="102489"/>
                    </a:cubicBezTo>
                    <a:lnTo>
                      <a:pt x="1356836" y="54864"/>
                    </a:lnTo>
                    <a:cubicBezTo>
                      <a:pt x="1372076" y="34195"/>
                      <a:pt x="1390174" y="15716"/>
                      <a:pt x="1410557" y="0"/>
                    </a:cubicBezTo>
                    <a:lnTo>
                      <a:pt x="1601438" y="0"/>
                    </a:lnTo>
                    <a:lnTo>
                      <a:pt x="1601438" y="437864"/>
                    </a:lnTo>
                    <a:lnTo>
                      <a:pt x="1503331" y="437864"/>
                    </a:lnTo>
                    <a:cubicBezTo>
                      <a:pt x="1522381" y="377190"/>
                      <a:pt x="1516856" y="312134"/>
                      <a:pt x="1463802" y="233553"/>
                    </a:cubicBezTo>
                    <a:cubicBezTo>
                      <a:pt x="1609725" y="598361"/>
                      <a:pt x="853631" y="586835"/>
                      <a:pt x="1180910" y="1435703"/>
                    </a:cubicBezTo>
                    <a:lnTo>
                      <a:pt x="1163765" y="1455706"/>
                    </a:lnTo>
                    <a:lnTo>
                      <a:pt x="437769" y="1455706"/>
                    </a:lnTo>
                    <a:lnTo>
                      <a:pt x="146304" y="1165289"/>
                    </a:lnTo>
                    <a:lnTo>
                      <a:pt x="146304" y="437579"/>
                    </a:lnTo>
                    <a:lnTo>
                      <a:pt x="0" y="437579"/>
                    </a:lnTo>
                    <a:lnTo>
                      <a:pt x="0" y="95"/>
                    </a:lnTo>
                    <a:lnTo>
                      <a:pt x="727901" y="95"/>
                    </a:lnTo>
                    <a:lnTo>
                      <a:pt x="727901" y="437960"/>
                    </a:lnTo>
                    <a:lnTo>
                      <a:pt x="581882" y="437960"/>
                    </a:lnTo>
                    <a:lnTo>
                      <a:pt x="581882" y="1017937"/>
                    </a:lnTo>
                    <a:lnTo>
                      <a:pt x="1019747" y="1017937"/>
                    </a:lnTo>
                    <a:lnTo>
                      <a:pt x="1019747" y="437483"/>
                    </a:lnTo>
                    <a:lnTo>
                      <a:pt x="873728" y="437483"/>
                    </a:lnTo>
                    <a:lnTo>
                      <a:pt x="873728" y="95"/>
                    </a:lnTo>
                    <a:lnTo>
                      <a:pt x="1343025" y="95"/>
                    </a:lnTo>
                    <a:cubicBezTo>
                      <a:pt x="1189768" y="114300"/>
                      <a:pt x="1096232" y="410147"/>
                      <a:pt x="1230535" y="617411"/>
                    </a:cubicBezTo>
                    <a:cubicBezTo>
                      <a:pt x="1252538" y="596551"/>
                      <a:pt x="1278160" y="567023"/>
                      <a:pt x="1308259" y="542925"/>
                    </a:cubicBezTo>
                    <a:cubicBezTo>
                      <a:pt x="1294352" y="519684"/>
                      <a:pt x="1283589" y="494729"/>
                      <a:pt x="1276064" y="468725"/>
                    </a:cubicBezTo>
                    <a:lnTo>
                      <a:pt x="1433417" y="407765"/>
                    </a:lnTo>
                    <a:cubicBezTo>
                      <a:pt x="1442657" y="404336"/>
                      <a:pt x="1447324" y="394049"/>
                      <a:pt x="1443895" y="384810"/>
                    </a:cubicBezTo>
                    <a:cubicBezTo>
                      <a:pt x="1440466" y="375571"/>
                      <a:pt x="1430179" y="370904"/>
                      <a:pt x="1420939" y="374333"/>
                    </a:cubicBezTo>
                    <a:lnTo>
                      <a:pt x="1267778" y="433673"/>
                    </a:lnTo>
                    <a:cubicBezTo>
                      <a:pt x="1261110" y="396621"/>
                      <a:pt x="1259110" y="358807"/>
                      <a:pt x="1261967" y="321278"/>
                    </a:cubicBezTo>
                    <a:lnTo>
                      <a:pt x="1416082" y="316516"/>
                    </a:lnTo>
                    <a:cubicBezTo>
                      <a:pt x="1425797" y="316325"/>
                      <a:pt x="1433513" y="308420"/>
                      <a:pt x="1433417" y="298704"/>
                    </a:cubicBezTo>
                    <a:cubicBezTo>
                      <a:pt x="1433036" y="288989"/>
                      <a:pt x="1424940" y="281464"/>
                      <a:pt x="1415225" y="281750"/>
                    </a:cubicBezTo>
                    <a:lnTo>
                      <a:pt x="1265587" y="286322"/>
                    </a:lnTo>
                    <a:cubicBezTo>
                      <a:pt x="1270159" y="252698"/>
                      <a:pt x="1277874" y="219647"/>
                      <a:pt x="1288542" y="187452"/>
                    </a:cubicBezTo>
                    <a:lnTo>
                      <a:pt x="1394746" y="222314"/>
                    </a:lnTo>
                    <a:cubicBezTo>
                      <a:pt x="1403699" y="225552"/>
                      <a:pt x="1413510" y="220980"/>
                      <a:pt x="1416844" y="212122"/>
                    </a:cubicBezTo>
                    <a:cubicBezTo>
                      <a:pt x="1419797" y="203168"/>
                      <a:pt x="1414939" y="193453"/>
                      <a:pt x="1405985" y="190405"/>
                    </a:cubicBezTo>
                    <a:lnTo>
                      <a:pt x="1300258" y="155639"/>
                    </a:lnTo>
                    <a:cubicBezTo>
                      <a:pt x="1310640" y="130112"/>
                      <a:pt x="1323308" y="105537"/>
                      <a:pt x="1337977" y="82296"/>
                    </a:cubicBezTo>
                    <a:lnTo>
                      <a:pt x="1337977" y="8229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</p:grpSp>
      <p:sp>
        <p:nvSpPr>
          <p:cNvPr id="137" name="Google Shape;137;p49"/>
          <p:cNvSpPr txBox="1"/>
          <p:nvPr/>
        </p:nvSpPr>
        <p:spPr>
          <a:xfrm>
            <a:off x="8782050" y="6489397"/>
            <a:ext cx="30289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A7A9A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UNIVERSITY OF UTAH HEALTH</a:t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3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2b - White Title with Image Layout">
  <p:cSld name="Divider 2b - White Title with Image Layou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0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40" name="Google Shape;140;p50"/>
          <p:cNvSpPr txBox="1"/>
          <p:nvPr>
            <p:ph type="ctrTitle"/>
          </p:nvPr>
        </p:nvSpPr>
        <p:spPr>
          <a:xfrm>
            <a:off x="287363" y="198267"/>
            <a:ext cx="11617274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entury Gothic"/>
              <a:buNone/>
              <a:defRPr sz="4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50"/>
          <p:cNvSpPr txBox="1"/>
          <p:nvPr>
            <p:ph idx="1" type="body"/>
          </p:nvPr>
        </p:nvSpPr>
        <p:spPr>
          <a:xfrm>
            <a:off x="365760" y="5445320"/>
            <a:ext cx="6495074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2pPr>
            <a:lvl3pPr indent="-2286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4pPr>
            <a:lvl5pPr indent="-2286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2" name="Google Shape;142;p50"/>
          <p:cNvSpPr txBox="1"/>
          <p:nvPr>
            <p:ph idx="3" type="body"/>
          </p:nvPr>
        </p:nvSpPr>
        <p:spPr>
          <a:xfrm>
            <a:off x="365760" y="5852160"/>
            <a:ext cx="6495074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b="0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2pPr>
            <a:lvl3pPr indent="-2286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4pPr>
            <a:lvl5pPr indent="-2286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143" name="Google Shape;143;p50"/>
          <p:cNvGrpSpPr/>
          <p:nvPr/>
        </p:nvGrpSpPr>
        <p:grpSpPr>
          <a:xfrm>
            <a:off x="-3424512" y="-1"/>
            <a:ext cx="3208421" cy="6857999"/>
            <a:chOff x="-3424512" y="-1"/>
            <a:chExt cx="3208421" cy="6857999"/>
          </a:xfrm>
        </p:grpSpPr>
        <p:sp>
          <p:nvSpPr>
            <p:cNvPr id="144" name="Google Shape;144;p50"/>
            <p:cNvSpPr/>
            <p:nvPr/>
          </p:nvSpPr>
          <p:spPr>
            <a:xfrm>
              <a:off x="-3424512" y="-1"/>
              <a:ext cx="3208421" cy="685799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45" name="Google Shape;145;p50"/>
            <p:cNvSpPr txBox="1"/>
            <p:nvPr/>
          </p:nvSpPr>
          <p:spPr>
            <a:xfrm>
              <a:off x="-3267122" y="150741"/>
              <a:ext cx="2941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GB" sz="3200" u="none" cap="none" strike="noStrike">
                  <a:solidFill>
                    <a:schemeClr val="accen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Instruction 1: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50"/>
            <p:cNvSpPr txBox="1"/>
            <p:nvPr/>
          </p:nvSpPr>
          <p:spPr>
            <a:xfrm>
              <a:off x="-3267122" y="818147"/>
              <a:ext cx="294176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To underline keyword in title text box, highlight selected word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7" name="Google Shape;147;p5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143860" y="1824108"/>
              <a:ext cx="875152" cy="905001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48" name="Google Shape;148;p50"/>
            <p:cNvSpPr txBox="1"/>
            <p:nvPr/>
          </p:nvSpPr>
          <p:spPr>
            <a:xfrm>
              <a:off x="-3267122" y="2906262"/>
              <a:ext cx="2502568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2. Then go to 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‘Bold’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in the toolbar and then </a:t>
              </a:r>
              <a:b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‘underline’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after.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9" name="Google Shape;149;p50"/>
            <p:cNvPicPr preferRelativeResize="0"/>
            <p:nvPr/>
          </p:nvPicPr>
          <p:blipFill rotWithShape="1">
            <a:blip r:embed="rId3">
              <a:alphaModFix/>
            </a:blip>
            <a:srcRect b="-62788" l="0" r="0" t="-62788"/>
            <a:stretch/>
          </p:blipFill>
          <p:spPr>
            <a:xfrm>
              <a:off x="-3143862" y="4212225"/>
              <a:ext cx="1654280" cy="1614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" name="Google Shape;150;p50"/>
            <p:cNvSpPr/>
            <p:nvPr/>
          </p:nvSpPr>
          <p:spPr>
            <a:xfrm>
              <a:off x="-3095847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51" name="Google Shape;151;p50"/>
            <p:cNvSpPr/>
            <p:nvPr/>
          </p:nvSpPr>
          <p:spPr>
            <a:xfrm>
              <a:off x="-2236570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52" name="Google Shape;152;p50"/>
          <p:cNvSpPr txBox="1"/>
          <p:nvPr>
            <p:ph idx="10" type="dt"/>
          </p:nvPr>
        </p:nvSpPr>
        <p:spPr>
          <a:xfrm>
            <a:off x="365760" y="6310800"/>
            <a:ext cx="212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50"/>
          <p:cNvSpPr txBox="1"/>
          <p:nvPr>
            <p:ph idx="11" type="ftr"/>
          </p:nvPr>
        </p:nvSpPr>
        <p:spPr>
          <a:xfrm>
            <a:off x="2743200" y="6309397"/>
            <a:ext cx="417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54" name="Google Shape;154;p50"/>
          <p:cNvGrpSpPr/>
          <p:nvPr/>
        </p:nvGrpSpPr>
        <p:grpSpPr>
          <a:xfrm>
            <a:off x="-3424512" y="-1"/>
            <a:ext cx="3208421" cy="6857999"/>
            <a:chOff x="-3424512" y="-1"/>
            <a:chExt cx="3208421" cy="6857999"/>
          </a:xfrm>
        </p:grpSpPr>
        <p:sp>
          <p:nvSpPr>
            <p:cNvPr id="155" name="Google Shape;155;p50"/>
            <p:cNvSpPr/>
            <p:nvPr/>
          </p:nvSpPr>
          <p:spPr>
            <a:xfrm>
              <a:off x="-3424512" y="-1"/>
              <a:ext cx="3208421" cy="685799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56" name="Google Shape;156;p50"/>
            <p:cNvSpPr txBox="1"/>
            <p:nvPr/>
          </p:nvSpPr>
          <p:spPr>
            <a:xfrm>
              <a:off x="-3267122" y="150741"/>
              <a:ext cx="2941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GB" sz="3200" u="none" cap="none" strike="noStrike">
                  <a:solidFill>
                    <a:schemeClr val="accen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Instruction: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50"/>
            <p:cNvSpPr txBox="1"/>
            <p:nvPr/>
          </p:nvSpPr>
          <p:spPr>
            <a:xfrm>
              <a:off x="-3267122" y="818147"/>
              <a:ext cx="294176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To underline keyword in title text box, highlight selected word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8" name="Google Shape;158;p5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143860" y="1824108"/>
              <a:ext cx="875152" cy="905001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59" name="Google Shape;159;p50"/>
            <p:cNvSpPr txBox="1"/>
            <p:nvPr/>
          </p:nvSpPr>
          <p:spPr>
            <a:xfrm>
              <a:off x="-3267122" y="2906262"/>
              <a:ext cx="2502568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2. Then go to 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‘Bold’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in the toolbar and then </a:t>
              </a:r>
              <a:b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‘underline’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after.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0" name="Google Shape;160;p50"/>
            <p:cNvPicPr preferRelativeResize="0"/>
            <p:nvPr/>
          </p:nvPicPr>
          <p:blipFill rotWithShape="1">
            <a:blip r:embed="rId3">
              <a:alphaModFix/>
            </a:blip>
            <a:srcRect b="-62788" l="0" r="0" t="-62788"/>
            <a:stretch/>
          </p:blipFill>
          <p:spPr>
            <a:xfrm>
              <a:off x="-3143862" y="4212225"/>
              <a:ext cx="1654280" cy="1614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" name="Google Shape;161;p50"/>
            <p:cNvSpPr/>
            <p:nvPr/>
          </p:nvSpPr>
          <p:spPr>
            <a:xfrm>
              <a:off x="-3095847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2" name="Google Shape;162;p50"/>
            <p:cNvSpPr/>
            <p:nvPr/>
          </p:nvSpPr>
          <p:spPr>
            <a:xfrm>
              <a:off x="-2236570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163" name="Google Shape;163;p50"/>
          <p:cNvGrpSpPr/>
          <p:nvPr/>
        </p:nvGrpSpPr>
        <p:grpSpPr>
          <a:xfrm>
            <a:off x="9593261" y="5524500"/>
            <a:ext cx="2103439" cy="552361"/>
            <a:chOff x="6455388" y="4102692"/>
            <a:chExt cx="5543454" cy="1455705"/>
          </a:xfrm>
        </p:grpSpPr>
        <p:sp>
          <p:nvSpPr>
            <p:cNvPr id="164" name="Google Shape;164;p50"/>
            <p:cNvSpPr/>
            <p:nvPr/>
          </p:nvSpPr>
          <p:spPr>
            <a:xfrm>
              <a:off x="8423253" y="4383013"/>
              <a:ext cx="3575494" cy="683609"/>
            </a:xfrm>
            <a:custGeom>
              <a:rect b="b" l="l" r="r" t="t"/>
              <a:pathLst>
                <a:path extrusionOk="0" h="683609" w="3575494">
                  <a:moveTo>
                    <a:pt x="527495" y="0"/>
                  </a:moveTo>
                  <a:lnTo>
                    <a:pt x="527495" y="683133"/>
                  </a:lnTo>
                  <a:lnTo>
                    <a:pt x="399669" y="683133"/>
                  </a:lnTo>
                  <a:lnTo>
                    <a:pt x="399669" y="400622"/>
                  </a:lnTo>
                  <a:lnTo>
                    <a:pt x="125921" y="400622"/>
                  </a:lnTo>
                  <a:lnTo>
                    <a:pt x="125921" y="683228"/>
                  </a:lnTo>
                  <a:lnTo>
                    <a:pt x="0" y="683228"/>
                  </a:lnTo>
                  <a:lnTo>
                    <a:pt x="0" y="0"/>
                  </a:lnTo>
                  <a:lnTo>
                    <a:pt x="125921" y="0"/>
                  </a:lnTo>
                  <a:lnTo>
                    <a:pt x="125921" y="286607"/>
                  </a:lnTo>
                  <a:lnTo>
                    <a:pt x="399574" y="286607"/>
                  </a:lnTo>
                  <a:lnTo>
                    <a:pt x="399574" y="0"/>
                  </a:lnTo>
                  <a:lnTo>
                    <a:pt x="527495" y="0"/>
                  </a:lnTo>
                  <a:close/>
                  <a:moveTo>
                    <a:pt x="715994" y="0"/>
                  </a:moveTo>
                  <a:lnTo>
                    <a:pt x="1138809" y="0"/>
                  </a:lnTo>
                  <a:lnTo>
                    <a:pt x="1138809" y="113062"/>
                  </a:lnTo>
                  <a:lnTo>
                    <a:pt x="841915" y="113062"/>
                  </a:lnTo>
                  <a:lnTo>
                    <a:pt x="841915" y="290989"/>
                  </a:lnTo>
                  <a:lnTo>
                    <a:pt x="1101662" y="290989"/>
                  </a:lnTo>
                  <a:lnTo>
                    <a:pt x="1101662" y="403003"/>
                  </a:lnTo>
                  <a:lnTo>
                    <a:pt x="841915" y="403003"/>
                  </a:lnTo>
                  <a:lnTo>
                    <a:pt x="841915" y="570548"/>
                  </a:lnTo>
                  <a:lnTo>
                    <a:pt x="1148334" y="570548"/>
                  </a:lnTo>
                  <a:lnTo>
                    <a:pt x="1148334" y="683609"/>
                  </a:lnTo>
                  <a:lnTo>
                    <a:pt x="715994" y="683609"/>
                  </a:lnTo>
                  <a:lnTo>
                    <a:pt x="715994" y="0"/>
                  </a:lnTo>
                  <a:close/>
                  <a:moveTo>
                    <a:pt x="1686687" y="517589"/>
                  </a:moveTo>
                  <a:lnTo>
                    <a:pt x="1431893" y="517589"/>
                  </a:lnTo>
                  <a:lnTo>
                    <a:pt x="1369409" y="683228"/>
                  </a:lnTo>
                  <a:lnTo>
                    <a:pt x="1234535" y="683228"/>
                  </a:lnTo>
                  <a:lnTo>
                    <a:pt x="1490377" y="95"/>
                  </a:lnTo>
                  <a:lnTo>
                    <a:pt x="1627251" y="95"/>
                  </a:lnTo>
                  <a:lnTo>
                    <a:pt x="1883092" y="683228"/>
                  </a:lnTo>
                  <a:lnTo>
                    <a:pt x="1749171" y="683228"/>
                  </a:lnTo>
                  <a:lnTo>
                    <a:pt x="1686592" y="517589"/>
                  </a:lnTo>
                  <a:close/>
                  <a:moveTo>
                    <a:pt x="1474470" y="406527"/>
                  </a:moveTo>
                  <a:lnTo>
                    <a:pt x="1645063" y="406527"/>
                  </a:lnTo>
                  <a:lnTo>
                    <a:pt x="1558862" y="145733"/>
                  </a:lnTo>
                  <a:lnTo>
                    <a:pt x="1474565" y="406527"/>
                  </a:lnTo>
                  <a:close/>
                  <a:moveTo>
                    <a:pt x="1995392" y="0"/>
                  </a:moveTo>
                  <a:lnTo>
                    <a:pt x="2121980" y="0"/>
                  </a:lnTo>
                  <a:lnTo>
                    <a:pt x="2121980" y="570167"/>
                  </a:lnTo>
                  <a:lnTo>
                    <a:pt x="2385632" y="570167"/>
                  </a:lnTo>
                  <a:lnTo>
                    <a:pt x="2385632" y="683228"/>
                  </a:lnTo>
                  <a:lnTo>
                    <a:pt x="1995392" y="683228"/>
                  </a:lnTo>
                  <a:lnTo>
                    <a:pt x="1995392" y="0"/>
                  </a:lnTo>
                  <a:close/>
                  <a:moveTo>
                    <a:pt x="2395157" y="0"/>
                  </a:moveTo>
                  <a:lnTo>
                    <a:pt x="2907792" y="0"/>
                  </a:lnTo>
                  <a:lnTo>
                    <a:pt x="2907792" y="116014"/>
                  </a:lnTo>
                  <a:lnTo>
                    <a:pt x="2715863" y="116014"/>
                  </a:lnTo>
                  <a:lnTo>
                    <a:pt x="2715863" y="683228"/>
                  </a:lnTo>
                  <a:lnTo>
                    <a:pt x="2587942" y="683228"/>
                  </a:lnTo>
                  <a:lnTo>
                    <a:pt x="2587942" y="116014"/>
                  </a:lnTo>
                  <a:lnTo>
                    <a:pt x="2395061" y="116014"/>
                  </a:lnTo>
                  <a:lnTo>
                    <a:pt x="2395061" y="0"/>
                  </a:lnTo>
                  <a:close/>
                  <a:moveTo>
                    <a:pt x="3575494" y="0"/>
                  </a:moveTo>
                  <a:lnTo>
                    <a:pt x="3575494" y="683133"/>
                  </a:lnTo>
                  <a:lnTo>
                    <a:pt x="3447764" y="683133"/>
                  </a:lnTo>
                  <a:lnTo>
                    <a:pt x="3447764" y="400622"/>
                  </a:lnTo>
                  <a:lnTo>
                    <a:pt x="3174111" y="400622"/>
                  </a:lnTo>
                  <a:lnTo>
                    <a:pt x="3174111" y="683228"/>
                  </a:lnTo>
                  <a:lnTo>
                    <a:pt x="3048191" y="683228"/>
                  </a:lnTo>
                  <a:lnTo>
                    <a:pt x="3048191" y="0"/>
                  </a:lnTo>
                  <a:lnTo>
                    <a:pt x="3174111" y="0"/>
                  </a:lnTo>
                  <a:lnTo>
                    <a:pt x="3174111" y="286607"/>
                  </a:lnTo>
                  <a:lnTo>
                    <a:pt x="3447764" y="286607"/>
                  </a:lnTo>
                  <a:lnTo>
                    <a:pt x="3447764" y="0"/>
                  </a:lnTo>
                  <a:lnTo>
                    <a:pt x="357549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5" name="Google Shape;165;p50"/>
            <p:cNvSpPr/>
            <p:nvPr/>
          </p:nvSpPr>
          <p:spPr>
            <a:xfrm>
              <a:off x="8418776" y="5302158"/>
              <a:ext cx="3580066" cy="255953"/>
            </a:xfrm>
            <a:custGeom>
              <a:rect b="b" l="l" r="r" t="t"/>
              <a:pathLst>
                <a:path extrusionOk="0" h="255953" w="3580066">
                  <a:moveTo>
                    <a:pt x="146113" y="165847"/>
                  </a:moveTo>
                  <a:lnTo>
                    <a:pt x="146113" y="3065"/>
                  </a:lnTo>
                  <a:lnTo>
                    <a:pt x="184880" y="3065"/>
                  </a:lnTo>
                  <a:lnTo>
                    <a:pt x="184880" y="165847"/>
                  </a:lnTo>
                  <a:cubicBezTo>
                    <a:pt x="185452" y="214996"/>
                    <a:pt x="146113" y="255382"/>
                    <a:pt x="96964" y="255954"/>
                  </a:cubicBezTo>
                  <a:cubicBezTo>
                    <a:pt x="95536" y="255954"/>
                    <a:pt x="94107" y="255954"/>
                    <a:pt x="92583" y="255954"/>
                  </a:cubicBezTo>
                  <a:cubicBezTo>
                    <a:pt x="42672" y="255954"/>
                    <a:pt x="0" y="220521"/>
                    <a:pt x="0" y="165943"/>
                  </a:cubicBezTo>
                  <a:lnTo>
                    <a:pt x="0" y="3160"/>
                  </a:lnTo>
                  <a:lnTo>
                    <a:pt x="39148" y="3160"/>
                  </a:lnTo>
                  <a:lnTo>
                    <a:pt x="39148" y="165943"/>
                  </a:lnTo>
                  <a:cubicBezTo>
                    <a:pt x="39148" y="195470"/>
                    <a:pt x="63151" y="219473"/>
                    <a:pt x="92678" y="219473"/>
                  </a:cubicBezTo>
                  <a:cubicBezTo>
                    <a:pt x="122206" y="219473"/>
                    <a:pt x="146209" y="195470"/>
                    <a:pt x="146209" y="165943"/>
                  </a:cubicBezTo>
                  <a:lnTo>
                    <a:pt x="146113" y="165943"/>
                  </a:lnTo>
                  <a:close/>
                  <a:moveTo>
                    <a:pt x="434435" y="252239"/>
                  </a:moveTo>
                  <a:lnTo>
                    <a:pt x="398621" y="252239"/>
                  </a:lnTo>
                  <a:lnTo>
                    <a:pt x="291560" y="73931"/>
                  </a:lnTo>
                  <a:lnTo>
                    <a:pt x="291560" y="252239"/>
                  </a:lnTo>
                  <a:lnTo>
                    <a:pt x="253460" y="252239"/>
                  </a:lnTo>
                  <a:lnTo>
                    <a:pt x="253460" y="3065"/>
                  </a:lnTo>
                  <a:lnTo>
                    <a:pt x="290417" y="3065"/>
                  </a:lnTo>
                  <a:lnTo>
                    <a:pt x="396335" y="179944"/>
                  </a:lnTo>
                  <a:lnTo>
                    <a:pt x="396335" y="3065"/>
                  </a:lnTo>
                  <a:lnTo>
                    <a:pt x="434435" y="3065"/>
                  </a:lnTo>
                  <a:lnTo>
                    <a:pt x="434435" y="252239"/>
                  </a:lnTo>
                  <a:close/>
                  <a:moveTo>
                    <a:pt x="497014" y="3065"/>
                  </a:moveTo>
                  <a:lnTo>
                    <a:pt x="535114" y="3065"/>
                  </a:lnTo>
                  <a:lnTo>
                    <a:pt x="535114" y="252239"/>
                  </a:lnTo>
                  <a:lnTo>
                    <a:pt x="497014" y="252239"/>
                  </a:lnTo>
                  <a:lnTo>
                    <a:pt x="497014" y="3065"/>
                  </a:lnTo>
                  <a:close/>
                  <a:moveTo>
                    <a:pt x="622935" y="3065"/>
                  </a:moveTo>
                  <a:lnTo>
                    <a:pt x="676180" y="188231"/>
                  </a:lnTo>
                  <a:lnTo>
                    <a:pt x="729710" y="3065"/>
                  </a:lnTo>
                  <a:lnTo>
                    <a:pt x="769525" y="3065"/>
                  </a:lnTo>
                  <a:lnTo>
                    <a:pt x="694372" y="252239"/>
                  </a:lnTo>
                  <a:lnTo>
                    <a:pt x="658558" y="252239"/>
                  </a:lnTo>
                  <a:lnTo>
                    <a:pt x="583025" y="3065"/>
                  </a:lnTo>
                  <a:lnTo>
                    <a:pt x="623125" y="3065"/>
                  </a:lnTo>
                  <a:close/>
                  <a:moveTo>
                    <a:pt x="813911" y="3065"/>
                  </a:moveTo>
                  <a:lnTo>
                    <a:pt x="964025" y="3065"/>
                  </a:lnTo>
                  <a:lnTo>
                    <a:pt x="964025" y="38212"/>
                  </a:lnTo>
                  <a:lnTo>
                    <a:pt x="852297" y="38212"/>
                  </a:lnTo>
                  <a:lnTo>
                    <a:pt x="852297" y="111936"/>
                  </a:lnTo>
                  <a:lnTo>
                    <a:pt x="949928" y="111936"/>
                  </a:lnTo>
                  <a:lnTo>
                    <a:pt x="949928" y="146988"/>
                  </a:lnTo>
                  <a:lnTo>
                    <a:pt x="852297" y="146988"/>
                  </a:lnTo>
                  <a:lnTo>
                    <a:pt x="852297" y="216806"/>
                  </a:lnTo>
                  <a:lnTo>
                    <a:pt x="967645" y="216806"/>
                  </a:lnTo>
                  <a:lnTo>
                    <a:pt x="967645" y="251953"/>
                  </a:lnTo>
                  <a:lnTo>
                    <a:pt x="813911" y="251953"/>
                  </a:lnTo>
                  <a:lnTo>
                    <a:pt x="813911" y="3160"/>
                  </a:lnTo>
                  <a:close/>
                  <a:moveTo>
                    <a:pt x="1200436" y="252239"/>
                  </a:moveTo>
                  <a:lnTo>
                    <a:pt x="1153763" y="252239"/>
                  </a:lnTo>
                  <a:lnTo>
                    <a:pt x="1091565" y="160799"/>
                  </a:lnTo>
                  <a:lnTo>
                    <a:pt x="1064800" y="160799"/>
                  </a:lnTo>
                  <a:lnTo>
                    <a:pt x="1064800" y="252239"/>
                  </a:lnTo>
                  <a:lnTo>
                    <a:pt x="1026128" y="252239"/>
                  </a:lnTo>
                  <a:lnTo>
                    <a:pt x="1026128" y="3065"/>
                  </a:lnTo>
                  <a:lnTo>
                    <a:pt x="1123379" y="3065"/>
                  </a:lnTo>
                  <a:cubicBezTo>
                    <a:pt x="1176909" y="3065"/>
                    <a:pt x="1199483" y="42499"/>
                    <a:pt x="1199483" y="82218"/>
                  </a:cubicBezTo>
                  <a:cubicBezTo>
                    <a:pt x="1199483" y="118794"/>
                    <a:pt x="1181005" y="154227"/>
                    <a:pt x="1135094" y="159180"/>
                  </a:cubicBezTo>
                  <a:lnTo>
                    <a:pt x="1200245" y="252144"/>
                  </a:lnTo>
                  <a:close/>
                  <a:moveTo>
                    <a:pt x="1064895" y="38117"/>
                  </a:moveTo>
                  <a:lnTo>
                    <a:pt x="1064895" y="125271"/>
                  </a:lnTo>
                  <a:lnTo>
                    <a:pt x="1120616" y="125271"/>
                  </a:lnTo>
                  <a:cubicBezTo>
                    <a:pt x="1148524" y="125271"/>
                    <a:pt x="1159669" y="103173"/>
                    <a:pt x="1159669" y="81837"/>
                  </a:cubicBezTo>
                  <a:cubicBezTo>
                    <a:pt x="1159669" y="60501"/>
                    <a:pt x="1148810" y="38022"/>
                    <a:pt x="1121569" y="38022"/>
                  </a:cubicBezTo>
                  <a:lnTo>
                    <a:pt x="1064895" y="38022"/>
                  </a:lnTo>
                  <a:close/>
                  <a:moveTo>
                    <a:pt x="1290256" y="179849"/>
                  </a:moveTo>
                  <a:cubicBezTo>
                    <a:pt x="1291019" y="200137"/>
                    <a:pt x="1310164" y="220711"/>
                    <a:pt x="1339882" y="220711"/>
                  </a:cubicBezTo>
                  <a:cubicBezTo>
                    <a:pt x="1369600" y="220711"/>
                    <a:pt x="1384364" y="204805"/>
                    <a:pt x="1386935" y="186707"/>
                  </a:cubicBezTo>
                  <a:cubicBezTo>
                    <a:pt x="1388364" y="163561"/>
                    <a:pt x="1370648" y="151560"/>
                    <a:pt x="1347502" y="146131"/>
                  </a:cubicBezTo>
                  <a:lnTo>
                    <a:pt x="1315974" y="138225"/>
                  </a:lnTo>
                  <a:cubicBezTo>
                    <a:pt x="1262444" y="123747"/>
                    <a:pt x="1254062" y="93362"/>
                    <a:pt x="1254062" y="71550"/>
                  </a:cubicBezTo>
                  <a:cubicBezTo>
                    <a:pt x="1254062" y="28878"/>
                    <a:pt x="1292162" y="303"/>
                    <a:pt x="1336072" y="303"/>
                  </a:cubicBezTo>
                  <a:cubicBezTo>
                    <a:pt x="1379982" y="303"/>
                    <a:pt x="1417034" y="28878"/>
                    <a:pt x="1417034" y="74026"/>
                  </a:cubicBezTo>
                  <a:lnTo>
                    <a:pt x="1378934" y="74026"/>
                  </a:lnTo>
                  <a:cubicBezTo>
                    <a:pt x="1378934" y="51262"/>
                    <a:pt x="1361218" y="35926"/>
                    <a:pt x="1335500" y="35926"/>
                  </a:cubicBezTo>
                  <a:cubicBezTo>
                    <a:pt x="1312736" y="35926"/>
                    <a:pt x="1292447" y="49642"/>
                    <a:pt x="1292447" y="70312"/>
                  </a:cubicBezTo>
                  <a:cubicBezTo>
                    <a:pt x="1292447" y="79837"/>
                    <a:pt x="1296067" y="95267"/>
                    <a:pt x="1325785" y="102887"/>
                  </a:cubicBezTo>
                  <a:lnTo>
                    <a:pt x="1357598" y="111174"/>
                  </a:lnTo>
                  <a:cubicBezTo>
                    <a:pt x="1407890" y="124604"/>
                    <a:pt x="1428845" y="152798"/>
                    <a:pt x="1424940" y="188517"/>
                  </a:cubicBezTo>
                  <a:cubicBezTo>
                    <a:pt x="1421321" y="227569"/>
                    <a:pt x="1387697" y="255192"/>
                    <a:pt x="1339977" y="255192"/>
                  </a:cubicBezTo>
                  <a:cubicBezTo>
                    <a:pt x="1288256" y="255192"/>
                    <a:pt x="1252156" y="219759"/>
                    <a:pt x="1252156" y="179087"/>
                  </a:cubicBezTo>
                  <a:lnTo>
                    <a:pt x="1290256" y="179754"/>
                  </a:lnTo>
                  <a:close/>
                  <a:moveTo>
                    <a:pt x="1475041" y="2970"/>
                  </a:moveTo>
                  <a:lnTo>
                    <a:pt x="1513141" y="2970"/>
                  </a:lnTo>
                  <a:lnTo>
                    <a:pt x="1513141" y="252144"/>
                  </a:lnTo>
                  <a:lnTo>
                    <a:pt x="1475041" y="252144"/>
                  </a:lnTo>
                  <a:lnTo>
                    <a:pt x="1475041" y="2970"/>
                  </a:lnTo>
                  <a:close/>
                  <a:moveTo>
                    <a:pt x="1557147" y="2970"/>
                  </a:moveTo>
                  <a:lnTo>
                    <a:pt x="1742980" y="2970"/>
                  </a:lnTo>
                  <a:lnTo>
                    <a:pt x="1742980" y="38784"/>
                  </a:lnTo>
                  <a:lnTo>
                    <a:pt x="1669732" y="38784"/>
                  </a:lnTo>
                  <a:lnTo>
                    <a:pt x="1669732" y="252239"/>
                  </a:lnTo>
                  <a:lnTo>
                    <a:pt x="1630680" y="252239"/>
                  </a:lnTo>
                  <a:lnTo>
                    <a:pt x="1630680" y="38879"/>
                  </a:lnTo>
                  <a:lnTo>
                    <a:pt x="1557338" y="38879"/>
                  </a:lnTo>
                  <a:lnTo>
                    <a:pt x="1557338" y="2970"/>
                  </a:lnTo>
                  <a:close/>
                  <a:moveTo>
                    <a:pt x="1861375" y="252144"/>
                  </a:moveTo>
                  <a:lnTo>
                    <a:pt x="1861375" y="137939"/>
                  </a:lnTo>
                  <a:lnTo>
                    <a:pt x="1766221" y="3065"/>
                  </a:lnTo>
                  <a:lnTo>
                    <a:pt x="1812227" y="3065"/>
                  </a:lnTo>
                  <a:lnTo>
                    <a:pt x="1880997" y="102125"/>
                  </a:lnTo>
                  <a:lnTo>
                    <a:pt x="1950434" y="3065"/>
                  </a:lnTo>
                  <a:lnTo>
                    <a:pt x="1996440" y="3065"/>
                  </a:lnTo>
                  <a:lnTo>
                    <a:pt x="1900619" y="138320"/>
                  </a:lnTo>
                  <a:lnTo>
                    <a:pt x="1900619" y="252525"/>
                  </a:lnTo>
                  <a:lnTo>
                    <a:pt x="1861566" y="252144"/>
                  </a:lnTo>
                  <a:close/>
                  <a:moveTo>
                    <a:pt x="2238566" y="17"/>
                  </a:moveTo>
                  <a:cubicBezTo>
                    <a:pt x="2309146" y="-1126"/>
                    <a:pt x="2367248" y="55262"/>
                    <a:pt x="2368391" y="125842"/>
                  </a:cubicBezTo>
                  <a:cubicBezTo>
                    <a:pt x="2369534" y="196423"/>
                    <a:pt x="2313146" y="254525"/>
                    <a:pt x="2242566" y="255668"/>
                  </a:cubicBezTo>
                  <a:cubicBezTo>
                    <a:pt x="2171986" y="256811"/>
                    <a:pt x="2113883" y="200423"/>
                    <a:pt x="2112740" y="129843"/>
                  </a:cubicBezTo>
                  <a:cubicBezTo>
                    <a:pt x="2112740" y="129271"/>
                    <a:pt x="2112740" y="128605"/>
                    <a:pt x="2112740" y="128033"/>
                  </a:cubicBezTo>
                  <a:cubicBezTo>
                    <a:pt x="2111788" y="58310"/>
                    <a:pt x="2167604" y="970"/>
                    <a:pt x="2237327" y="17"/>
                  </a:cubicBezTo>
                  <a:cubicBezTo>
                    <a:pt x="2237708" y="17"/>
                    <a:pt x="2238184" y="17"/>
                    <a:pt x="2238566" y="17"/>
                  </a:cubicBezTo>
                  <a:close/>
                  <a:moveTo>
                    <a:pt x="2238566" y="218140"/>
                  </a:moveTo>
                  <a:cubicBezTo>
                    <a:pt x="2288381" y="219664"/>
                    <a:pt x="2330006" y="180516"/>
                    <a:pt x="2331530" y="130700"/>
                  </a:cubicBezTo>
                  <a:cubicBezTo>
                    <a:pt x="2333054" y="80884"/>
                    <a:pt x="2293906" y="39260"/>
                    <a:pt x="2244090" y="37736"/>
                  </a:cubicBezTo>
                  <a:cubicBezTo>
                    <a:pt x="2194274" y="36212"/>
                    <a:pt x="2152650" y="75360"/>
                    <a:pt x="2151126" y="125176"/>
                  </a:cubicBezTo>
                  <a:cubicBezTo>
                    <a:pt x="2151126" y="126128"/>
                    <a:pt x="2151126" y="127081"/>
                    <a:pt x="2151126" y="128128"/>
                  </a:cubicBezTo>
                  <a:cubicBezTo>
                    <a:pt x="2150078" y="176896"/>
                    <a:pt x="2188750" y="217187"/>
                    <a:pt x="2237423" y="218235"/>
                  </a:cubicBezTo>
                  <a:cubicBezTo>
                    <a:pt x="2237804" y="218235"/>
                    <a:pt x="2238184" y="218235"/>
                    <a:pt x="2238566" y="218235"/>
                  </a:cubicBezTo>
                  <a:lnTo>
                    <a:pt x="2238566" y="218235"/>
                  </a:lnTo>
                  <a:close/>
                  <a:moveTo>
                    <a:pt x="2413349" y="2970"/>
                  </a:moveTo>
                  <a:lnTo>
                    <a:pt x="2561558" y="2970"/>
                  </a:lnTo>
                  <a:lnTo>
                    <a:pt x="2561558" y="38117"/>
                  </a:lnTo>
                  <a:lnTo>
                    <a:pt x="2451640" y="38117"/>
                  </a:lnTo>
                  <a:lnTo>
                    <a:pt x="2451640" y="111841"/>
                  </a:lnTo>
                  <a:lnTo>
                    <a:pt x="2538413" y="111841"/>
                  </a:lnTo>
                  <a:lnTo>
                    <a:pt x="2538413" y="146893"/>
                  </a:lnTo>
                  <a:lnTo>
                    <a:pt x="2451640" y="146893"/>
                  </a:lnTo>
                  <a:lnTo>
                    <a:pt x="2451640" y="251572"/>
                  </a:lnTo>
                  <a:lnTo>
                    <a:pt x="2413540" y="251572"/>
                  </a:lnTo>
                  <a:lnTo>
                    <a:pt x="2413349" y="2970"/>
                  </a:lnTo>
                  <a:close/>
                  <a:moveTo>
                    <a:pt x="2842260" y="165752"/>
                  </a:moveTo>
                  <a:lnTo>
                    <a:pt x="2842260" y="2970"/>
                  </a:lnTo>
                  <a:lnTo>
                    <a:pt x="2881027" y="2970"/>
                  </a:lnTo>
                  <a:lnTo>
                    <a:pt x="2881027" y="165752"/>
                  </a:lnTo>
                  <a:cubicBezTo>
                    <a:pt x="2881598" y="214901"/>
                    <a:pt x="2842260" y="255287"/>
                    <a:pt x="2793111" y="255859"/>
                  </a:cubicBezTo>
                  <a:cubicBezTo>
                    <a:pt x="2791682" y="255859"/>
                    <a:pt x="2790254" y="255859"/>
                    <a:pt x="2788730" y="255859"/>
                  </a:cubicBezTo>
                  <a:cubicBezTo>
                    <a:pt x="2738819" y="255859"/>
                    <a:pt x="2696147" y="220426"/>
                    <a:pt x="2696147" y="165847"/>
                  </a:cubicBezTo>
                  <a:lnTo>
                    <a:pt x="2696147" y="3065"/>
                  </a:lnTo>
                  <a:lnTo>
                    <a:pt x="2735199" y="3065"/>
                  </a:lnTo>
                  <a:lnTo>
                    <a:pt x="2735199" y="165847"/>
                  </a:lnTo>
                  <a:cubicBezTo>
                    <a:pt x="2735199" y="195375"/>
                    <a:pt x="2759202" y="219378"/>
                    <a:pt x="2788730" y="219378"/>
                  </a:cubicBezTo>
                  <a:cubicBezTo>
                    <a:pt x="2818257" y="219378"/>
                    <a:pt x="2842260" y="195375"/>
                    <a:pt x="2842260" y="165847"/>
                  </a:cubicBezTo>
                  <a:close/>
                  <a:moveTo>
                    <a:pt x="2930461" y="2970"/>
                  </a:moveTo>
                  <a:lnTo>
                    <a:pt x="3116390" y="2970"/>
                  </a:lnTo>
                  <a:lnTo>
                    <a:pt x="3116390" y="38784"/>
                  </a:lnTo>
                  <a:lnTo>
                    <a:pt x="3043047" y="38784"/>
                  </a:lnTo>
                  <a:lnTo>
                    <a:pt x="3043047" y="252239"/>
                  </a:lnTo>
                  <a:lnTo>
                    <a:pt x="3003995" y="252239"/>
                  </a:lnTo>
                  <a:lnTo>
                    <a:pt x="3003995" y="38879"/>
                  </a:lnTo>
                  <a:lnTo>
                    <a:pt x="2930652" y="38879"/>
                  </a:lnTo>
                  <a:lnTo>
                    <a:pt x="2930652" y="2970"/>
                  </a:lnTo>
                  <a:close/>
                  <a:moveTo>
                    <a:pt x="3280315" y="190422"/>
                  </a:moveTo>
                  <a:lnTo>
                    <a:pt x="3179826" y="190422"/>
                  </a:lnTo>
                  <a:lnTo>
                    <a:pt x="3155919" y="252715"/>
                  </a:lnTo>
                  <a:lnTo>
                    <a:pt x="3115056" y="252715"/>
                  </a:lnTo>
                  <a:lnTo>
                    <a:pt x="3208782" y="3065"/>
                  </a:lnTo>
                  <a:lnTo>
                    <a:pt x="3250406" y="3065"/>
                  </a:lnTo>
                  <a:lnTo>
                    <a:pt x="3344418" y="252239"/>
                  </a:lnTo>
                  <a:lnTo>
                    <a:pt x="3303937" y="252239"/>
                  </a:lnTo>
                  <a:lnTo>
                    <a:pt x="3280220" y="190422"/>
                  </a:lnTo>
                  <a:close/>
                  <a:moveTo>
                    <a:pt x="3192780" y="156037"/>
                  </a:moveTo>
                  <a:lnTo>
                    <a:pt x="3267266" y="156037"/>
                  </a:lnTo>
                  <a:lnTo>
                    <a:pt x="3230023" y="51357"/>
                  </a:lnTo>
                  <a:lnTo>
                    <a:pt x="3192685" y="156037"/>
                  </a:lnTo>
                  <a:close/>
                  <a:moveTo>
                    <a:pt x="3580066" y="2970"/>
                  </a:moveTo>
                  <a:lnTo>
                    <a:pt x="3580066" y="252144"/>
                  </a:lnTo>
                  <a:lnTo>
                    <a:pt x="3541014" y="252144"/>
                  </a:lnTo>
                  <a:lnTo>
                    <a:pt x="3541014" y="145845"/>
                  </a:lnTo>
                  <a:lnTo>
                    <a:pt x="3428619" y="145845"/>
                  </a:lnTo>
                  <a:lnTo>
                    <a:pt x="3428619" y="252144"/>
                  </a:lnTo>
                  <a:lnTo>
                    <a:pt x="3390519" y="252144"/>
                  </a:lnTo>
                  <a:lnTo>
                    <a:pt x="3390519" y="2970"/>
                  </a:lnTo>
                  <a:lnTo>
                    <a:pt x="3428619" y="2970"/>
                  </a:lnTo>
                  <a:lnTo>
                    <a:pt x="3428619" y="110698"/>
                  </a:lnTo>
                  <a:lnTo>
                    <a:pt x="3541110" y="110698"/>
                  </a:lnTo>
                  <a:lnTo>
                    <a:pt x="3541110" y="2970"/>
                  </a:lnTo>
                  <a:lnTo>
                    <a:pt x="3580066" y="297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grpSp>
          <p:nvGrpSpPr>
            <p:cNvPr id="166" name="Google Shape;166;p50"/>
            <p:cNvGrpSpPr/>
            <p:nvPr/>
          </p:nvGrpSpPr>
          <p:grpSpPr>
            <a:xfrm>
              <a:off x="6455388" y="4102692"/>
              <a:ext cx="1601438" cy="1455705"/>
              <a:chOff x="3324225" y="2700241"/>
              <a:chExt cx="1601438" cy="1455705"/>
            </a:xfrm>
          </p:grpSpPr>
          <p:sp>
            <p:nvSpPr>
              <p:cNvPr id="167" name="Google Shape;167;p50"/>
              <p:cNvSpPr/>
              <p:nvPr/>
            </p:nvSpPr>
            <p:spPr>
              <a:xfrm>
                <a:off x="4540585" y="3230022"/>
                <a:ext cx="239250" cy="787908"/>
              </a:xfrm>
              <a:custGeom>
                <a:rect b="b" l="l" r="r" t="t"/>
                <a:pathLst>
                  <a:path extrusionOk="0" h="787908" w="239250">
                    <a:moveTo>
                      <a:pt x="14270" y="87440"/>
                    </a:moveTo>
                    <a:cubicBezTo>
                      <a:pt x="36273" y="66580"/>
                      <a:pt x="61895" y="37052"/>
                      <a:pt x="91994" y="12954"/>
                    </a:cubicBezTo>
                    <a:moveTo>
                      <a:pt x="239251" y="549307"/>
                    </a:moveTo>
                    <a:lnTo>
                      <a:pt x="239251" y="635603"/>
                    </a:lnTo>
                    <a:lnTo>
                      <a:pt x="85993" y="787908"/>
                    </a:lnTo>
                    <a:cubicBezTo>
                      <a:pt x="-131844" y="356330"/>
                      <a:pt x="118569" y="176879"/>
                      <a:pt x="239251" y="0"/>
                    </a:cubicBezTo>
                    <a:lnTo>
                      <a:pt x="239251" y="201263"/>
                    </a:lnTo>
                    <a:lnTo>
                      <a:pt x="210676" y="173927"/>
                    </a:lnTo>
                    <a:cubicBezTo>
                      <a:pt x="199817" y="163830"/>
                      <a:pt x="182767" y="164402"/>
                      <a:pt x="172576" y="175165"/>
                    </a:cubicBezTo>
                    <a:cubicBezTo>
                      <a:pt x="162098" y="185738"/>
                      <a:pt x="162098" y="202692"/>
                      <a:pt x="172576" y="213265"/>
                    </a:cubicBezTo>
                    <a:lnTo>
                      <a:pt x="239251" y="276511"/>
                    </a:lnTo>
                    <a:lnTo>
                      <a:pt x="239251" y="350234"/>
                    </a:lnTo>
                    <a:lnTo>
                      <a:pt x="101709" y="343757"/>
                    </a:lnTo>
                    <a:cubicBezTo>
                      <a:pt x="86660" y="342995"/>
                      <a:pt x="73897" y="354521"/>
                      <a:pt x="73134" y="369570"/>
                    </a:cubicBezTo>
                    <a:cubicBezTo>
                      <a:pt x="73134" y="369570"/>
                      <a:pt x="73134" y="369570"/>
                      <a:pt x="73134" y="369570"/>
                    </a:cubicBezTo>
                    <a:cubicBezTo>
                      <a:pt x="72087" y="384524"/>
                      <a:pt x="83136" y="397478"/>
                      <a:pt x="98090" y="398717"/>
                    </a:cubicBezTo>
                    <a:lnTo>
                      <a:pt x="239155" y="405289"/>
                    </a:lnTo>
                    <a:lnTo>
                      <a:pt x="239155" y="486728"/>
                    </a:lnTo>
                    <a:lnTo>
                      <a:pt x="89136" y="545973"/>
                    </a:lnTo>
                    <a:cubicBezTo>
                      <a:pt x="74468" y="551783"/>
                      <a:pt x="67324" y="568452"/>
                      <a:pt x="73230" y="583121"/>
                    </a:cubicBezTo>
                    <a:cubicBezTo>
                      <a:pt x="73230" y="583121"/>
                      <a:pt x="73230" y="583121"/>
                      <a:pt x="73230" y="583216"/>
                    </a:cubicBezTo>
                    <a:cubicBezTo>
                      <a:pt x="78468" y="598075"/>
                      <a:pt x="94756" y="605981"/>
                      <a:pt x="109615" y="600742"/>
                    </a:cubicBezTo>
                    <a:cubicBezTo>
                      <a:pt x="109615" y="600742"/>
                      <a:pt x="109615" y="600742"/>
                      <a:pt x="109615" y="600742"/>
                    </a:cubicBezTo>
                    <a:lnTo>
                      <a:pt x="238965" y="548831"/>
                    </a:lnTo>
                    <a:lnTo>
                      <a:pt x="239155" y="54921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168" name="Google Shape;168;p50"/>
              <p:cNvSpPr/>
              <p:nvPr/>
            </p:nvSpPr>
            <p:spPr>
              <a:xfrm>
                <a:off x="3324225" y="2700241"/>
                <a:ext cx="1601438" cy="1455705"/>
              </a:xfrm>
              <a:custGeom>
                <a:rect b="b" l="l" r="r" t="t"/>
                <a:pathLst>
                  <a:path extrusionOk="0" h="1455705" w="1601438">
                    <a:moveTo>
                      <a:pt x="1337977" y="82201"/>
                    </a:moveTo>
                    <a:lnTo>
                      <a:pt x="1377315" y="124206"/>
                    </a:lnTo>
                    <a:cubicBezTo>
                      <a:pt x="1383316" y="131159"/>
                      <a:pt x="1393793" y="131921"/>
                      <a:pt x="1400747" y="126016"/>
                    </a:cubicBezTo>
                    <a:cubicBezTo>
                      <a:pt x="1407414" y="119729"/>
                      <a:pt x="1407795" y="109252"/>
                      <a:pt x="1401509" y="102489"/>
                    </a:cubicBezTo>
                    <a:lnTo>
                      <a:pt x="1356836" y="54864"/>
                    </a:lnTo>
                    <a:cubicBezTo>
                      <a:pt x="1372076" y="34195"/>
                      <a:pt x="1390174" y="15716"/>
                      <a:pt x="1410557" y="0"/>
                    </a:cubicBezTo>
                    <a:lnTo>
                      <a:pt x="1601438" y="0"/>
                    </a:lnTo>
                    <a:lnTo>
                      <a:pt x="1601438" y="437864"/>
                    </a:lnTo>
                    <a:lnTo>
                      <a:pt x="1503331" y="437864"/>
                    </a:lnTo>
                    <a:cubicBezTo>
                      <a:pt x="1522381" y="377190"/>
                      <a:pt x="1516856" y="312134"/>
                      <a:pt x="1463802" y="233553"/>
                    </a:cubicBezTo>
                    <a:cubicBezTo>
                      <a:pt x="1609725" y="598361"/>
                      <a:pt x="853631" y="586835"/>
                      <a:pt x="1180910" y="1435703"/>
                    </a:cubicBezTo>
                    <a:lnTo>
                      <a:pt x="1163765" y="1455706"/>
                    </a:lnTo>
                    <a:lnTo>
                      <a:pt x="437769" y="1455706"/>
                    </a:lnTo>
                    <a:lnTo>
                      <a:pt x="146304" y="1165289"/>
                    </a:lnTo>
                    <a:lnTo>
                      <a:pt x="146304" y="437579"/>
                    </a:lnTo>
                    <a:lnTo>
                      <a:pt x="0" y="437579"/>
                    </a:lnTo>
                    <a:lnTo>
                      <a:pt x="0" y="95"/>
                    </a:lnTo>
                    <a:lnTo>
                      <a:pt x="727901" y="95"/>
                    </a:lnTo>
                    <a:lnTo>
                      <a:pt x="727901" y="437960"/>
                    </a:lnTo>
                    <a:lnTo>
                      <a:pt x="581882" y="437960"/>
                    </a:lnTo>
                    <a:lnTo>
                      <a:pt x="581882" y="1017937"/>
                    </a:lnTo>
                    <a:lnTo>
                      <a:pt x="1019747" y="1017937"/>
                    </a:lnTo>
                    <a:lnTo>
                      <a:pt x="1019747" y="437483"/>
                    </a:lnTo>
                    <a:lnTo>
                      <a:pt x="873728" y="437483"/>
                    </a:lnTo>
                    <a:lnTo>
                      <a:pt x="873728" y="95"/>
                    </a:lnTo>
                    <a:lnTo>
                      <a:pt x="1343025" y="95"/>
                    </a:lnTo>
                    <a:cubicBezTo>
                      <a:pt x="1189768" y="114300"/>
                      <a:pt x="1096232" y="410147"/>
                      <a:pt x="1230535" y="617411"/>
                    </a:cubicBezTo>
                    <a:cubicBezTo>
                      <a:pt x="1252538" y="596551"/>
                      <a:pt x="1278160" y="567023"/>
                      <a:pt x="1308259" y="542925"/>
                    </a:cubicBezTo>
                    <a:cubicBezTo>
                      <a:pt x="1294352" y="519684"/>
                      <a:pt x="1283589" y="494729"/>
                      <a:pt x="1276064" y="468725"/>
                    </a:cubicBezTo>
                    <a:lnTo>
                      <a:pt x="1433417" y="407765"/>
                    </a:lnTo>
                    <a:cubicBezTo>
                      <a:pt x="1442657" y="404336"/>
                      <a:pt x="1447324" y="394049"/>
                      <a:pt x="1443895" y="384810"/>
                    </a:cubicBezTo>
                    <a:cubicBezTo>
                      <a:pt x="1440466" y="375571"/>
                      <a:pt x="1430179" y="370904"/>
                      <a:pt x="1420939" y="374333"/>
                    </a:cubicBezTo>
                    <a:lnTo>
                      <a:pt x="1267778" y="433673"/>
                    </a:lnTo>
                    <a:cubicBezTo>
                      <a:pt x="1261110" y="396621"/>
                      <a:pt x="1259110" y="358807"/>
                      <a:pt x="1261967" y="321278"/>
                    </a:cubicBezTo>
                    <a:lnTo>
                      <a:pt x="1416082" y="316516"/>
                    </a:lnTo>
                    <a:cubicBezTo>
                      <a:pt x="1425797" y="316325"/>
                      <a:pt x="1433513" y="308420"/>
                      <a:pt x="1433417" y="298704"/>
                    </a:cubicBezTo>
                    <a:cubicBezTo>
                      <a:pt x="1433036" y="288989"/>
                      <a:pt x="1424940" y="281464"/>
                      <a:pt x="1415225" y="281750"/>
                    </a:cubicBezTo>
                    <a:lnTo>
                      <a:pt x="1265587" y="286322"/>
                    </a:lnTo>
                    <a:cubicBezTo>
                      <a:pt x="1270159" y="252698"/>
                      <a:pt x="1277874" y="219647"/>
                      <a:pt x="1288542" y="187452"/>
                    </a:cubicBezTo>
                    <a:lnTo>
                      <a:pt x="1394746" y="222314"/>
                    </a:lnTo>
                    <a:cubicBezTo>
                      <a:pt x="1403699" y="225552"/>
                      <a:pt x="1413510" y="220980"/>
                      <a:pt x="1416844" y="212122"/>
                    </a:cubicBezTo>
                    <a:cubicBezTo>
                      <a:pt x="1419797" y="203168"/>
                      <a:pt x="1414939" y="193453"/>
                      <a:pt x="1405985" y="190405"/>
                    </a:cubicBezTo>
                    <a:lnTo>
                      <a:pt x="1300258" y="155639"/>
                    </a:lnTo>
                    <a:cubicBezTo>
                      <a:pt x="1310640" y="130112"/>
                      <a:pt x="1323308" y="105537"/>
                      <a:pt x="1337977" y="82296"/>
                    </a:cubicBezTo>
                    <a:lnTo>
                      <a:pt x="1337977" y="8229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</p:grpSp>
      <p:sp>
        <p:nvSpPr>
          <p:cNvPr id="169" name="Google Shape;169;p50"/>
          <p:cNvSpPr txBox="1"/>
          <p:nvPr/>
        </p:nvSpPr>
        <p:spPr>
          <a:xfrm>
            <a:off x="8782050" y="6489397"/>
            <a:ext cx="30289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UNIVERSITY OF UTAH HEALTH</a:t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3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3a - Red Title with Image Layout">
  <p:cSld name="Divider 3a - Red Title with Image Layout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1"/>
          <p:cNvSpPr/>
          <p:nvPr>
            <p:ph idx="2" type="pic"/>
          </p:nvPr>
        </p:nvSpPr>
        <p:spPr>
          <a:xfrm>
            <a:off x="0" y="0"/>
            <a:ext cx="12192000" cy="53101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72" name="Google Shape;172;p51"/>
          <p:cNvSpPr txBox="1"/>
          <p:nvPr>
            <p:ph type="ctrTitle"/>
          </p:nvPr>
        </p:nvSpPr>
        <p:spPr>
          <a:xfrm>
            <a:off x="287363" y="198267"/>
            <a:ext cx="11617274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entury Gothic"/>
              <a:buNone/>
              <a:defRPr sz="48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51"/>
          <p:cNvSpPr txBox="1"/>
          <p:nvPr>
            <p:ph idx="1" type="body"/>
          </p:nvPr>
        </p:nvSpPr>
        <p:spPr>
          <a:xfrm>
            <a:off x="365760" y="5445320"/>
            <a:ext cx="6495074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2pPr>
            <a:lvl3pPr indent="-2286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4pPr>
            <a:lvl5pPr indent="-2286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4" name="Google Shape;174;p51"/>
          <p:cNvSpPr txBox="1"/>
          <p:nvPr>
            <p:ph idx="3" type="body"/>
          </p:nvPr>
        </p:nvSpPr>
        <p:spPr>
          <a:xfrm>
            <a:off x="365760" y="5852160"/>
            <a:ext cx="6495074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b="0" sz="18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2pPr>
            <a:lvl3pPr indent="-2286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4pPr>
            <a:lvl5pPr indent="-2286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5" name="Google Shape;175;p51"/>
          <p:cNvSpPr txBox="1"/>
          <p:nvPr>
            <p:ph idx="10" type="dt"/>
          </p:nvPr>
        </p:nvSpPr>
        <p:spPr>
          <a:xfrm>
            <a:off x="365760" y="6310800"/>
            <a:ext cx="212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51"/>
          <p:cNvSpPr txBox="1"/>
          <p:nvPr>
            <p:ph idx="11" type="ftr"/>
          </p:nvPr>
        </p:nvSpPr>
        <p:spPr>
          <a:xfrm>
            <a:off x="2743200" y="6309397"/>
            <a:ext cx="419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77" name="Google Shape;177;p51"/>
          <p:cNvGrpSpPr/>
          <p:nvPr/>
        </p:nvGrpSpPr>
        <p:grpSpPr>
          <a:xfrm>
            <a:off x="-3424512" y="-1"/>
            <a:ext cx="3208421" cy="6857999"/>
            <a:chOff x="-3424512" y="-1"/>
            <a:chExt cx="3208421" cy="6857999"/>
          </a:xfrm>
        </p:grpSpPr>
        <p:sp>
          <p:nvSpPr>
            <p:cNvPr id="178" name="Google Shape;178;p51"/>
            <p:cNvSpPr/>
            <p:nvPr/>
          </p:nvSpPr>
          <p:spPr>
            <a:xfrm>
              <a:off x="-3424512" y="-1"/>
              <a:ext cx="3208421" cy="685799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9" name="Google Shape;179;p51"/>
            <p:cNvSpPr txBox="1"/>
            <p:nvPr/>
          </p:nvSpPr>
          <p:spPr>
            <a:xfrm>
              <a:off x="-3267122" y="150741"/>
              <a:ext cx="2941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GB" sz="3200" u="none" cap="none" strike="noStrike">
                  <a:solidFill>
                    <a:schemeClr val="accen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Instruction 1: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51"/>
            <p:cNvSpPr txBox="1"/>
            <p:nvPr/>
          </p:nvSpPr>
          <p:spPr>
            <a:xfrm>
              <a:off x="-3267122" y="818147"/>
              <a:ext cx="294176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To underline keyword in title text box, highlight selected word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1" name="Google Shape;181;p5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143860" y="1824108"/>
              <a:ext cx="875152" cy="905001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82" name="Google Shape;182;p51"/>
            <p:cNvSpPr txBox="1"/>
            <p:nvPr/>
          </p:nvSpPr>
          <p:spPr>
            <a:xfrm>
              <a:off x="-3267122" y="2906262"/>
              <a:ext cx="2502568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2. Then go to 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‘Bold’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in the toolbar and then </a:t>
              </a:r>
              <a:b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‘underline’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after.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3" name="Google Shape;183;p51"/>
            <p:cNvPicPr preferRelativeResize="0"/>
            <p:nvPr/>
          </p:nvPicPr>
          <p:blipFill rotWithShape="1">
            <a:blip r:embed="rId3">
              <a:alphaModFix/>
            </a:blip>
            <a:srcRect b="-62788" l="0" r="0" t="-62788"/>
            <a:stretch/>
          </p:blipFill>
          <p:spPr>
            <a:xfrm>
              <a:off x="-3143862" y="4212225"/>
              <a:ext cx="1654280" cy="1614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" name="Google Shape;184;p51"/>
            <p:cNvSpPr/>
            <p:nvPr/>
          </p:nvSpPr>
          <p:spPr>
            <a:xfrm>
              <a:off x="-3095847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5" name="Google Shape;185;p51"/>
            <p:cNvSpPr/>
            <p:nvPr/>
          </p:nvSpPr>
          <p:spPr>
            <a:xfrm>
              <a:off x="-2236570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186" name="Google Shape;186;p51"/>
          <p:cNvGrpSpPr/>
          <p:nvPr/>
        </p:nvGrpSpPr>
        <p:grpSpPr>
          <a:xfrm>
            <a:off x="-3424512" y="-1"/>
            <a:ext cx="3208421" cy="6857999"/>
            <a:chOff x="-3424512" y="-1"/>
            <a:chExt cx="3208421" cy="6857999"/>
          </a:xfrm>
        </p:grpSpPr>
        <p:sp>
          <p:nvSpPr>
            <p:cNvPr id="187" name="Google Shape;187;p51"/>
            <p:cNvSpPr/>
            <p:nvPr/>
          </p:nvSpPr>
          <p:spPr>
            <a:xfrm>
              <a:off x="-3424512" y="-1"/>
              <a:ext cx="3208421" cy="685799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8" name="Google Shape;188;p51"/>
            <p:cNvSpPr txBox="1"/>
            <p:nvPr/>
          </p:nvSpPr>
          <p:spPr>
            <a:xfrm>
              <a:off x="-3267122" y="150741"/>
              <a:ext cx="2941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GB" sz="3200" u="none" cap="none" strike="noStrike">
                  <a:solidFill>
                    <a:schemeClr val="accen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Instruction: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51"/>
            <p:cNvSpPr txBox="1"/>
            <p:nvPr/>
          </p:nvSpPr>
          <p:spPr>
            <a:xfrm>
              <a:off x="-3267122" y="818147"/>
              <a:ext cx="294176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To underline keyword in title text box, highlight selected word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90" name="Google Shape;190;p5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143860" y="1824108"/>
              <a:ext cx="875152" cy="905001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91" name="Google Shape;191;p51"/>
            <p:cNvSpPr txBox="1"/>
            <p:nvPr/>
          </p:nvSpPr>
          <p:spPr>
            <a:xfrm>
              <a:off x="-3267122" y="2906262"/>
              <a:ext cx="2502568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2. Then go to 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‘Bold’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in the toolbar and then </a:t>
              </a:r>
              <a:b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‘underline’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after.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92" name="Google Shape;192;p51"/>
            <p:cNvPicPr preferRelativeResize="0"/>
            <p:nvPr/>
          </p:nvPicPr>
          <p:blipFill rotWithShape="1">
            <a:blip r:embed="rId3">
              <a:alphaModFix/>
            </a:blip>
            <a:srcRect b="-62788" l="0" r="0" t="-62788"/>
            <a:stretch/>
          </p:blipFill>
          <p:spPr>
            <a:xfrm>
              <a:off x="-3143862" y="4212225"/>
              <a:ext cx="1654280" cy="1614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3" name="Google Shape;193;p51"/>
            <p:cNvSpPr/>
            <p:nvPr/>
          </p:nvSpPr>
          <p:spPr>
            <a:xfrm>
              <a:off x="-3095847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94" name="Google Shape;194;p51"/>
            <p:cNvSpPr/>
            <p:nvPr/>
          </p:nvSpPr>
          <p:spPr>
            <a:xfrm>
              <a:off x="-2236570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195" name="Google Shape;195;p51"/>
          <p:cNvGrpSpPr/>
          <p:nvPr/>
        </p:nvGrpSpPr>
        <p:grpSpPr>
          <a:xfrm>
            <a:off x="9593261" y="5524500"/>
            <a:ext cx="2103439" cy="552361"/>
            <a:chOff x="6455388" y="4102692"/>
            <a:chExt cx="5543454" cy="1455705"/>
          </a:xfrm>
        </p:grpSpPr>
        <p:sp>
          <p:nvSpPr>
            <p:cNvPr id="196" name="Google Shape;196;p51"/>
            <p:cNvSpPr/>
            <p:nvPr/>
          </p:nvSpPr>
          <p:spPr>
            <a:xfrm>
              <a:off x="8423253" y="4383013"/>
              <a:ext cx="3575494" cy="683609"/>
            </a:xfrm>
            <a:custGeom>
              <a:rect b="b" l="l" r="r" t="t"/>
              <a:pathLst>
                <a:path extrusionOk="0" h="683609" w="3575494">
                  <a:moveTo>
                    <a:pt x="527495" y="0"/>
                  </a:moveTo>
                  <a:lnTo>
                    <a:pt x="527495" y="683133"/>
                  </a:lnTo>
                  <a:lnTo>
                    <a:pt x="399669" y="683133"/>
                  </a:lnTo>
                  <a:lnTo>
                    <a:pt x="399669" y="400622"/>
                  </a:lnTo>
                  <a:lnTo>
                    <a:pt x="125921" y="400622"/>
                  </a:lnTo>
                  <a:lnTo>
                    <a:pt x="125921" y="683228"/>
                  </a:lnTo>
                  <a:lnTo>
                    <a:pt x="0" y="683228"/>
                  </a:lnTo>
                  <a:lnTo>
                    <a:pt x="0" y="0"/>
                  </a:lnTo>
                  <a:lnTo>
                    <a:pt x="125921" y="0"/>
                  </a:lnTo>
                  <a:lnTo>
                    <a:pt x="125921" y="286607"/>
                  </a:lnTo>
                  <a:lnTo>
                    <a:pt x="399574" y="286607"/>
                  </a:lnTo>
                  <a:lnTo>
                    <a:pt x="399574" y="0"/>
                  </a:lnTo>
                  <a:lnTo>
                    <a:pt x="527495" y="0"/>
                  </a:lnTo>
                  <a:close/>
                  <a:moveTo>
                    <a:pt x="715994" y="0"/>
                  </a:moveTo>
                  <a:lnTo>
                    <a:pt x="1138809" y="0"/>
                  </a:lnTo>
                  <a:lnTo>
                    <a:pt x="1138809" y="113062"/>
                  </a:lnTo>
                  <a:lnTo>
                    <a:pt x="841915" y="113062"/>
                  </a:lnTo>
                  <a:lnTo>
                    <a:pt x="841915" y="290989"/>
                  </a:lnTo>
                  <a:lnTo>
                    <a:pt x="1101662" y="290989"/>
                  </a:lnTo>
                  <a:lnTo>
                    <a:pt x="1101662" y="403003"/>
                  </a:lnTo>
                  <a:lnTo>
                    <a:pt x="841915" y="403003"/>
                  </a:lnTo>
                  <a:lnTo>
                    <a:pt x="841915" y="570548"/>
                  </a:lnTo>
                  <a:lnTo>
                    <a:pt x="1148334" y="570548"/>
                  </a:lnTo>
                  <a:lnTo>
                    <a:pt x="1148334" y="683609"/>
                  </a:lnTo>
                  <a:lnTo>
                    <a:pt x="715994" y="683609"/>
                  </a:lnTo>
                  <a:lnTo>
                    <a:pt x="715994" y="0"/>
                  </a:lnTo>
                  <a:close/>
                  <a:moveTo>
                    <a:pt x="1686687" y="517589"/>
                  </a:moveTo>
                  <a:lnTo>
                    <a:pt x="1431893" y="517589"/>
                  </a:lnTo>
                  <a:lnTo>
                    <a:pt x="1369409" y="683228"/>
                  </a:lnTo>
                  <a:lnTo>
                    <a:pt x="1234535" y="683228"/>
                  </a:lnTo>
                  <a:lnTo>
                    <a:pt x="1490377" y="95"/>
                  </a:lnTo>
                  <a:lnTo>
                    <a:pt x="1627251" y="95"/>
                  </a:lnTo>
                  <a:lnTo>
                    <a:pt x="1883092" y="683228"/>
                  </a:lnTo>
                  <a:lnTo>
                    <a:pt x="1749171" y="683228"/>
                  </a:lnTo>
                  <a:lnTo>
                    <a:pt x="1686592" y="517589"/>
                  </a:lnTo>
                  <a:close/>
                  <a:moveTo>
                    <a:pt x="1474470" y="406527"/>
                  </a:moveTo>
                  <a:lnTo>
                    <a:pt x="1645063" y="406527"/>
                  </a:lnTo>
                  <a:lnTo>
                    <a:pt x="1558862" y="145733"/>
                  </a:lnTo>
                  <a:lnTo>
                    <a:pt x="1474565" y="406527"/>
                  </a:lnTo>
                  <a:close/>
                  <a:moveTo>
                    <a:pt x="1995392" y="0"/>
                  </a:moveTo>
                  <a:lnTo>
                    <a:pt x="2121980" y="0"/>
                  </a:lnTo>
                  <a:lnTo>
                    <a:pt x="2121980" y="570167"/>
                  </a:lnTo>
                  <a:lnTo>
                    <a:pt x="2385632" y="570167"/>
                  </a:lnTo>
                  <a:lnTo>
                    <a:pt x="2385632" y="683228"/>
                  </a:lnTo>
                  <a:lnTo>
                    <a:pt x="1995392" y="683228"/>
                  </a:lnTo>
                  <a:lnTo>
                    <a:pt x="1995392" y="0"/>
                  </a:lnTo>
                  <a:close/>
                  <a:moveTo>
                    <a:pt x="2395157" y="0"/>
                  </a:moveTo>
                  <a:lnTo>
                    <a:pt x="2907792" y="0"/>
                  </a:lnTo>
                  <a:lnTo>
                    <a:pt x="2907792" y="116014"/>
                  </a:lnTo>
                  <a:lnTo>
                    <a:pt x="2715863" y="116014"/>
                  </a:lnTo>
                  <a:lnTo>
                    <a:pt x="2715863" y="683228"/>
                  </a:lnTo>
                  <a:lnTo>
                    <a:pt x="2587942" y="683228"/>
                  </a:lnTo>
                  <a:lnTo>
                    <a:pt x="2587942" y="116014"/>
                  </a:lnTo>
                  <a:lnTo>
                    <a:pt x="2395061" y="116014"/>
                  </a:lnTo>
                  <a:lnTo>
                    <a:pt x="2395061" y="0"/>
                  </a:lnTo>
                  <a:close/>
                  <a:moveTo>
                    <a:pt x="3575494" y="0"/>
                  </a:moveTo>
                  <a:lnTo>
                    <a:pt x="3575494" y="683133"/>
                  </a:lnTo>
                  <a:lnTo>
                    <a:pt x="3447764" y="683133"/>
                  </a:lnTo>
                  <a:lnTo>
                    <a:pt x="3447764" y="400622"/>
                  </a:lnTo>
                  <a:lnTo>
                    <a:pt x="3174111" y="400622"/>
                  </a:lnTo>
                  <a:lnTo>
                    <a:pt x="3174111" y="683228"/>
                  </a:lnTo>
                  <a:lnTo>
                    <a:pt x="3048191" y="683228"/>
                  </a:lnTo>
                  <a:lnTo>
                    <a:pt x="3048191" y="0"/>
                  </a:lnTo>
                  <a:lnTo>
                    <a:pt x="3174111" y="0"/>
                  </a:lnTo>
                  <a:lnTo>
                    <a:pt x="3174111" y="286607"/>
                  </a:lnTo>
                  <a:lnTo>
                    <a:pt x="3447764" y="286607"/>
                  </a:lnTo>
                  <a:lnTo>
                    <a:pt x="3447764" y="0"/>
                  </a:lnTo>
                  <a:lnTo>
                    <a:pt x="35754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97" name="Google Shape;197;p51"/>
            <p:cNvSpPr/>
            <p:nvPr/>
          </p:nvSpPr>
          <p:spPr>
            <a:xfrm>
              <a:off x="8418776" y="5302158"/>
              <a:ext cx="3580066" cy="255953"/>
            </a:xfrm>
            <a:custGeom>
              <a:rect b="b" l="l" r="r" t="t"/>
              <a:pathLst>
                <a:path extrusionOk="0" h="255953" w="3580066">
                  <a:moveTo>
                    <a:pt x="146113" y="165847"/>
                  </a:moveTo>
                  <a:lnTo>
                    <a:pt x="146113" y="3065"/>
                  </a:lnTo>
                  <a:lnTo>
                    <a:pt x="184880" y="3065"/>
                  </a:lnTo>
                  <a:lnTo>
                    <a:pt x="184880" y="165847"/>
                  </a:lnTo>
                  <a:cubicBezTo>
                    <a:pt x="185452" y="214996"/>
                    <a:pt x="146113" y="255382"/>
                    <a:pt x="96964" y="255954"/>
                  </a:cubicBezTo>
                  <a:cubicBezTo>
                    <a:pt x="95536" y="255954"/>
                    <a:pt x="94107" y="255954"/>
                    <a:pt x="92583" y="255954"/>
                  </a:cubicBezTo>
                  <a:cubicBezTo>
                    <a:pt x="42672" y="255954"/>
                    <a:pt x="0" y="220521"/>
                    <a:pt x="0" y="165943"/>
                  </a:cubicBezTo>
                  <a:lnTo>
                    <a:pt x="0" y="3160"/>
                  </a:lnTo>
                  <a:lnTo>
                    <a:pt x="39148" y="3160"/>
                  </a:lnTo>
                  <a:lnTo>
                    <a:pt x="39148" y="165943"/>
                  </a:lnTo>
                  <a:cubicBezTo>
                    <a:pt x="39148" y="195470"/>
                    <a:pt x="63151" y="219473"/>
                    <a:pt x="92678" y="219473"/>
                  </a:cubicBezTo>
                  <a:cubicBezTo>
                    <a:pt x="122206" y="219473"/>
                    <a:pt x="146209" y="195470"/>
                    <a:pt x="146209" y="165943"/>
                  </a:cubicBezTo>
                  <a:lnTo>
                    <a:pt x="146113" y="165943"/>
                  </a:lnTo>
                  <a:close/>
                  <a:moveTo>
                    <a:pt x="434435" y="252239"/>
                  </a:moveTo>
                  <a:lnTo>
                    <a:pt x="398621" y="252239"/>
                  </a:lnTo>
                  <a:lnTo>
                    <a:pt x="291560" y="73931"/>
                  </a:lnTo>
                  <a:lnTo>
                    <a:pt x="291560" y="252239"/>
                  </a:lnTo>
                  <a:lnTo>
                    <a:pt x="253460" y="252239"/>
                  </a:lnTo>
                  <a:lnTo>
                    <a:pt x="253460" y="3065"/>
                  </a:lnTo>
                  <a:lnTo>
                    <a:pt x="290417" y="3065"/>
                  </a:lnTo>
                  <a:lnTo>
                    <a:pt x="396335" y="179944"/>
                  </a:lnTo>
                  <a:lnTo>
                    <a:pt x="396335" y="3065"/>
                  </a:lnTo>
                  <a:lnTo>
                    <a:pt x="434435" y="3065"/>
                  </a:lnTo>
                  <a:lnTo>
                    <a:pt x="434435" y="252239"/>
                  </a:lnTo>
                  <a:close/>
                  <a:moveTo>
                    <a:pt x="497014" y="3065"/>
                  </a:moveTo>
                  <a:lnTo>
                    <a:pt x="535114" y="3065"/>
                  </a:lnTo>
                  <a:lnTo>
                    <a:pt x="535114" y="252239"/>
                  </a:lnTo>
                  <a:lnTo>
                    <a:pt x="497014" y="252239"/>
                  </a:lnTo>
                  <a:lnTo>
                    <a:pt x="497014" y="3065"/>
                  </a:lnTo>
                  <a:close/>
                  <a:moveTo>
                    <a:pt x="622935" y="3065"/>
                  </a:moveTo>
                  <a:lnTo>
                    <a:pt x="676180" y="188231"/>
                  </a:lnTo>
                  <a:lnTo>
                    <a:pt x="729710" y="3065"/>
                  </a:lnTo>
                  <a:lnTo>
                    <a:pt x="769525" y="3065"/>
                  </a:lnTo>
                  <a:lnTo>
                    <a:pt x="694372" y="252239"/>
                  </a:lnTo>
                  <a:lnTo>
                    <a:pt x="658558" y="252239"/>
                  </a:lnTo>
                  <a:lnTo>
                    <a:pt x="583025" y="3065"/>
                  </a:lnTo>
                  <a:lnTo>
                    <a:pt x="623125" y="3065"/>
                  </a:lnTo>
                  <a:close/>
                  <a:moveTo>
                    <a:pt x="813911" y="3065"/>
                  </a:moveTo>
                  <a:lnTo>
                    <a:pt x="964025" y="3065"/>
                  </a:lnTo>
                  <a:lnTo>
                    <a:pt x="964025" y="38212"/>
                  </a:lnTo>
                  <a:lnTo>
                    <a:pt x="852297" y="38212"/>
                  </a:lnTo>
                  <a:lnTo>
                    <a:pt x="852297" y="111936"/>
                  </a:lnTo>
                  <a:lnTo>
                    <a:pt x="949928" y="111936"/>
                  </a:lnTo>
                  <a:lnTo>
                    <a:pt x="949928" y="146988"/>
                  </a:lnTo>
                  <a:lnTo>
                    <a:pt x="852297" y="146988"/>
                  </a:lnTo>
                  <a:lnTo>
                    <a:pt x="852297" y="216806"/>
                  </a:lnTo>
                  <a:lnTo>
                    <a:pt x="967645" y="216806"/>
                  </a:lnTo>
                  <a:lnTo>
                    <a:pt x="967645" y="251953"/>
                  </a:lnTo>
                  <a:lnTo>
                    <a:pt x="813911" y="251953"/>
                  </a:lnTo>
                  <a:lnTo>
                    <a:pt x="813911" y="3160"/>
                  </a:lnTo>
                  <a:close/>
                  <a:moveTo>
                    <a:pt x="1200436" y="252239"/>
                  </a:moveTo>
                  <a:lnTo>
                    <a:pt x="1153763" y="252239"/>
                  </a:lnTo>
                  <a:lnTo>
                    <a:pt x="1091565" y="160799"/>
                  </a:lnTo>
                  <a:lnTo>
                    <a:pt x="1064800" y="160799"/>
                  </a:lnTo>
                  <a:lnTo>
                    <a:pt x="1064800" y="252239"/>
                  </a:lnTo>
                  <a:lnTo>
                    <a:pt x="1026128" y="252239"/>
                  </a:lnTo>
                  <a:lnTo>
                    <a:pt x="1026128" y="3065"/>
                  </a:lnTo>
                  <a:lnTo>
                    <a:pt x="1123379" y="3065"/>
                  </a:lnTo>
                  <a:cubicBezTo>
                    <a:pt x="1176909" y="3065"/>
                    <a:pt x="1199483" y="42499"/>
                    <a:pt x="1199483" y="82218"/>
                  </a:cubicBezTo>
                  <a:cubicBezTo>
                    <a:pt x="1199483" y="118794"/>
                    <a:pt x="1181005" y="154227"/>
                    <a:pt x="1135094" y="159180"/>
                  </a:cubicBezTo>
                  <a:lnTo>
                    <a:pt x="1200245" y="252144"/>
                  </a:lnTo>
                  <a:close/>
                  <a:moveTo>
                    <a:pt x="1064895" y="38117"/>
                  </a:moveTo>
                  <a:lnTo>
                    <a:pt x="1064895" y="125271"/>
                  </a:lnTo>
                  <a:lnTo>
                    <a:pt x="1120616" y="125271"/>
                  </a:lnTo>
                  <a:cubicBezTo>
                    <a:pt x="1148524" y="125271"/>
                    <a:pt x="1159669" y="103173"/>
                    <a:pt x="1159669" y="81837"/>
                  </a:cubicBezTo>
                  <a:cubicBezTo>
                    <a:pt x="1159669" y="60501"/>
                    <a:pt x="1148810" y="38022"/>
                    <a:pt x="1121569" y="38022"/>
                  </a:cubicBezTo>
                  <a:lnTo>
                    <a:pt x="1064895" y="38022"/>
                  </a:lnTo>
                  <a:close/>
                  <a:moveTo>
                    <a:pt x="1290256" y="179849"/>
                  </a:moveTo>
                  <a:cubicBezTo>
                    <a:pt x="1291019" y="200137"/>
                    <a:pt x="1310164" y="220711"/>
                    <a:pt x="1339882" y="220711"/>
                  </a:cubicBezTo>
                  <a:cubicBezTo>
                    <a:pt x="1369600" y="220711"/>
                    <a:pt x="1384364" y="204805"/>
                    <a:pt x="1386935" y="186707"/>
                  </a:cubicBezTo>
                  <a:cubicBezTo>
                    <a:pt x="1388364" y="163561"/>
                    <a:pt x="1370648" y="151560"/>
                    <a:pt x="1347502" y="146131"/>
                  </a:cubicBezTo>
                  <a:lnTo>
                    <a:pt x="1315974" y="138225"/>
                  </a:lnTo>
                  <a:cubicBezTo>
                    <a:pt x="1262444" y="123747"/>
                    <a:pt x="1254062" y="93362"/>
                    <a:pt x="1254062" y="71550"/>
                  </a:cubicBezTo>
                  <a:cubicBezTo>
                    <a:pt x="1254062" y="28878"/>
                    <a:pt x="1292162" y="303"/>
                    <a:pt x="1336072" y="303"/>
                  </a:cubicBezTo>
                  <a:cubicBezTo>
                    <a:pt x="1379982" y="303"/>
                    <a:pt x="1417034" y="28878"/>
                    <a:pt x="1417034" y="74026"/>
                  </a:cubicBezTo>
                  <a:lnTo>
                    <a:pt x="1378934" y="74026"/>
                  </a:lnTo>
                  <a:cubicBezTo>
                    <a:pt x="1378934" y="51262"/>
                    <a:pt x="1361218" y="35926"/>
                    <a:pt x="1335500" y="35926"/>
                  </a:cubicBezTo>
                  <a:cubicBezTo>
                    <a:pt x="1312736" y="35926"/>
                    <a:pt x="1292447" y="49642"/>
                    <a:pt x="1292447" y="70312"/>
                  </a:cubicBezTo>
                  <a:cubicBezTo>
                    <a:pt x="1292447" y="79837"/>
                    <a:pt x="1296067" y="95267"/>
                    <a:pt x="1325785" y="102887"/>
                  </a:cubicBezTo>
                  <a:lnTo>
                    <a:pt x="1357598" y="111174"/>
                  </a:lnTo>
                  <a:cubicBezTo>
                    <a:pt x="1407890" y="124604"/>
                    <a:pt x="1428845" y="152798"/>
                    <a:pt x="1424940" y="188517"/>
                  </a:cubicBezTo>
                  <a:cubicBezTo>
                    <a:pt x="1421321" y="227569"/>
                    <a:pt x="1387697" y="255192"/>
                    <a:pt x="1339977" y="255192"/>
                  </a:cubicBezTo>
                  <a:cubicBezTo>
                    <a:pt x="1288256" y="255192"/>
                    <a:pt x="1252156" y="219759"/>
                    <a:pt x="1252156" y="179087"/>
                  </a:cubicBezTo>
                  <a:lnTo>
                    <a:pt x="1290256" y="179754"/>
                  </a:lnTo>
                  <a:close/>
                  <a:moveTo>
                    <a:pt x="1475041" y="2970"/>
                  </a:moveTo>
                  <a:lnTo>
                    <a:pt x="1513141" y="2970"/>
                  </a:lnTo>
                  <a:lnTo>
                    <a:pt x="1513141" y="252144"/>
                  </a:lnTo>
                  <a:lnTo>
                    <a:pt x="1475041" y="252144"/>
                  </a:lnTo>
                  <a:lnTo>
                    <a:pt x="1475041" y="2970"/>
                  </a:lnTo>
                  <a:close/>
                  <a:moveTo>
                    <a:pt x="1557147" y="2970"/>
                  </a:moveTo>
                  <a:lnTo>
                    <a:pt x="1742980" y="2970"/>
                  </a:lnTo>
                  <a:lnTo>
                    <a:pt x="1742980" y="38784"/>
                  </a:lnTo>
                  <a:lnTo>
                    <a:pt x="1669732" y="38784"/>
                  </a:lnTo>
                  <a:lnTo>
                    <a:pt x="1669732" y="252239"/>
                  </a:lnTo>
                  <a:lnTo>
                    <a:pt x="1630680" y="252239"/>
                  </a:lnTo>
                  <a:lnTo>
                    <a:pt x="1630680" y="38879"/>
                  </a:lnTo>
                  <a:lnTo>
                    <a:pt x="1557338" y="38879"/>
                  </a:lnTo>
                  <a:lnTo>
                    <a:pt x="1557338" y="2970"/>
                  </a:lnTo>
                  <a:close/>
                  <a:moveTo>
                    <a:pt x="1861375" y="252144"/>
                  </a:moveTo>
                  <a:lnTo>
                    <a:pt x="1861375" y="137939"/>
                  </a:lnTo>
                  <a:lnTo>
                    <a:pt x="1766221" y="3065"/>
                  </a:lnTo>
                  <a:lnTo>
                    <a:pt x="1812227" y="3065"/>
                  </a:lnTo>
                  <a:lnTo>
                    <a:pt x="1880997" y="102125"/>
                  </a:lnTo>
                  <a:lnTo>
                    <a:pt x="1950434" y="3065"/>
                  </a:lnTo>
                  <a:lnTo>
                    <a:pt x="1996440" y="3065"/>
                  </a:lnTo>
                  <a:lnTo>
                    <a:pt x="1900619" y="138320"/>
                  </a:lnTo>
                  <a:lnTo>
                    <a:pt x="1900619" y="252525"/>
                  </a:lnTo>
                  <a:lnTo>
                    <a:pt x="1861566" y="252144"/>
                  </a:lnTo>
                  <a:close/>
                  <a:moveTo>
                    <a:pt x="2238566" y="17"/>
                  </a:moveTo>
                  <a:cubicBezTo>
                    <a:pt x="2309146" y="-1126"/>
                    <a:pt x="2367248" y="55262"/>
                    <a:pt x="2368391" y="125842"/>
                  </a:cubicBezTo>
                  <a:cubicBezTo>
                    <a:pt x="2369534" y="196423"/>
                    <a:pt x="2313146" y="254525"/>
                    <a:pt x="2242566" y="255668"/>
                  </a:cubicBezTo>
                  <a:cubicBezTo>
                    <a:pt x="2171986" y="256811"/>
                    <a:pt x="2113883" y="200423"/>
                    <a:pt x="2112740" y="129843"/>
                  </a:cubicBezTo>
                  <a:cubicBezTo>
                    <a:pt x="2112740" y="129271"/>
                    <a:pt x="2112740" y="128605"/>
                    <a:pt x="2112740" y="128033"/>
                  </a:cubicBezTo>
                  <a:cubicBezTo>
                    <a:pt x="2111788" y="58310"/>
                    <a:pt x="2167604" y="970"/>
                    <a:pt x="2237327" y="17"/>
                  </a:cubicBezTo>
                  <a:cubicBezTo>
                    <a:pt x="2237708" y="17"/>
                    <a:pt x="2238184" y="17"/>
                    <a:pt x="2238566" y="17"/>
                  </a:cubicBezTo>
                  <a:close/>
                  <a:moveTo>
                    <a:pt x="2238566" y="218140"/>
                  </a:moveTo>
                  <a:cubicBezTo>
                    <a:pt x="2288381" y="219664"/>
                    <a:pt x="2330006" y="180516"/>
                    <a:pt x="2331530" y="130700"/>
                  </a:cubicBezTo>
                  <a:cubicBezTo>
                    <a:pt x="2333054" y="80884"/>
                    <a:pt x="2293906" y="39260"/>
                    <a:pt x="2244090" y="37736"/>
                  </a:cubicBezTo>
                  <a:cubicBezTo>
                    <a:pt x="2194274" y="36212"/>
                    <a:pt x="2152650" y="75360"/>
                    <a:pt x="2151126" y="125176"/>
                  </a:cubicBezTo>
                  <a:cubicBezTo>
                    <a:pt x="2151126" y="126128"/>
                    <a:pt x="2151126" y="127081"/>
                    <a:pt x="2151126" y="128128"/>
                  </a:cubicBezTo>
                  <a:cubicBezTo>
                    <a:pt x="2150078" y="176896"/>
                    <a:pt x="2188750" y="217187"/>
                    <a:pt x="2237423" y="218235"/>
                  </a:cubicBezTo>
                  <a:cubicBezTo>
                    <a:pt x="2237804" y="218235"/>
                    <a:pt x="2238184" y="218235"/>
                    <a:pt x="2238566" y="218235"/>
                  </a:cubicBezTo>
                  <a:lnTo>
                    <a:pt x="2238566" y="218235"/>
                  </a:lnTo>
                  <a:close/>
                  <a:moveTo>
                    <a:pt x="2413349" y="2970"/>
                  </a:moveTo>
                  <a:lnTo>
                    <a:pt x="2561558" y="2970"/>
                  </a:lnTo>
                  <a:lnTo>
                    <a:pt x="2561558" y="38117"/>
                  </a:lnTo>
                  <a:lnTo>
                    <a:pt x="2451640" y="38117"/>
                  </a:lnTo>
                  <a:lnTo>
                    <a:pt x="2451640" y="111841"/>
                  </a:lnTo>
                  <a:lnTo>
                    <a:pt x="2538413" y="111841"/>
                  </a:lnTo>
                  <a:lnTo>
                    <a:pt x="2538413" y="146893"/>
                  </a:lnTo>
                  <a:lnTo>
                    <a:pt x="2451640" y="146893"/>
                  </a:lnTo>
                  <a:lnTo>
                    <a:pt x="2451640" y="251572"/>
                  </a:lnTo>
                  <a:lnTo>
                    <a:pt x="2413540" y="251572"/>
                  </a:lnTo>
                  <a:lnTo>
                    <a:pt x="2413349" y="2970"/>
                  </a:lnTo>
                  <a:close/>
                  <a:moveTo>
                    <a:pt x="2842260" y="165752"/>
                  </a:moveTo>
                  <a:lnTo>
                    <a:pt x="2842260" y="2970"/>
                  </a:lnTo>
                  <a:lnTo>
                    <a:pt x="2881027" y="2970"/>
                  </a:lnTo>
                  <a:lnTo>
                    <a:pt x="2881027" y="165752"/>
                  </a:lnTo>
                  <a:cubicBezTo>
                    <a:pt x="2881598" y="214901"/>
                    <a:pt x="2842260" y="255287"/>
                    <a:pt x="2793111" y="255859"/>
                  </a:cubicBezTo>
                  <a:cubicBezTo>
                    <a:pt x="2791682" y="255859"/>
                    <a:pt x="2790254" y="255859"/>
                    <a:pt x="2788730" y="255859"/>
                  </a:cubicBezTo>
                  <a:cubicBezTo>
                    <a:pt x="2738819" y="255859"/>
                    <a:pt x="2696147" y="220426"/>
                    <a:pt x="2696147" y="165847"/>
                  </a:cubicBezTo>
                  <a:lnTo>
                    <a:pt x="2696147" y="3065"/>
                  </a:lnTo>
                  <a:lnTo>
                    <a:pt x="2735199" y="3065"/>
                  </a:lnTo>
                  <a:lnTo>
                    <a:pt x="2735199" y="165847"/>
                  </a:lnTo>
                  <a:cubicBezTo>
                    <a:pt x="2735199" y="195375"/>
                    <a:pt x="2759202" y="219378"/>
                    <a:pt x="2788730" y="219378"/>
                  </a:cubicBezTo>
                  <a:cubicBezTo>
                    <a:pt x="2818257" y="219378"/>
                    <a:pt x="2842260" y="195375"/>
                    <a:pt x="2842260" y="165847"/>
                  </a:cubicBezTo>
                  <a:close/>
                  <a:moveTo>
                    <a:pt x="2930461" y="2970"/>
                  </a:moveTo>
                  <a:lnTo>
                    <a:pt x="3116390" y="2970"/>
                  </a:lnTo>
                  <a:lnTo>
                    <a:pt x="3116390" y="38784"/>
                  </a:lnTo>
                  <a:lnTo>
                    <a:pt x="3043047" y="38784"/>
                  </a:lnTo>
                  <a:lnTo>
                    <a:pt x="3043047" y="252239"/>
                  </a:lnTo>
                  <a:lnTo>
                    <a:pt x="3003995" y="252239"/>
                  </a:lnTo>
                  <a:lnTo>
                    <a:pt x="3003995" y="38879"/>
                  </a:lnTo>
                  <a:lnTo>
                    <a:pt x="2930652" y="38879"/>
                  </a:lnTo>
                  <a:lnTo>
                    <a:pt x="2930652" y="2970"/>
                  </a:lnTo>
                  <a:close/>
                  <a:moveTo>
                    <a:pt x="3280315" y="190422"/>
                  </a:moveTo>
                  <a:lnTo>
                    <a:pt x="3179826" y="190422"/>
                  </a:lnTo>
                  <a:lnTo>
                    <a:pt x="3155919" y="252715"/>
                  </a:lnTo>
                  <a:lnTo>
                    <a:pt x="3115056" y="252715"/>
                  </a:lnTo>
                  <a:lnTo>
                    <a:pt x="3208782" y="3065"/>
                  </a:lnTo>
                  <a:lnTo>
                    <a:pt x="3250406" y="3065"/>
                  </a:lnTo>
                  <a:lnTo>
                    <a:pt x="3344418" y="252239"/>
                  </a:lnTo>
                  <a:lnTo>
                    <a:pt x="3303937" y="252239"/>
                  </a:lnTo>
                  <a:lnTo>
                    <a:pt x="3280220" y="190422"/>
                  </a:lnTo>
                  <a:close/>
                  <a:moveTo>
                    <a:pt x="3192780" y="156037"/>
                  </a:moveTo>
                  <a:lnTo>
                    <a:pt x="3267266" y="156037"/>
                  </a:lnTo>
                  <a:lnTo>
                    <a:pt x="3230023" y="51357"/>
                  </a:lnTo>
                  <a:lnTo>
                    <a:pt x="3192685" y="156037"/>
                  </a:lnTo>
                  <a:close/>
                  <a:moveTo>
                    <a:pt x="3580066" y="2970"/>
                  </a:moveTo>
                  <a:lnTo>
                    <a:pt x="3580066" y="252144"/>
                  </a:lnTo>
                  <a:lnTo>
                    <a:pt x="3541014" y="252144"/>
                  </a:lnTo>
                  <a:lnTo>
                    <a:pt x="3541014" y="145845"/>
                  </a:lnTo>
                  <a:lnTo>
                    <a:pt x="3428619" y="145845"/>
                  </a:lnTo>
                  <a:lnTo>
                    <a:pt x="3428619" y="252144"/>
                  </a:lnTo>
                  <a:lnTo>
                    <a:pt x="3390519" y="252144"/>
                  </a:lnTo>
                  <a:lnTo>
                    <a:pt x="3390519" y="2970"/>
                  </a:lnTo>
                  <a:lnTo>
                    <a:pt x="3428619" y="2970"/>
                  </a:lnTo>
                  <a:lnTo>
                    <a:pt x="3428619" y="110698"/>
                  </a:lnTo>
                  <a:lnTo>
                    <a:pt x="3541110" y="110698"/>
                  </a:lnTo>
                  <a:lnTo>
                    <a:pt x="3541110" y="2970"/>
                  </a:lnTo>
                  <a:lnTo>
                    <a:pt x="3580066" y="297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grpSp>
          <p:nvGrpSpPr>
            <p:cNvPr id="198" name="Google Shape;198;p51"/>
            <p:cNvGrpSpPr/>
            <p:nvPr/>
          </p:nvGrpSpPr>
          <p:grpSpPr>
            <a:xfrm>
              <a:off x="6455388" y="4102692"/>
              <a:ext cx="1601438" cy="1455705"/>
              <a:chOff x="3324225" y="2700241"/>
              <a:chExt cx="1601438" cy="1455705"/>
            </a:xfrm>
          </p:grpSpPr>
          <p:sp>
            <p:nvSpPr>
              <p:cNvPr id="199" name="Google Shape;199;p51"/>
              <p:cNvSpPr/>
              <p:nvPr/>
            </p:nvSpPr>
            <p:spPr>
              <a:xfrm>
                <a:off x="4540585" y="3230022"/>
                <a:ext cx="239250" cy="787908"/>
              </a:xfrm>
              <a:custGeom>
                <a:rect b="b" l="l" r="r" t="t"/>
                <a:pathLst>
                  <a:path extrusionOk="0" h="787908" w="239250">
                    <a:moveTo>
                      <a:pt x="14270" y="87440"/>
                    </a:moveTo>
                    <a:cubicBezTo>
                      <a:pt x="36273" y="66580"/>
                      <a:pt x="61895" y="37052"/>
                      <a:pt x="91994" y="12954"/>
                    </a:cubicBezTo>
                    <a:moveTo>
                      <a:pt x="239251" y="549307"/>
                    </a:moveTo>
                    <a:lnTo>
                      <a:pt x="239251" y="635603"/>
                    </a:lnTo>
                    <a:lnTo>
                      <a:pt x="85993" y="787908"/>
                    </a:lnTo>
                    <a:cubicBezTo>
                      <a:pt x="-131844" y="356330"/>
                      <a:pt x="118569" y="176879"/>
                      <a:pt x="239251" y="0"/>
                    </a:cubicBezTo>
                    <a:lnTo>
                      <a:pt x="239251" y="201263"/>
                    </a:lnTo>
                    <a:lnTo>
                      <a:pt x="210676" y="173927"/>
                    </a:lnTo>
                    <a:cubicBezTo>
                      <a:pt x="199817" y="163830"/>
                      <a:pt x="182767" y="164402"/>
                      <a:pt x="172576" y="175165"/>
                    </a:cubicBezTo>
                    <a:cubicBezTo>
                      <a:pt x="162098" y="185738"/>
                      <a:pt x="162098" y="202692"/>
                      <a:pt x="172576" y="213265"/>
                    </a:cubicBezTo>
                    <a:lnTo>
                      <a:pt x="239251" y="276511"/>
                    </a:lnTo>
                    <a:lnTo>
                      <a:pt x="239251" y="350234"/>
                    </a:lnTo>
                    <a:lnTo>
                      <a:pt x="101709" y="343757"/>
                    </a:lnTo>
                    <a:cubicBezTo>
                      <a:pt x="86660" y="342995"/>
                      <a:pt x="73897" y="354521"/>
                      <a:pt x="73134" y="369570"/>
                    </a:cubicBezTo>
                    <a:cubicBezTo>
                      <a:pt x="73134" y="369570"/>
                      <a:pt x="73134" y="369570"/>
                      <a:pt x="73134" y="369570"/>
                    </a:cubicBezTo>
                    <a:cubicBezTo>
                      <a:pt x="72087" y="384524"/>
                      <a:pt x="83136" y="397478"/>
                      <a:pt x="98090" y="398717"/>
                    </a:cubicBezTo>
                    <a:lnTo>
                      <a:pt x="239155" y="405289"/>
                    </a:lnTo>
                    <a:lnTo>
                      <a:pt x="239155" y="486728"/>
                    </a:lnTo>
                    <a:lnTo>
                      <a:pt x="89136" y="545973"/>
                    </a:lnTo>
                    <a:cubicBezTo>
                      <a:pt x="74468" y="551783"/>
                      <a:pt x="67324" y="568452"/>
                      <a:pt x="73230" y="583121"/>
                    </a:cubicBezTo>
                    <a:cubicBezTo>
                      <a:pt x="73230" y="583121"/>
                      <a:pt x="73230" y="583121"/>
                      <a:pt x="73230" y="583216"/>
                    </a:cubicBezTo>
                    <a:cubicBezTo>
                      <a:pt x="78468" y="598075"/>
                      <a:pt x="94756" y="605981"/>
                      <a:pt x="109615" y="600742"/>
                    </a:cubicBezTo>
                    <a:cubicBezTo>
                      <a:pt x="109615" y="600742"/>
                      <a:pt x="109615" y="600742"/>
                      <a:pt x="109615" y="600742"/>
                    </a:cubicBezTo>
                    <a:lnTo>
                      <a:pt x="238965" y="548831"/>
                    </a:lnTo>
                    <a:lnTo>
                      <a:pt x="239155" y="5492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00" name="Google Shape;200;p51"/>
              <p:cNvSpPr/>
              <p:nvPr/>
            </p:nvSpPr>
            <p:spPr>
              <a:xfrm>
                <a:off x="3324225" y="2700241"/>
                <a:ext cx="1601438" cy="1455705"/>
              </a:xfrm>
              <a:custGeom>
                <a:rect b="b" l="l" r="r" t="t"/>
                <a:pathLst>
                  <a:path extrusionOk="0" h="1455705" w="1601438">
                    <a:moveTo>
                      <a:pt x="1337977" y="82201"/>
                    </a:moveTo>
                    <a:lnTo>
                      <a:pt x="1377315" y="124206"/>
                    </a:lnTo>
                    <a:cubicBezTo>
                      <a:pt x="1383316" y="131159"/>
                      <a:pt x="1393793" y="131921"/>
                      <a:pt x="1400747" y="126016"/>
                    </a:cubicBezTo>
                    <a:cubicBezTo>
                      <a:pt x="1407414" y="119729"/>
                      <a:pt x="1407795" y="109252"/>
                      <a:pt x="1401509" y="102489"/>
                    </a:cubicBezTo>
                    <a:lnTo>
                      <a:pt x="1356836" y="54864"/>
                    </a:lnTo>
                    <a:cubicBezTo>
                      <a:pt x="1372076" y="34195"/>
                      <a:pt x="1390174" y="15716"/>
                      <a:pt x="1410557" y="0"/>
                    </a:cubicBezTo>
                    <a:lnTo>
                      <a:pt x="1601438" y="0"/>
                    </a:lnTo>
                    <a:lnTo>
                      <a:pt x="1601438" y="437864"/>
                    </a:lnTo>
                    <a:lnTo>
                      <a:pt x="1503331" y="437864"/>
                    </a:lnTo>
                    <a:cubicBezTo>
                      <a:pt x="1522381" y="377190"/>
                      <a:pt x="1516856" y="312134"/>
                      <a:pt x="1463802" y="233553"/>
                    </a:cubicBezTo>
                    <a:cubicBezTo>
                      <a:pt x="1609725" y="598361"/>
                      <a:pt x="853631" y="586835"/>
                      <a:pt x="1180910" y="1435703"/>
                    </a:cubicBezTo>
                    <a:lnTo>
                      <a:pt x="1163765" y="1455706"/>
                    </a:lnTo>
                    <a:lnTo>
                      <a:pt x="437769" y="1455706"/>
                    </a:lnTo>
                    <a:lnTo>
                      <a:pt x="146304" y="1165289"/>
                    </a:lnTo>
                    <a:lnTo>
                      <a:pt x="146304" y="437579"/>
                    </a:lnTo>
                    <a:lnTo>
                      <a:pt x="0" y="437579"/>
                    </a:lnTo>
                    <a:lnTo>
                      <a:pt x="0" y="95"/>
                    </a:lnTo>
                    <a:lnTo>
                      <a:pt x="727901" y="95"/>
                    </a:lnTo>
                    <a:lnTo>
                      <a:pt x="727901" y="437960"/>
                    </a:lnTo>
                    <a:lnTo>
                      <a:pt x="581882" y="437960"/>
                    </a:lnTo>
                    <a:lnTo>
                      <a:pt x="581882" y="1017937"/>
                    </a:lnTo>
                    <a:lnTo>
                      <a:pt x="1019747" y="1017937"/>
                    </a:lnTo>
                    <a:lnTo>
                      <a:pt x="1019747" y="437483"/>
                    </a:lnTo>
                    <a:lnTo>
                      <a:pt x="873728" y="437483"/>
                    </a:lnTo>
                    <a:lnTo>
                      <a:pt x="873728" y="95"/>
                    </a:lnTo>
                    <a:lnTo>
                      <a:pt x="1343025" y="95"/>
                    </a:lnTo>
                    <a:cubicBezTo>
                      <a:pt x="1189768" y="114300"/>
                      <a:pt x="1096232" y="410147"/>
                      <a:pt x="1230535" y="617411"/>
                    </a:cubicBezTo>
                    <a:cubicBezTo>
                      <a:pt x="1252538" y="596551"/>
                      <a:pt x="1278160" y="567023"/>
                      <a:pt x="1308259" y="542925"/>
                    </a:cubicBezTo>
                    <a:cubicBezTo>
                      <a:pt x="1294352" y="519684"/>
                      <a:pt x="1283589" y="494729"/>
                      <a:pt x="1276064" y="468725"/>
                    </a:cubicBezTo>
                    <a:lnTo>
                      <a:pt x="1433417" y="407765"/>
                    </a:lnTo>
                    <a:cubicBezTo>
                      <a:pt x="1442657" y="404336"/>
                      <a:pt x="1447324" y="394049"/>
                      <a:pt x="1443895" y="384810"/>
                    </a:cubicBezTo>
                    <a:cubicBezTo>
                      <a:pt x="1440466" y="375571"/>
                      <a:pt x="1430179" y="370904"/>
                      <a:pt x="1420939" y="374333"/>
                    </a:cubicBezTo>
                    <a:lnTo>
                      <a:pt x="1267778" y="433673"/>
                    </a:lnTo>
                    <a:cubicBezTo>
                      <a:pt x="1261110" y="396621"/>
                      <a:pt x="1259110" y="358807"/>
                      <a:pt x="1261967" y="321278"/>
                    </a:cubicBezTo>
                    <a:lnTo>
                      <a:pt x="1416082" y="316516"/>
                    </a:lnTo>
                    <a:cubicBezTo>
                      <a:pt x="1425797" y="316325"/>
                      <a:pt x="1433513" y="308420"/>
                      <a:pt x="1433417" y="298704"/>
                    </a:cubicBezTo>
                    <a:cubicBezTo>
                      <a:pt x="1433036" y="288989"/>
                      <a:pt x="1424940" y="281464"/>
                      <a:pt x="1415225" y="281750"/>
                    </a:cubicBezTo>
                    <a:lnTo>
                      <a:pt x="1265587" y="286322"/>
                    </a:lnTo>
                    <a:cubicBezTo>
                      <a:pt x="1270159" y="252698"/>
                      <a:pt x="1277874" y="219647"/>
                      <a:pt x="1288542" y="187452"/>
                    </a:cubicBezTo>
                    <a:lnTo>
                      <a:pt x="1394746" y="222314"/>
                    </a:lnTo>
                    <a:cubicBezTo>
                      <a:pt x="1403699" y="225552"/>
                      <a:pt x="1413510" y="220980"/>
                      <a:pt x="1416844" y="212122"/>
                    </a:cubicBezTo>
                    <a:cubicBezTo>
                      <a:pt x="1419797" y="203168"/>
                      <a:pt x="1414939" y="193453"/>
                      <a:pt x="1405985" y="190405"/>
                    </a:cubicBezTo>
                    <a:lnTo>
                      <a:pt x="1300258" y="155639"/>
                    </a:lnTo>
                    <a:cubicBezTo>
                      <a:pt x="1310640" y="130112"/>
                      <a:pt x="1323308" y="105537"/>
                      <a:pt x="1337977" y="82296"/>
                    </a:cubicBezTo>
                    <a:lnTo>
                      <a:pt x="1337977" y="8229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</p:grpSp>
      <p:sp>
        <p:nvSpPr>
          <p:cNvPr id="201" name="Google Shape;201;p51"/>
          <p:cNvSpPr txBox="1"/>
          <p:nvPr/>
        </p:nvSpPr>
        <p:spPr>
          <a:xfrm>
            <a:off x="8782050" y="6489397"/>
            <a:ext cx="30289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A7A9A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UNIVERSITY OF UTAH HEALTH</a:t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3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Statement - Utah Red">
  <p:cSld name="Key Statement - Utah Red">
    <p:bg>
      <p:bgPr>
        <a:solidFill>
          <a:schemeClr val="accent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2"/>
          <p:cNvSpPr txBox="1"/>
          <p:nvPr>
            <p:ph type="title"/>
          </p:nvPr>
        </p:nvSpPr>
        <p:spPr>
          <a:xfrm>
            <a:off x="838200" y="2002632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entury Gothic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04" name="Google Shape;204;p52"/>
          <p:cNvGrpSpPr/>
          <p:nvPr/>
        </p:nvGrpSpPr>
        <p:grpSpPr>
          <a:xfrm>
            <a:off x="-3424512" y="-1"/>
            <a:ext cx="3208421" cy="6857999"/>
            <a:chOff x="-3424512" y="-1"/>
            <a:chExt cx="3208421" cy="6857999"/>
          </a:xfrm>
        </p:grpSpPr>
        <p:sp>
          <p:nvSpPr>
            <p:cNvPr id="205" name="Google Shape;205;p52"/>
            <p:cNvSpPr/>
            <p:nvPr/>
          </p:nvSpPr>
          <p:spPr>
            <a:xfrm>
              <a:off x="-3424512" y="-1"/>
              <a:ext cx="3208421" cy="685799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06" name="Google Shape;206;p52"/>
            <p:cNvSpPr txBox="1"/>
            <p:nvPr/>
          </p:nvSpPr>
          <p:spPr>
            <a:xfrm>
              <a:off x="-3267122" y="150741"/>
              <a:ext cx="2941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GB" sz="3200" u="none" cap="none" strike="noStrike">
                  <a:solidFill>
                    <a:schemeClr val="accen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Instruction 1: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52"/>
            <p:cNvSpPr txBox="1"/>
            <p:nvPr/>
          </p:nvSpPr>
          <p:spPr>
            <a:xfrm>
              <a:off x="-3267122" y="818147"/>
              <a:ext cx="294176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To underline keyword in title text box, highlight selected word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8" name="Google Shape;208;p5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143860" y="1824108"/>
              <a:ext cx="875152" cy="905001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09" name="Google Shape;209;p52"/>
            <p:cNvSpPr txBox="1"/>
            <p:nvPr/>
          </p:nvSpPr>
          <p:spPr>
            <a:xfrm>
              <a:off x="-3267122" y="2906262"/>
              <a:ext cx="2502568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2. Then go to 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‘Bold’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in the toolbar and then </a:t>
              </a:r>
              <a:b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‘underline’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after.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0" name="Google Shape;210;p52"/>
            <p:cNvPicPr preferRelativeResize="0"/>
            <p:nvPr/>
          </p:nvPicPr>
          <p:blipFill rotWithShape="1">
            <a:blip r:embed="rId3">
              <a:alphaModFix/>
            </a:blip>
            <a:srcRect b="-62788" l="0" r="0" t="-62788"/>
            <a:stretch/>
          </p:blipFill>
          <p:spPr>
            <a:xfrm>
              <a:off x="-3143862" y="4212225"/>
              <a:ext cx="1654280" cy="1614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1" name="Google Shape;211;p52"/>
            <p:cNvSpPr/>
            <p:nvPr/>
          </p:nvSpPr>
          <p:spPr>
            <a:xfrm>
              <a:off x="-3095847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2" name="Google Shape;212;p52"/>
            <p:cNvSpPr/>
            <p:nvPr/>
          </p:nvSpPr>
          <p:spPr>
            <a:xfrm>
              <a:off x="-2236570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213" name="Google Shape;213;p52"/>
          <p:cNvGrpSpPr/>
          <p:nvPr/>
        </p:nvGrpSpPr>
        <p:grpSpPr>
          <a:xfrm>
            <a:off x="10729913" y="6334847"/>
            <a:ext cx="1126458" cy="295807"/>
            <a:chOff x="6455388" y="4102692"/>
            <a:chExt cx="5543454" cy="1455705"/>
          </a:xfrm>
        </p:grpSpPr>
        <p:sp>
          <p:nvSpPr>
            <p:cNvPr id="214" name="Google Shape;214;p52"/>
            <p:cNvSpPr/>
            <p:nvPr/>
          </p:nvSpPr>
          <p:spPr>
            <a:xfrm>
              <a:off x="8423253" y="4383013"/>
              <a:ext cx="3575494" cy="683609"/>
            </a:xfrm>
            <a:custGeom>
              <a:rect b="b" l="l" r="r" t="t"/>
              <a:pathLst>
                <a:path extrusionOk="0" h="683609" w="3575494">
                  <a:moveTo>
                    <a:pt x="527495" y="0"/>
                  </a:moveTo>
                  <a:lnTo>
                    <a:pt x="527495" y="683133"/>
                  </a:lnTo>
                  <a:lnTo>
                    <a:pt x="399669" y="683133"/>
                  </a:lnTo>
                  <a:lnTo>
                    <a:pt x="399669" y="400622"/>
                  </a:lnTo>
                  <a:lnTo>
                    <a:pt x="125921" y="400622"/>
                  </a:lnTo>
                  <a:lnTo>
                    <a:pt x="125921" y="683228"/>
                  </a:lnTo>
                  <a:lnTo>
                    <a:pt x="0" y="683228"/>
                  </a:lnTo>
                  <a:lnTo>
                    <a:pt x="0" y="0"/>
                  </a:lnTo>
                  <a:lnTo>
                    <a:pt x="125921" y="0"/>
                  </a:lnTo>
                  <a:lnTo>
                    <a:pt x="125921" y="286607"/>
                  </a:lnTo>
                  <a:lnTo>
                    <a:pt x="399574" y="286607"/>
                  </a:lnTo>
                  <a:lnTo>
                    <a:pt x="399574" y="0"/>
                  </a:lnTo>
                  <a:lnTo>
                    <a:pt x="527495" y="0"/>
                  </a:lnTo>
                  <a:close/>
                  <a:moveTo>
                    <a:pt x="715994" y="0"/>
                  </a:moveTo>
                  <a:lnTo>
                    <a:pt x="1138809" y="0"/>
                  </a:lnTo>
                  <a:lnTo>
                    <a:pt x="1138809" y="113062"/>
                  </a:lnTo>
                  <a:lnTo>
                    <a:pt x="841915" y="113062"/>
                  </a:lnTo>
                  <a:lnTo>
                    <a:pt x="841915" y="290989"/>
                  </a:lnTo>
                  <a:lnTo>
                    <a:pt x="1101662" y="290989"/>
                  </a:lnTo>
                  <a:lnTo>
                    <a:pt x="1101662" y="403003"/>
                  </a:lnTo>
                  <a:lnTo>
                    <a:pt x="841915" y="403003"/>
                  </a:lnTo>
                  <a:lnTo>
                    <a:pt x="841915" y="570548"/>
                  </a:lnTo>
                  <a:lnTo>
                    <a:pt x="1148334" y="570548"/>
                  </a:lnTo>
                  <a:lnTo>
                    <a:pt x="1148334" y="683609"/>
                  </a:lnTo>
                  <a:lnTo>
                    <a:pt x="715994" y="683609"/>
                  </a:lnTo>
                  <a:lnTo>
                    <a:pt x="715994" y="0"/>
                  </a:lnTo>
                  <a:close/>
                  <a:moveTo>
                    <a:pt x="1686687" y="517589"/>
                  </a:moveTo>
                  <a:lnTo>
                    <a:pt x="1431893" y="517589"/>
                  </a:lnTo>
                  <a:lnTo>
                    <a:pt x="1369409" y="683228"/>
                  </a:lnTo>
                  <a:lnTo>
                    <a:pt x="1234535" y="683228"/>
                  </a:lnTo>
                  <a:lnTo>
                    <a:pt x="1490377" y="95"/>
                  </a:lnTo>
                  <a:lnTo>
                    <a:pt x="1627251" y="95"/>
                  </a:lnTo>
                  <a:lnTo>
                    <a:pt x="1883092" y="683228"/>
                  </a:lnTo>
                  <a:lnTo>
                    <a:pt x="1749171" y="683228"/>
                  </a:lnTo>
                  <a:lnTo>
                    <a:pt x="1686592" y="517589"/>
                  </a:lnTo>
                  <a:close/>
                  <a:moveTo>
                    <a:pt x="1474470" y="406527"/>
                  </a:moveTo>
                  <a:lnTo>
                    <a:pt x="1645063" y="406527"/>
                  </a:lnTo>
                  <a:lnTo>
                    <a:pt x="1558862" y="145733"/>
                  </a:lnTo>
                  <a:lnTo>
                    <a:pt x="1474565" y="406527"/>
                  </a:lnTo>
                  <a:close/>
                  <a:moveTo>
                    <a:pt x="1995392" y="0"/>
                  </a:moveTo>
                  <a:lnTo>
                    <a:pt x="2121980" y="0"/>
                  </a:lnTo>
                  <a:lnTo>
                    <a:pt x="2121980" y="570167"/>
                  </a:lnTo>
                  <a:lnTo>
                    <a:pt x="2385632" y="570167"/>
                  </a:lnTo>
                  <a:lnTo>
                    <a:pt x="2385632" y="683228"/>
                  </a:lnTo>
                  <a:lnTo>
                    <a:pt x="1995392" y="683228"/>
                  </a:lnTo>
                  <a:lnTo>
                    <a:pt x="1995392" y="0"/>
                  </a:lnTo>
                  <a:close/>
                  <a:moveTo>
                    <a:pt x="2395157" y="0"/>
                  </a:moveTo>
                  <a:lnTo>
                    <a:pt x="2907792" y="0"/>
                  </a:lnTo>
                  <a:lnTo>
                    <a:pt x="2907792" y="116014"/>
                  </a:lnTo>
                  <a:lnTo>
                    <a:pt x="2715863" y="116014"/>
                  </a:lnTo>
                  <a:lnTo>
                    <a:pt x="2715863" y="683228"/>
                  </a:lnTo>
                  <a:lnTo>
                    <a:pt x="2587942" y="683228"/>
                  </a:lnTo>
                  <a:lnTo>
                    <a:pt x="2587942" y="116014"/>
                  </a:lnTo>
                  <a:lnTo>
                    <a:pt x="2395061" y="116014"/>
                  </a:lnTo>
                  <a:lnTo>
                    <a:pt x="2395061" y="0"/>
                  </a:lnTo>
                  <a:close/>
                  <a:moveTo>
                    <a:pt x="3575494" y="0"/>
                  </a:moveTo>
                  <a:lnTo>
                    <a:pt x="3575494" y="683133"/>
                  </a:lnTo>
                  <a:lnTo>
                    <a:pt x="3447764" y="683133"/>
                  </a:lnTo>
                  <a:lnTo>
                    <a:pt x="3447764" y="400622"/>
                  </a:lnTo>
                  <a:lnTo>
                    <a:pt x="3174111" y="400622"/>
                  </a:lnTo>
                  <a:lnTo>
                    <a:pt x="3174111" y="683228"/>
                  </a:lnTo>
                  <a:lnTo>
                    <a:pt x="3048191" y="683228"/>
                  </a:lnTo>
                  <a:lnTo>
                    <a:pt x="3048191" y="0"/>
                  </a:lnTo>
                  <a:lnTo>
                    <a:pt x="3174111" y="0"/>
                  </a:lnTo>
                  <a:lnTo>
                    <a:pt x="3174111" y="286607"/>
                  </a:lnTo>
                  <a:lnTo>
                    <a:pt x="3447764" y="286607"/>
                  </a:lnTo>
                  <a:lnTo>
                    <a:pt x="3447764" y="0"/>
                  </a:lnTo>
                  <a:lnTo>
                    <a:pt x="357549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5" name="Google Shape;215;p52"/>
            <p:cNvSpPr/>
            <p:nvPr/>
          </p:nvSpPr>
          <p:spPr>
            <a:xfrm>
              <a:off x="8418776" y="5302158"/>
              <a:ext cx="3580066" cy="255953"/>
            </a:xfrm>
            <a:custGeom>
              <a:rect b="b" l="l" r="r" t="t"/>
              <a:pathLst>
                <a:path extrusionOk="0" h="255953" w="3580066">
                  <a:moveTo>
                    <a:pt x="146113" y="165847"/>
                  </a:moveTo>
                  <a:lnTo>
                    <a:pt x="146113" y="3065"/>
                  </a:lnTo>
                  <a:lnTo>
                    <a:pt x="184880" y="3065"/>
                  </a:lnTo>
                  <a:lnTo>
                    <a:pt x="184880" y="165847"/>
                  </a:lnTo>
                  <a:cubicBezTo>
                    <a:pt x="185452" y="214996"/>
                    <a:pt x="146113" y="255382"/>
                    <a:pt x="96964" y="255954"/>
                  </a:cubicBezTo>
                  <a:cubicBezTo>
                    <a:pt x="95536" y="255954"/>
                    <a:pt x="94107" y="255954"/>
                    <a:pt x="92583" y="255954"/>
                  </a:cubicBezTo>
                  <a:cubicBezTo>
                    <a:pt x="42672" y="255954"/>
                    <a:pt x="0" y="220521"/>
                    <a:pt x="0" y="165943"/>
                  </a:cubicBezTo>
                  <a:lnTo>
                    <a:pt x="0" y="3160"/>
                  </a:lnTo>
                  <a:lnTo>
                    <a:pt x="39148" y="3160"/>
                  </a:lnTo>
                  <a:lnTo>
                    <a:pt x="39148" y="165943"/>
                  </a:lnTo>
                  <a:cubicBezTo>
                    <a:pt x="39148" y="195470"/>
                    <a:pt x="63151" y="219473"/>
                    <a:pt x="92678" y="219473"/>
                  </a:cubicBezTo>
                  <a:cubicBezTo>
                    <a:pt x="122206" y="219473"/>
                    <a:pt x="146209" y="195470"/>
                    <a:pt x="146209" y="165943"/>
                  </a:cubicBezTo>
                  <a:lnTo>
                    <a:pt x="146113" y="165943"/>
                  </a:lnTo>
                  <a:close/>
                  <a:moveTo>
                    <a:pt x="434435" y="252239"/>
                  </a:moveTo>
                  <a:lnTo>
                    <a:pt x="398621" y="252239"/>
                  </a:lnTo>
                  <a:lnTo>
                    <a:pt x="291560" y="73931"/>
                  </a:lnTo>
                  <a:lnTo>
                    <a:pt x="291560" y="252239"/>
                  </a:lnTo>
                  <a:lnTo>
                    <a:pt x="253460" y="252239"/>
                  </a:lnTo>
                  <a:lnTo>
                    <a:pt x="253460" y="3065"/>
                  </a:lnTo>
                  <a:lnTo>
                    <a:pt x="290417" y="3065"/>
                  </a:lnTo>
                  <a:lnTo>
                    <a:pt x="396335" y="179944"/>
                  </a:lnTo>
                  <a:lnTo>
                    <a:pt x="396335" y="3065"/>
                  </a:lnTo>
                  <a:lnTo>
                    <a:pt x="434435" y="3065"/>
                  </a:lnTo>
                  <a:lnTo>
                    <a:pt x="434435" y="252239"/>
                  </a:lnTo>
                  <a:close/>
                  <a:moveTo>
                    <a:pt x="497014" y="3065"/>
                  </a:moveTo>
                  <a:lnTo>
                    <a:pt x="535114" y="3065"/>
                  </a:lnTo>
                  <a:lnTo>
                    <a:pt x="535114" y="252239"/>
                  </a:lnTo>
                  <a:lnTo>
                    <a:pt x="497014" y="252239"/>
                  </a:lnTo>
                  <a:lnTo>
                    <a:pt x="497014" y="3065"/>
                  </a:lnTo>
                  <a:close/>
                  <a:moveTo>
                    <a:pt x="622935" y="3065"/>
                  </a:moveTo>
                  <a:lnTo>
                    <a:pt x="676180" y="188231"/>
                  </a:lnTo>
                  <a:lnTo>
                    <a:pt x="729710" y="3065"/>
                  </a:lnTo>
                  <a:lnTo>
                    <a:pt x="769525" y="3065"/>
                  </a:lnTo>
                  <a:lnTo>
                    <a:pt x="694372" y="252239"/>
                  </a:lnTo>
                  <a:lnTo>
                    <a:pt x="658558" y="252239"/>
                  </a:lnTo>
                  <a:lnTo>
                    <a:pt x="583025" y="3065"/>
                  </a:lnTo>
                  <a:lnTo>
                    <a:pt x="623125" y="3065"/>
                  </a:lnTo>
                  <a:close/>
                  <a:moveTo>
                    <a:pt x="813911" y="3065"/>
                  </a:moveTo>
                  <a:lnTo>
                    <a:pt x="964025" y="3065"/>
                  </a:lnTo>
                  <a:lnTo>
                    <a:pt x="964025" y="38212"/>
                  </a:lnTo>
                  <a:lnTo>
                    <a:pt x="852297" y="38212"/>
                  </a:lnTo>
                  <a:lnTo>
                    <a:pt x="852297" y="111936"/>
                  </a:lnTo>
                  <a:lnTo>
                    <a:pt x="949928" y="111936"/>
                  </a:lnTo>
                  <a:lnTo>
                    <a:pt x="949928" y="146988"/>
                  </a:lnTo>
                  <a:lnTo>
                    <a:pt x="852297" y="146988"/>
                  </a:lnTo>
                  <a:lnTo>
                    <a:pt x="852297" y="216806"/>
                  </a:lnTo>
                  <a:lnTo>
                    <a:pt x="967645" y="216806"/>
                  </a:lnTo>
                  <a:lnTo>
                    <a:pt x="967645" y="251953"/>
                  </a:lnTo>
                  <a:lnTo>
                    <a:pt x="813911" y="251953"/>
                  </a:lnTo>
                  <a:lnTo>
                    <a:pt x="813911" y="3160"/>
                  </a:lnTo>
                  <a:close/>
                  <a:moveTo>
                    <a:pt x="1200436" y="252239"/>
                  </a:moveTo>
                  <a:lnTo>
                    <a:pt x="1153763" y="252239"/>
                  </a:lnTo>
                  <a:lnTo>
                    <a:pt x="1091565" y="160799"/>
                  </a:lnTo>
                  <a:lnTo>
                    <a:pt x="1064800" y="160799"/>
                  </a:lnTo>
                  <a:lnTo>
                    <a:pt x="1064800" y="252239"/>
                  </a:lnTo>
                  <a:lnTo>
                    <a:pt x="1026128" y="252239"/>
                  </a:lnTo>
                  <a:lnTo>
                    <a:pt x="1026128" y="3065"/>
                  </a:lnTo>
                  <a:lnTo>
                    <a:pt x="1123379" y="3065"/>
                  </a:lnTo>
                  <a:cubicBezTo>
                    <a:pt x="1176909" y="3065"/>
                    <a:pt x="1199483" y="42499"/>
                    <a:pt x="1199483" y="82218"/>
                  </a:cubicBezTo>
                  <a:cubicBezTo>
                    <a:pt x="1199483" y="118794"/>
                    <a:pt x="1181005" y="154227"/>
                    <a:pt x="1135094" y="159180"/>
                  </a:cubicBezTo>
                  <a:lnTo>
                    <a:pt x="1200245" y="252144"/>
                  </a:lnTo>
                  <a:close/>
                  <a:moveTo>
                    <a:pt x="1064895" y="38117"/>
                  </a:moveTo>
                  <a:lnTo>
                    <a:pt x="1064895" y="125271"/>
                  </a:lnTo>
                  <a:lnTo>
                    <a:pt x="1120616" y="125271"/>
                  </a:lnTo>
                  <a:cubicBezTo>
                    <a:pt x="1148524" y="125271"/>
                    <a:pt x="1159669" y="103173"/>
                    <a:pt x="1159669" y="81837"/>
                  </a:cubicBezTo>
                  <a:cubicBezTo>
                    <a:pt x="1159669" y="60501"/>
                    <a:pt x="1148810" y="38022"/>
                    <a:pt x="1121569" y="38022"/>
                  </a:cubicBezTo>
                  <a:lnTo>
                    <a:pt x="1064895" y="38022"/>
                  </a:lnTo>
                  <a:close/>
                  <a:moveTo>
                    <a:pt x="1290256" y="179849"/>
                  </a:moveTo>
                  <a:cubicBezTo>
                    <a:pt x="1291019" y="200137"/>
                    <a:pt x="1310164" y="220711"/>
                    <a:pt x="1339882" y="220711"/>
                  </a:cubicBezTo>
                  <a:cubicBezTo>
                    <a:pt x="1369600" y="220711"/>
                    <a:pt x="1384364" y="204805"/>
                    <a:pt x="1386935" y="186707"/>
                  </a:cubicBezTo>
                  <a:cubicBezTo>
                    <a:pt x="1388364" y="163561"/>
                    <a:pt x="1370648" y="151560"/>
                    <a:pt x="1347502" y="146131"/>
                  </a:cubicBezTo>
                  <a:lnTo>
                    <a:pt x="1315974" y="138225"/>
                  </a:lnTo>
                  <a:cubicBezTo>
                    <a:pt x="1262444" y="123747"/>
                    <a:pt x="1254062" y="93362"/>
                    <a:pt x="1254062" y="71550"/>
                  </a:cubicBezTo>
                  <a:cubicBezTo>
                    <a:pt x="1254062" y="28878"/>
                    <a:pt x="1292162" y="303"/>
                    <a:pt x="1336072" y="303"/>
                  </a:cubicBezTo>
                  <a:cubicBezTo>
                    <a:pt x="1379982" y="303"/>
                    <a:pt x="1417034" y="28878"/>
                    <a:pt x="1417034" y="74026"/>
                  </a:cubicBezTo>
                  <a:lnTo>
                    <a:pt x="1378934" y="74026"/>
                  </a:lnTo>
                  <a:cubicBezTo>
                    <a:pt x="1378934" y="51262"/>
                    <a:pt x="1361218" y="35926"/>
                    <a:pt x="1335500" y="35926"/>
                  </a:cubicBezTo>
                  <a:cubicBezTo>
                    <a:pt x="1312736" y="35926"/>
                    <a:pt x="1292447" y="49642"/>
                    <a:pt x="1292447" y="70312"/>
                  </a:cubicBezTo>
                  <a:cubicBezTo>
                    <a:pt x="1292447" y="79837"/>
                    <a:pt x="1296067" y="95267"/>
                    <a:pt x="1325785" y="102887"/>
                  </a:cubicBezTo>
                  <a:lnTo>
                    <a:pt x="1357598" y="111174"/>
                  </a:lnTo>
                  <a:cubicBezTo>
                    <a:pt x="1407890" y="124604"/>
                    <a:pt x="1428845" y="152798"/>
                    <a:pt x="1424940" y="188517"/>
                  </a:cubicBezTo>
                  <a:cubicBezTo>
                    <a:pt x="1421321" y="227569"/>
                    <a:pt x="1387697" y="255192"/>
                    <a:pt x="1339977" y="255192"/>
                  </a:cubicBezTo>
                  <a:cubicBezTo>
                    <a:pt x="1288256" y="255192"/>
                    <a:pt x="1252156" y="219759"/>
                    <a:pt x="1252156" y="179087"/>
                  </a:cubicBezTo>
                  <a:lnTo>
                    <a:pt x="1290256" y="179754"/>
                  </a:lnTo>
                  <a:close/>
                  <a:moveTo>
                    <a:pt x="1475041" y="2970"/>
                  </a:moveTo>
                  <a:lnTo>
                    <a:pt x="1513141" y="2970"/>
                  </a:lnTo>
                  <a:lnTo>
                    <a:pt x="1513141" y="252144"/>
                  </a:lnTo>
                  <a:lnTo>
                    <a:pt x="1475041" y="252144"/>
                  </a:lnTo>
                  <a:lnTo>
                    <a:pt x="1475041" y="2970"/>
                  </a:lnTo>
                  <a:close/>
                  <a:moveTo>
                    <a:pt x="1557147" y="2970"/>
                  </a:moveTo>
                  <a:lnTo>
                    <a:pt x="1742980" y="2970"/>
                  </a:lnTo>
                  <a:lnTo>
                    <a:pt x="1742980" y="38784"/>
                  </a:lnTo>
                  <a:lnTo>
                    <a:pt x="1669732" y="38784"/>
                  </a:lnTo>
                  <a:lnTo>
                    <a:pt x="1669732" y="252239"/>
                  </a:lnTo>
                  <a:lnTo>
                    <a:pt x="1630680" y="252239"/>
                  </a:lnTo>
                  <a:lnTo>
                    <a:pt x="1630680" y="38879"/>
                  </a:lnTo>
                  <a:lnTo>
                    <a:pt x="1557338" y="38879"/>
                  </a:lnTo>
                  <a:lnTo>
                    <a:pt x="1557338" y="2970"/>
                  </a:lnTo>
                  <a:close/>
                  <a:moveTo>
                    <a:pt x="1861375" y="252144"/>
                  </a:moveTo>
                  <a:lnTo>
                    <a:pt x="1861375" y="137939"/>
                  </a:lnTo>
                  <a:lnTo>
                    <a:pt x="1766221" y="3065"/>
                  </a:lnTo>
                  <a:lnTo>
                    <a:pt x="1812227" y="3065"/>
                  </a:lnTo>
                  <a:lnTo>
                    <a:pt x="1880997" y="102125"/>
                  </a:lnTo>
                  <a:lnTo>
                    <a:pt x="1950434" y="3065"/>
                  </a:lnTo>
                  <a:lnTo>
                    <a:pt x="1996440" y="3065"/>
                  </a:lnTo>
                  <a:lnTo>
                    <a:pt x="1900619" y="138320"/>
                  </a:lnTo>
                  <a:lnTo>
                    <a:pt x="1900619" y="252525"/>
                  </a:lnTo>
                  <a:lnTo>
                    <a:pt x="1861566" y="252144"/>
                  </a:lnTo>
                  <a:close/>
                  <a:moveTo>
                    <a:pt x="2238566" y="17"/>
                  </a:moveTo>
                  <a:cubicBezTo>
                    <a:pt x="2309146" y="-1126"/>
                    <a:pt x="2367248" y="55262"/>
                    <a:pt x="2368391" y="125842"/>
                  </a:cubicBezTo>
                  <a:cubicBezTo>
                    <a:pt x="2369534" y="196423"/>
                    <a:pt x="2313146" y="254525"/>
                    <a:pt x="2242566" y="255668"/>
                  </a:cubicBezTo>
                  <a:cubicBezTo>
                    <a:pt x="2171986" y="256811"/>
                    <a:pt x="2113883" y="200423"/>
                    <a:pt x="2112740" y="129843"/>
                  </a:cubicBezTo>
                  <a:cubicBezTo>
                    <a:pt x="2112740" y="129271"/>
                    <a:pt x="2112740" y="128605"/>
                    <a:pt x="2112740" y="128033"/>
                  </a:cubicBezTo>
                  <a:cubicBezTo>
                    <a:pt x="2111788" y="58310"/>
                    <a:pt x="2167604" y="970"/>
                    <a:pt x="2237327" y="17"/>
                  </a:cubicBezTo>
                  <a:cubicBezTo>
                    <a:pt x="2237708" y="17"/>
                    <a:pt x="2238184" y="17"/>
                    <a:pt x="2238566" y="17"/>
                  </a:cubicBezTo>
                  <a:close/>
                  <a:moveTo>
                    <a:pt x="2238566" y="218140"/>
                  </a:moveTo>
                  <a:cubicBezTo>
                    <a:pt x="2288381" y="219664"/>
                    <a:pt x="2330006" y="180516"/>
                    <a:pt x="2331530" y="130700"/>
                  </a:cubicBezTo>
                  <a:cubicBezTo>
                    <a:pt x="2333054" y="80884"/>
                    <a:pt x="2293906" y="39260"/>
                    <a:pt x="2244090" y="37736"/>
                  </a:cubicBezTo>
                  <a:cubicBezTo>
                    <a:pt x="2194274" y="36212"/>
                    <a:pt x="2152650" y="75360"/>
                    <a:pt x="2151126" y="125176"/>
                  </a:cubicBezTo>
                  <a:cubicBezTo>
                    <a:pt x="2151126" y="126128"/>
                    <a:pt x="2151126" y="127081"/>
                    <a:pt x="2151126" y="128128"/>
                  </a:cubicBezTo>
                  <a:cubicBezTo>
                    <a:pt x="2150078" y="176896"/>
                    <a:pt x="2188750" y="217187"/>
                    <a:pt x="2237423" y="218235"/>
                  </a:cubicBezTo>
                  <a:cubicBezTo>
                    <a:pt x="2237804" y="218235"/>
                    <a:pt x="2238184" y="218235"/>
                    <a:pt x="2238566" y="218235"/>
                  </a:cubicBezTo>
                  <a:lnTo>
                    <a:pt x="2238566" y="218235"/>
                  </a:lnTo>
                  <a:close/>
                  <a:moveTo>
                    <a:pt x="2413349" y="2970"/>
                  </a:moveTo>
                  <a:lnTo>
                    <a:pt x="2561558" y="2970"/>
                  </a:lnTo>
                  <a:lnTo>
                    <a:pt x="2561558" y="38117"/>
                  </a:lnTo>
                  <a:lnTo>
                    <a:pt x="2451640" y="38117"/>
                  </a:lnTo>
                  <a:lnTo>
                    <a:pt x="2451640" y="111841"/>
                  </a:lnTo>
                  <a:lnTo>
                    <a:pt x="2538413" y="111841"/>
                  </a:lnTo>
                  <a:lnTo>
                    <a:pt x="2538413" y="146893"/>
                  </a:lnTo>
                  <a:lnTo>
                    <a:pt x="2451640" y="146893"/>
                  </a:lnTo>
                  <a:lnTo>
                    <a:pt x="2451640" y="251572"/>
                  </a:lnTo>
                  <a:lnTo>
                    <a:pt x="2413540" y="251572"/>
                  </a:lnTo>
                  <a:lnTo>
                    <a:pt x="2413349" y="2970"/>
                  </a:lnTo>
                  <a:close/>
                  <a:moveTo>
                    <a:pt x="2842260" y="165752"/>
                  </a:moveTo>
                  <a:lnTo>
                    <a:pt x="2842260" y="2970"/>
                  </a:lnTo>
                  <a:lnTo>
                    <a:pt x="2881027" y="2970"/>
                  </a:lnTo>
                  <a:lnTo>
                    <a:pt x="2881027" y="165752"/>
                  </a:lnTo>
                  <a:cubicBezTo>
                    <a:pt x="2881598" y="214901"/>
                    <a:pt x="2842260" y="255287"/>
                    <a:pt x="2793111" y="255859"/>
                  </a:cubicBezTo>
                  <a:cubicBezTo>
                    <a:pt x="2791682" y="255859"/>
                    <a:pt x="2790254" y="255859"/>
                    <a:pt x="2788730" y="255859"/>
                  </a:cubicBezTo>
                  <a:cubicBezTo>
                    <a:pt x="2738819" y="255859"/>
                    <a:pt x="2696147" y="220426"/>
                    <a:pt x="2696147" y="165847"/>
                  </a:cubicBezTo>
                  <a:lnTo>
                    <a:pt x="2696147" y="3065"/>
                  </a:lnTo>
                  <a:lnTo>
                    <a:pt x="2735199" y="3065"/>
                  </a:lnTo>
                  <a:lnTo>
                    <a:pt x="2735199" y="165847"/>
                  </a:lnTo>
                  <a:cubicBezTo>
                    <a:pt x="2735199" y="195375"/>
                    <a:pt x="2759202" y="219378"/>
                    <a:pt x="2788730" y="219378"/>
                  </a:cubicBezTo>
                  <a:cubicBezTo>
                    <a:pt x="2818257" y="219378"/>
                    <a:pt x="2842260" y="195375"/>
                    <a:pt x="2842260" y="165847"/>
                  </a:cubicBezTo>
                  <a:close/>
                  <a:moveTo>
                    <a:pt x="2930461" y="2970"/>
                  </a:moveTo>
                  <a:lnTo>
                    <a:pt x="3116390" y="2970"/>
                  </a:lnTo>
                  <a:lnTo>
                    <a:pt x="3116390" y="38784"/>
                  </a:lnTo>
                  <a:lnTo>
                    <a:pt x="3043047" y="38784"/>
                  </a:lnTo>
                  <a:lnTo>
                    <a:pt x="3043047" y="252239"/>
                  </a:lnTo>
                  <a:lnTo>
                    <a:pt x="3003995" y="252239"/>
                  </a:lnTo>
                  <a:lnTo>
                    <a:pt x="3003995" y="38879"/>
                  </a:lnTo>
                  <a:lnTo>
                    <a:pt x="2930652" y="38879"/>
                  </a:lnTo>
                  <a:lnTo>
                    <a:pt x="2930652" y="2970"/>
                  </a:lnTo>
                  <a:close/>
                  <a:moveTo>
                    <a:pt x="3280315" y="190422"/>
                  </a:moveTo>
                  <a:lnTo>
                    <a:pt x="3179826" y="190422"/>
                  </a:lnTo>
                  <a:lnTo>
                    <a:pt x="3155919" y="252715"/>
                  </a:lnTo>
                  <a:lnTo>
                    <a:pt x="3115056" y="252715"/>
                  </a:lnTo>
                  <a:lnTo>
                    <a:pt x="3208782" y="3065"/>
                  </a:lnTo>
                  <a:lnTo>
                    <a:pt x="3250406" y="3065"/>
                  </a:lnTo>
                  <a:lnTo>
                    <a:pt x="3344418" y="252239"/>
                  </a:lnTo>
                  <a:lnTo>
                    <a:pt x="3303937" y="252239"/>
                  </a:lnTo>
                  <a:lnTo>
                    <a:pt x="3280220" y="190422"/>
                  </a:lnTo>
                  <a:close/>
                  <a:moveTo>
                    <a:pt x="3192780" y="156037"/>
                  </a:moveTo>
                  <a:lnTo>
                    <a:pt x="3267266" y="156037"/>
                  </a:lnTo>
                  <a:lnTo>
                    <a:pt x="3230023" y="51357"/>
                  </a:lnTo>
                  <a:lnTo>
                    <a:pt x="3192685" y="156037"/>
                  </a:lnTo>
                  <a:close/>
                  <a:moveTo>
                    <a:pt x="3580066" y="2970"/>
                  </a:moveTo>
                  <a:lnTo>
                    <a:pt x="3580066" y="252144"/>
                  </a:lnTo>
                  <a:lnTo>
                    <a:pt x="3541014" y="252144"/>
                  </a:lnTo>
                  <a:lnTo>
                    <a:pt x="3541014" y="145845"/>
                  </a:lnTo>
                  <a:lnTo>
                    <a:pt x="3428619" y="145845"/>
                  </a:lnTo>
                  <a:lnTo>
                    <a:pt x="3428619" y="252144"/>
                  </a:lnTo>
                  <a:lnTo>
                    <a:pt x="3390519" y="252144"/>
                  </a:lnTo>
                  <a:lnTo>
                    <a:pt x="3390519" y="2970"/>
                  </a:lnTo>
                  <a:lnTo>
                    <a:pt x="3428619" y="2970"/>
                  </a:lnTo>
                  <a:lnTo>
                    <a:pt x="3428619" y="110698"/>
                  </a:lnTo>
                  <a:lnTo>
                    <a:pt x="3541110" y="110698"/>
                  </a:lnTo>
                  <a:lnTo>
                    <a:pt x="3541110" y="2970"/>
                  </a:lnTo>
                  <a:lnTo>
                    <a:pt x="3580066" y="297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grpSp>
          <p:nvGrpSpPr>
            <p:cNvPr id="216" name="Google Shape;216;p52"/>
            <p:cNvGrpSpPr/>
            <p:nvPr/>
          </p:nvGrpSpPr>
          <p:grpSpPr>
            <a:xfrm>
              <a:off x="6455388" y="4102692"/>
              <a:ext cx="1601438" cy="1455705"/>
              <a:chOff x="3324225" y="2700241"/>
              <a:chExt cx="1601438" cy="1455705"/>
            </a:xfrm>
          </p:grpSpPr>
          <p:sp>
            <p:nvSpPr>
              <p:cNvPr id="217" name="Google Shape;217;p52"/>
              <p:cNvSpPr/>
              <p:nvPr/>
            </p:nvSpPr>
            <p:spPr>
              <a:xfrm>
                <a:off x="4540585" y="3230022"/>
                <a:ext cx="239250" cy="787908"/>
              </a:xfrm>
              <a:custGeom>
                <a:rect b="b" l="l" r="r" t="t"/>
                <a:pathLst>
                  <a:path extrusionOk="0" h="787908" w="239250">
                    <a:moveTo>
                      <a:pt x="14270" y="87440"/>
                    </a:moveTo>
                    <a:cubicBezTo>
                      <a:pt x="36273" y="66580"/>
                      <a:pt x="61895" y="37052"/>
                      <a:pt x="91994" y="12954"/>
                    </a:cubicBezTo>
                    <a:moveTo>
                      <a:pt x="239251" y="549307"/>
                    </a:moveTo>
                    <a:lnTo>
                      <a:pt x="239251" y="635603"/>
                    </a:lnTo>
                    <a:lnTo>
                      <a:pt x="85993" y="787908"/>
                    </a:lnTo>
                    <a:cubicBezTo>
                      <a:pt x="-131844" y="356330"/>
                      <a:pt x="118569" y="176879"/>
                      <a:pt x="239251" y="0"/>
                    </a:cubicBezTo>
                    <a:lnTo>
                      <a:pt x="239251" y="201263"/>
                    </a:lnTo>
                    <a:lnTo>
                      <a:pt x="210676" y="173927"/>
                    </a:lnTo>
                    <a:cubicBezTo>
                      <a:pt x="199817" y="163830"/>
                      <a:pt x="182767" y="164402"/>
                      <a:pt x="172576" y="175165"/>
                    </a:cubicBezTo>
                    <a:cubicBezTo>
                      <a:pt x="162098" y="185738"/>
                      <a:pt x="162098" y="202692"/>
                      <a:pt x="172576" y="213265"/>
                    </a:cubicBezTo>
                    <a:lnTo>
                      <a:pt x="239251" y="276511"/>
                    </a:lnTo>
                    <a:lnTo>
                      <a:pt x="239251" y="350234"/>
                    </a:lnTo>
                    <a:lnTo>
                      <a:pt x="101709" y="343757"/>
                    </a:lnTo>
                    <a:cubicBezTo>
                      <a:pt x="86660" y="342995"/>
                      <a:pt x="73897" y="354521"/>
                      <a:pt x="73134" y="369570"/>
                    </a:cubicBezTo>
                    <a:cubicBezTo>
                      <a:pt x="73134" y="369570"/>
                      <a:pt x="73134" y="369570"/>
                      <a:pt x="73134" y="369570"/>
                    </a:cubicBezTo>
                    <a:cubicBezTo>
                      <a:pt x="72087" y="384524"/>
                      <a:pt x="83136" y="397478"/>
                      <a:pt x="98090" y="398717"/>
                    </a:cubicBezTo>
                    <a:lnTo>
                      <a:pt x="239155" y="405289"/>
                    </a:lnTo>
                    <a:lnTo>
                      <a:pt x="239155" y="486728"/>
                    </a:lnTo>
                    <a:lnTo>
                      <a:pt x="89136" y="545973"/>
                    </a:lnTo>
                    <a:cubicBezTo>
                      <a:pt x="74468" y="551783"/>
                      <a:pt x="67324" y="568452"/>
                      <a:pt x="73230" y="583121"/>
                    </a:cubicBezTo>
                    <a:cubicBezTo>
                      <a:pt x="73230" y="583121"/>
                      <a:pt x="73230" y="583121"/>
                      <a:pt x="73230" y="583216"/>
                    </a:cubicBezTo>
                    <a:cubicBezTo>
                      <a:pt x="78468" y="598075"/>
                      <a:pt x="94756" y="605981"/>
                      <a:pt x="109615" y="600742"/>
                    </a:cubicBezTo>
                    <a:cubicBezTo>
                      <a:pt x="109615" y="600742"/>
                      <a:pt x="109615" y="600742"/>
                      <a:pt x="109615" y="600742"/>
                    </a:cubicBezTo>
                    <a:lnTo>
                      <a:pt x="238965" y="548831"/>
                    </a:lnTo>
                    <a:lnTo>
                      <a:pt x="239155" y="54921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18" name="Google Shape;218;p52"/>
              <p:cNvSpPr/>
              <p:nvPr/>
            </p:nvSpPr>
            <p:spPr>
              <a:xfrm>
                <a:off x="3324225" y="2700241"/>
                <a:ext cx="1601438" cy="1455705"/>
              </a:xfrm>
              <a:custGeom>
                <a:rect b="b" l="l" r="r" t="t"/>
                <a:pathLst>
                  <a:path extrusionOk="0" h="1455705" w="1601438">
                    <a:moveTo>
                      <a:pt x="1337977" y="82201"/>
                    </a:moveTo>
                    <a:lnTo>
                      <a:pt x="1377315" y="124206"/>
                    </a:lnTo>
                    <a:cubicBezTo>
                      <a:pt x="1383316" y="131159"/>
                      <a:pt x="1393793" y="131921"/>
                      <a:pt x="1400747" y="126016"/>
                    </a:cubicBezTo>
                    <a:cubicBezTo>
                      <a:pt x="1407414" y="119729"/>
                      <a:pt x="1407795" y="109252"/>
                      <a:pt x="1401509" y="102489"/>
                    </a:cubicBezTo>
                    <a:lnTo>
                      <a:pt x="1356836" y="54864"/>
                    </a:lnTo>
                    <a:cubicBezTo>
                      <a:pt x="1372076" y="34195"/>
                      <a:pt x="1390174" y="15716"/>
                      <a:pt x="1410557" y="0"/>
                    </a:cubicBezTo>
                    <a:lnTo>
                      <a:pt x="1601438" y="0"/>
                    </a:lnTo>
                    <a:lnTo>
                      <a:pt x="1601438" y="437864"/>
                    </a:lnTo>
                    <a:lnTo>
                      <a:pt x="1503331" y="437864"/>
                    </a:lnTo>
                    <a:cubicBezTo>
                      <a:pt x="1522381" y="377190"/>
                      <a:pt x="1516856" y="312134"/>
                      <a:pt x="1463802" y="233553"/>
                    </a:cubicBezTo>
                    <a:cubicBezTo>
                      <a:pt x="1609725" y="598361"/>
                      <a:pt x="853631" y="586835"/>
                      <a:pt x="1180910" y="1435703"/>
                    </a:cubicBezTo>
                    <a:lnTo>
                      <a:pt x="1163765" y="1455706"/>
                    </a:lnTo>
                    <a:lnTo>
                      <a:pt x="437769" y="1455706"/>
                    </a:lnTo>
                    <a:lnTo>
                      <a:pt x="146304" y="1165289"/>
                    </a:lnTo>
                    <a:lnTo>
                      <a:pt x="146304" y="437579"/>
                    </a:lnTo>
                    <a:lnTo>
                      <a:pt x="0" y="437579"/>
                    </a:lnTo>
                    <a:lnTo>
                      <a:pt x="0" y="95"/>
                    </a:lnTo>
                    <a:lnTo>
                      <a:pt x="727901" y="95"/>
                    </a:lnTo>
                    <a:lnTo>
                      <a:pt x="727901" y="437960"/>
                    </a:lnTo>
                    <a:lnTo>
                      <a:pt x="581882" y="437960"/>
                    </a:lnTo>
                    <a:lnTo>
                      <a:pt x="581882" y="1017937"/>
                    </a:lnTo>
                    <a:lnTo>
                      <a:pt x="1019747" y="1017937"/>
                    </a:lnTo>
                    <a:lnTo>
                      <a:pt x="1019747" y="437483"/>
                    </a:lnTo>
                    <a:lnTo>
                      <a:pt x="873728" y="437483"/>
                    </a:lnTo>
                    <a:lnTo>
                      <a:pt x="873728" y="95"/>
                    </a:lnTo>
                    <a:lnTo>
                      <a:pt x="1343025" y="95"/>
                    </a:lnTo>
                    <a:cubicBezTo>
                      <a:pt x="1189768" y="114300"/>
                      <a:pt x="1096232" y="410147"/>
                      <a:pt x="1230535" y="617411"/>
                    </a:cubicBezTo>
                    <a:cubicBezTo>
                      <a:pt x="1252538" y="596551"/>
                      <a:pt x="1278160" y="567023"/>
                      <a:pt x="1308259" y="542925"/>
                    </a:cubicBezTo>
                    <a:cubicBezTo>
                      <a:pt x="1294352" y="519684"/>
                      <a:pt x="1283589" y="494729"/>
                      <a:pt x="1276064" y="468725"/>
                    </a:cubicBezTo>
                    <a:lnTo>
                      <a:pt x="1433417" y="407765"/>
                    </a:lnTo>
                    <a:cubicBezTo>
                      <a:pt x="1442657" y="404336"/>
                      <a:pt x="1447324" y="394049"/>
                      <a:pt x="1443895" y="384810"/>
                    </a:cubicBezTo>
                    <a:cubicBezTo>
                      <a:pt x="1440466" y="375571"/>
                      <a:pt x="1430179" y="370904"/>
                      <a:pt x="1420939" y="374333"/>
                    </a:cubicBezTo>
                    <a:lnTo>
                      <a:pt x="1267778" y="433673"/>
                    </a:lnTo>
                    <a:cubicBezTo>
                      <a:pt x="1261110" y="396621"/>
                      <a:pt x="1259110" y="358807"/>
                      <a:pt x="1261967" y="321278"/>
                    </a:cubicBezTo>
                    <a:lnTo>
                      <a:pt x="1416082" y="316516"/>
                    </a:lnTo>
                    <a:cubicBezTo>
                      <a:pt x="1425797" y="316325"/>
                      <a:pt x="1433513" y="308420"/>
                      <a:pt x="1433417" y="298704"/>
                    </a:cubicBezTo>
                    <a:cubicBezTo>
                      <a:pt x="1433036" y="288989"/>
                      <a:pt x="1424940" y="281464"/>
                      <a:pt x="1415225" y="281750"/>
                    </a:cubicBezTo>
                    <a:lnTo>
                      <a:pt x="1265587" y="286322"/>
                    </a:lnTo>
                    <a:cubicBezTo>
                      <a:pt x="1270159" y="252698"/>
                      <a:pt x="1277874" y="219647"/>
                      <a:pt x="1288542" y="187452"/>
                    </a:cubicBezTo>
                    <a:lnTo>
                      <a:pt x="1394746" y="222314"/>
                    </a:lnTo>
                    <a:cubicBezTo>
                      <a:pt x="1403699" y="225552"/>
                      <a:pt x="1413510" y="220980"/>
                      <a:pt x="1416844" y="212122"/>
                    </a:cubicBezTo>
                    <a:cubicBezTo>
                      <a:pt x="1419797" y="203168"/>
                      <a:pt x="1414939" y="193453"/>
                      <a:pt x="1405985" y="190405"/>
                    </a:cubicBezTo>
                    <a:lnTo>
                      <a:pt x="1300258" y="155639"/>
                    </a:lnTo>
                    <a:cubicBezTo>
                      <a:pt x="1310640" y="130112"/>
                      <a:pt x="1323308" y="105537"/>
                      <a:pt x="1337977" y="82296"/>
                    </a:cubicBezTo>
                    <a:lnTo>
                      <a:pt x="1337977" y="8229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</p:grpSp>
      <p:grpSp>
        <p:nvGrpSpPr>
          <p:cNvPr id="219" name="Google Shape;219;p52"/>
          <p:cNvGrpSpPr/>
          <p:nvPr/>
        </p:nvGrpSpPr>
        <p:grpSpPr>
          <a:xfrm>
            <a:off x="-3424512" y="-1"/>
            <a:ext cx="3208421" cy="6857999"/>
            <a:chOff x="-3424512" y="-1"/>
            <a:chExt cx="3208421" cy="6857999"/>
          </a:xfrm>
        </p:grpSpPr>
        <p:sp>
          <p:nvSpPr>
            <p:cNvPr id="220" name="Google Shape;220;p52"/>
            <p:cNvSpPr/>
            <p:nvPr/>
          </p:nvSpPr>
          <p:spPr>
            <a:xfrm>
              <a:off x="-3424512" y="-1"/>
              <a:ext cx="3208421" cy="685799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1" name="Google Shape;221;p52"/>
            <p:cNvSpPr txBox="1"/>
            <p:nvPr/>
          </p:nvSpPr>
          <p:spPr>
            <a:xfrm>
              <a:off x="-3267122" y="150741"/>
              <a:ext cx="2941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GB" sz="3200" u="none" cap="none" strike="noStrike">
                  <a:solidFill>
                    <a:schemeClr val="accen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Instruction: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52"/>
            <p:cNvSpPr txBox="1"/>
            <p:nvPr/>
          </p:nvSpPr>
          <p:spPr>
            <a:xfrm>
              <a:off x="-3267122" y="818147"/>
              <a:ext cx="294176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To underline keyword in title text box, highlight selected word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3" name="Google Shape;223;p5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143860" y="1824108"/>
              <a:ext cx="875152" cy="905001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24" name="Google Shape;224;p52"/>
            <p:cNvSpPr txBox="1"/>
            <p:nvPr/>
          </p:nvSpPr>
          <p:spPr>
            <a:xfrm>
              <a:off x="-3267122" y="2906262"/>
              <a:ext cx="2502568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2. Then go to 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‘Bold’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in the toolbar and then </a:t>
              </a:r>
              <a:b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‘underline’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after.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5" name="Google Shape;225;p52"/>
            <p:cNvPicPr preferRelativeResize="0"/>
            <p:nvPr/>
          </p:nvPicPr>
          <p:blipFill rotWithShape="1">
            <a:blip r:embed="rId3">
              <a:alphaModFix/>
            </a:blip>
            <a:srcRect b="-62788" l="0" r="0" t="-62788"/>
            <a:stretch/>
          </p:blipFill>
          <p:spPr>
            <a:xfrm>
              <a:off x="-3143862" y="4212225"/>
              <a:ext cx="1654280" cy="1614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6" name="Google Shape;226;p52"/>
            <p:cNvSpPr/>
            <p:nvPr/>
          </p:nvSpPr>
          <p:spPr>
            <a:xfrm>
              <a:off x="-3095847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7" name="Google Shape;227;p52"/>
            <p:cNvSpPr/>
            <p:nvPr/>
          </p:nvSpPr>
          <p:spPr>
            <a:xfrm>
              <a:off x="-2236570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228" name="Google Shape;228;p52"/>
          <p:cNvSpPr txBox="1"/>
          <p:nvPr/>
        </p:nvSpPr>
        <p:spPr>
          <a:xfrm>
            <a:off x="274320" y="6375028"/>
            <a:ext cx="30289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UNIVERSITY OF UTAH HEALTH</a:t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Statement - Lake Powell">
  <p:cSld name="Key Statement - Lake Powell">
    <p:bg>
      <p:bgPr>
        <a:solidFill>
          <a:schemeClr val="accent4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53"/>
          <p:cNvSpPr txBox="1"/>
          <p:nvPr>
            <p:ph type="title"/>
          </p:nvPr>
        </p:nvSpPr>
        <p:spPr>
          <a:xfrm>
            <a:off x="838200" y="2002632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entury Gothic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31" name="Google Shape;231;p53"/>
          <p:cNvGrpSpPr/>
          <p:nvPr/>
        </p:nvGrpSpPr>
        <p:grpSpPr>
          <a:xfrm>
            <a:off x="-3424512" y="-1"/>
            <a:ext cx="3208421" cy="6857999"/>
            <a:chOff x="-3424512" y="-1"/>
            <a:chExt cx="3208421" cy="6857999"/>
          </a:xfrm>
        </p:grpSpPr>
        <p:sp>
          <p:nvSpPr>
            <p:cNvPr id="232" name="Google Shape;232;p53"/>
            <p:cNvSpPr/>
            <p:nvPr/>
          </p:nvSpPr>
          <p:spPr>
            <a:xfrm>
              <a:off x="-3424512" y="-1"/>
              <a:ext cx="3208421" cy="685799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33" name="Google Shape;233;p53"/>
            <p:cNvSpPr txBox="1"/>
            <p:nvPr/>
          </p:nvSpPr>
          <p:spPr>
            <a:xfrm>
              <a:off x="-3267122" y="150741"/>
              <a:ext cx="2941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GB" sz="3200" u="none" cap="none" strike="noStrike">
                  <a:solidFill>
                    <a:schemeClr val="accen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Instruction 1: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53"/>
            <p:cNvSpPr txBox="1"/>
            <p:nvPr/>
          </p:nvSpPr>
          <p:spPr>
            <a:xfrm>
              <a:off x="-3267122" y="818147"/>
              <a:ext cx="294176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To underline keyword in title text box, highlight selected word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35" name="Google Shape;235;p5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143860" y="1824108"/>
              <a:ext cx="875152" cy="905001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36" name="Google Shape;236;p53"/>
            <p:cNvSpPr txBox="1"/>
            <p:nvPr/>
          </p:nvSpPr>
          <p:spPr>
            <a:xfrm>
              <a:off x="-3267122" y="2906262"/>
              <a:ext cx="2502568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2. Then go to 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‘Bold’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in the toolbar and then </a:t>
              </a:r>
              <a:b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‘underline’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after.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37" name="Google Shape;237;p53"/>
            <p:cNvPicPr preferRelativeResize="0"/>
            <p:nvPr/>
          </p:nvPicPr>
          <p:blipFill rotWithShape="1">
            <a:blip r:embed="rId3">
              <a:alphaModFix/>
            </a:blip>
            <a:srcRect b="-62788" l="0" r="0" t="-62788"/>
            <a:stretch/>
          </p:blipFill>
          <p:spPr>
            <a:xfrm>
              <a:off x="-3143862" y="4212225"/>
              <a:ext cx="1654280" cy="1614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8" name="Google Shape;238;p53"/>
            <p:cNvSpPr/>
            <p:nvPr/>
          </p:nvSpPr>
          <p:spPr>
            <a:xfrm>
              <a:off x="-3095847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39" name="Google Shape;239;p53"/>
            <p:cNvSpPr/>
            <p:nvPr/>
          </p:nvSpPr>
          <p:spPr>
            <a:xfrm>
              <a:off x="-2236570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240" name="Google Shape;240;p53"/>
          <p:cNvGrpSpPr/>
          <p:nvPr/>
        </p:nvGrpSpPr>
        <p:grpSpPr>
          <a:xfrm>
            <a:off x="10729913" y="6334847"/>
            <a:ext cx="1126458" cy="295807"/>
            <a:chOff x="6455388" y="4102692"/>
            <a:chExt cx="5543454" cy="1455705"/>
          </a:xfrm>
        </p:grpSpPr>
        <p:sp>
          <p:nvSpPr>
            <p:cNvPr id="241" name="Google Shape;241;p53"/>
            <p:cNvSpPr/>
            <p:nvPr/>
          </p:nvSpPr>
          <p:spPr>
            <a:xfrm>
              <a:off x="8423253" y="4383013"/>
              <a:ext cx="3575494" cy="683609"/>
            </a:xfrm>
            <a:custGeom>
              <a:rect b="b" l="l" r="r" t="t"/>
              <a:pathLst>
                <a:path extrusionOk="0" h="683609" w="3575494">
                  <a:moveTo>
                    <a:pt x="527495" y="0"/>
                  </a:moveTo>
                  <a:lnTo>
                    <a:pt x="527495" y="683133"/>
                  </a:lnTo>
                  <a:lnTo>
                    <a:pt x="399669" y="683133"/>
                  </a:lnTo>
                  <a:lnTo>
                    <a:pt x="399669" y="400622"/>
                  </a:lnTo>
                  <a:lnTo>
                    <a:pt x="125921" y="400622"/>
                  </a:lnTo>
                  <a:lnTo>
                    <a:pt x="125921" y="683228"/>
                  </a:lnTo>
                  <a:lnTo>
                    <a:pt x="0" y="683228"/>
                  </a:lnTo>
                  <a:lnTo>
                    <a:pt x="0" y="0"/>
                  </a:lnTo>
                  <a:lnTo>
                    <a:pt x="125921" y="0"/>
                  </a:lnTo>
                  <a:lnTo>
                    <a:pt x="125921" y="286607"/>
                  </a:lnTo>
                  <a:lnTo>
                    <a:pt x="399574" y="286607"/>
                  </a:lnTo>
                  <a:lnTo>
                    <a:pt x="399574" y="0"/>
                  </a:lnTo>
                  <a:lnTo>
                    <a:pt x="527495" y="0"/>
                  </a:lnTo>
                  <a:close/>
                  <a:moveTo>
                    <a:pt x="715994" y="0"/>
                  </a:moveTo>
                  <a:lnTo>
                    <a:pt x="1138809" y="0"/>
                  </a:lnTo>
                  <a:lnTo>
                    <a:pt x="1138809" y="113062"/>
                  </a:lnTo>
                  <a:lnTo>
                    <a:pt x="841915" y="113062"/>
                  </a:lnTo>
                  <a:lnTo>
                    <a:pt x="841915" y="290989"/>
                  </a:lnTo>
                  <a:lnTo>
                    <a:pt x="1101662" y="290989"/>
                  </a:lnTo>
                  <a:lnTo>
                    <a:pt x="1101662" y="403003"/>
                  </a:lnTo>
                  <a:lnTo>
                    <a:pt x="841915" y="403003"/>
                  </a:lnTo>
                  <a:lnTo>
                    <a:pt x="841915" y="570548"/>
                  </a:lnTo>
                  <a:lnTo>
                    <a:pt x="1148334" y="570548"/>
                  </a:lnTo>
                  <a:lnTo>
                    <a:pt x="1148334" y="683609"/>
                  </a:lnTo>
                  <a:lnTo>
                    <a:pt x="715994" y="683609"/>
                  </a:lnTo>
                  <a:lnTo>
                    <a:pt x="715994" y="0"/>
                  </a:lnTo>
                  <a:close/>
                  <a:moveTo>
                    <a:pt x="1686687" y="517589"/>
                  </a:moveTo>
                  <a:lnTo>
                    <a:pt x="1431893" y="517589"/>
                  </a:lnTo>
                  <a:lnTo>
                    <a:pt x="1369409" y="683228"/>
                  </a:lnTo>
                  <a:lnTo>
                    <a:pt x="1234535" y="683228"/>
                  </a:lnTo>
                  <a:lnTo>
                    <a:pt x="1490377" y="95"/>
                  </a:lnTo>
                  <a:lnTo>
                    <a:pt x="1627251" y="95"/>
                  </a:lnTo>
                  <a:lnTo>
                    <a:pt x="1883092" y="683228"/>
                  </a:lnTo>
                  <a:lnTo>
                    <a:pt x="1749171" y="683228"/>
                  </a:lnTo>
                  <a:lnTo>
                    <a:pt x="1686592" y="517589"/>
                  </a:lnTo>
                  <a:close/>
                  <a:moveTo>
                    <a:pt x="1474470" y="406527"/>
                  </a:moveTo>
                  <a:lnTo>
                    <a:pt x="1645063" y="406527"/>
                  </a:lnTo>
                  <a:lnTo>
                    <a:pt x="1558862" y="145733"/>
                  </a:lnTo>
                  <a:lnTo>
                    <a:pt x="1474565" y="406527"/>
                  </a:lnTo>
                  <a:close/>
                  <a:moveTo>
                    <a:pt x="1995392" y="0"/>
                  </a:moveTo>
                  <a:lnTo>
                    <a:pt x="2121980" y="0"/>
                  </a:lnTo>
                  <a:lnTo>
                    <a:pt x="2121980" y="570167"/>
                  </a:lnTo>
                  <a:lnTo>
                    <a:pt x="2385632" y="570167"/>
                  </a:lnTo>
                  <a:lnTo>
                    <a:pt x="2385632" y="683228"/>
                  </a:lnTo>
                  <a:lnTo>
                    <a:pt x="1995392" y="683228"/>
                  </a:lnTo>
                  <a:lnTo>
                    <a:pt x="1995392" y="0"/>
                  </a:lnTo>
                  <a:close/>
                  <a:moveTo>
                    <a:pt x="2395157" y="0"/>
                  </a:moveTo>
                  <a:lnTo>
                    <a:pt x="2907792" y="0"/>
                  </a:lnTo>
                  <a:lnTo>
                    <a:pt x="2907792" y="116014"/>
                  </a:lnTo>
                  <a:lnTo>
                    <a:pt x="2715863" y="116014"/>
                  </a:lnTo>
                  <a:lnTo>
                    <a:pt x="2715863" y="683228"/>
                  </a:lnTo>
                  <a:lnTo>
                    <a:pt x="2587942" y="683228"/>
                  </a:lnTo>
                  <a:lnTo>
                    <a:pt x="2587942" y="116014"/>
                  </a:lnTo>
                  <a:lnTo>
                    <a:pt x="2395061" y="116014"/>
                  </a:lnTo>
                  <a:lnTo>
                    <a:pt x="2395061" y="0"/>
                  </a:lnTo>
                  <a:close/>
                  <a:moveTo>
                    <a:pt x="3575494" y="0"/>
                  </a:moveTo>
                  <a:lnTo>
                    <a:pt x="3575494" y="683133"/>
                  </a:lnTo>
                  <a:lnTo>
                    <a:pt x="3447764" y="683133"/>
                  </a:lnTo>
                  <a:lnTo>
                    <a:pt x="3447764" y="400622"/>
                  </a:lnTo>
                  <a:lnTo>
                    <a:pt x="3174111" y="400622"/>
                  </a:lnTo>
                  <a:lnTo>
                    <a:pt x="3174111" y="683228"/>
                  </a:lnTo>
                  <a:lnTo>
                    <a:pt x="3048191" y="683228"/>
                  </a:lnTo>
                  <a:lnTo>
                    <a:pt x="3048191" y="0"/>
                  </a:lnTo>
                  <a:lnTo>
                    <a:pt x="3174111" y="0"/>
                  </a:lnTo>
                  <a:lnTo>
                    <a:pt x="3174111" y="286607"/>
                  </a:lnTo>
                  <a:lnTo>
                    <a:pt x="3447764" y="286607"/>
                  </a:lnTo>
                  <a:lnTo>
                    <a:pt x="3447764" y="0"/>
                  </a:lnTo>
                  <a:lnTo>
                    <a:pt x="357549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42" name="Google Shape;242;p53"/>
            <p:cNvSpPr/>
            <p:nvPr/>
          </p:nvSpPr>
          <p:spPr>
            <a:xfrm>
              <a:off x="8418776" y="5302158"/>
              <a:ext cx="3580066" cy="255953"/>
            </a:xfrm>
            <a:custGeom>
              <a:rect b="b" l="l" r="r" t="t"/>
              <a:pathLst>
                <a:path extrusionOk="0" h="255953" w="3580066">
                  <a:moveTo>
                    <a:pt x="146113" y="165847"/>
                  </a:moveTo>
                  <a:lnTo>
                    <a:pt x="146113" y="3065"/>
                  </a:lnTo>
                  <a:lnTo>
                    <a:pt x="184880" y="3065"/>
                  </a:lnTo>
                  <a:lnTo>
                    <a:pt x="184880" y="165847"/>
                  </a:lnTo>
                  <a:cubicBezTo>
                    <a:pt x="185452" y="214996"/>
                    <a:pt x="146113" y="255382"/>
                    <a:pt x="96964" y="255954"/>
                  </a:cubicBezTo>
                  <a:cubicBezTo>
                    <a:pt x="95536" y="255954"/>
                    <a:pt x="94107" y="255954"/>
                    <a:pt x="92583" y="255954"/>
                  </a:cubicBezTo>
                  <a:cubicBezTo>
                    <a:pt x="42672" y="255954"/>
                    <a:pt x="0" y="220521"/>
                    <a:pt x="0" y="165943"/>
                  </a:cubicBezTo>
                  <a:lnTo>
                    <a:pt x="0" y="3160"/>
                  </a:lnTo>
                  <a:lnTo>
                    <a:pt x="39148" y="3160"/>
                  </a:lnTo>
                  <a:lnTo>
                    <a:pt x="39148" y="165943"/>
                  </a:lnTo>
                  <a:cubicBezTo>
                    <a:pt x="39148" y="195470"/>
                    <a:pt x="63151" y="219473"/>
                    <a:pt x="92678" y="219473"/>
                  </a:cubicBezTo>
                  <a:cubicBezTo>
                    <a:pt x="122206" y="219473"/>
                    <a:pt x="146209" y="195470"/>
                    <a:pt x="146209" y="165943"/>
                  </a:cubicBezTo>
                  <a:lnTo>
                    <a:pt x="146113" y="165943"/>
                  </a:lnTo>
                  <a:close/>
                  <a:moveTo>
                    <a:pt x="434435" y="252239"/>
                  </a:moveTo>
                  <a:lnTo>
                    <a:pt x="398621" y="252239"/>
                  </a:lnTo>
                  <a:lnTo>
                    <a:pt x="291560" y="73931"/>
                  </a:lnTo>
                  <a:lnTo>
                    <a:pt x="291560" y="252239"/>
                  </a:lnTo>
                  <a:lnTo>
                    <a:pt x="253460" y="252239"/>
                  </a:lnTo>
                  <a:lnTo>
                    <a:pt x="253460" y="3065"/>
                  </a:lnTo>
                  <a:lnTo>
                    <a:pt x="290417" y="3065"/>
                  </a:lnTo>
                  <a:lnTo>
                    <a:pt x="396335" y="179944"/>
                  </a:lnTo>
                  <a:lnTo>
                    <a:pt x="396335" y="3065"/>
                  </a:lnTo>
                  <a:lnTo>
                    <a:pt x="434435" y="3065"/>
                  </a:lnTo>
                  <a:lnTo>
                    <a:pt x="434435" y="252239"/>
                  </a:lnTo>
                  <a:close/>
                  <a:moveTo>
                    <a:pt x="497014" y="3065"/>
                  </a:moveTo>
                  <a:lnTo>
                    <a:pt x="535114" y="3065"/>
                  </a:lnTo>
                  <a:lnTo>
                    <a:pt x="535114" y="252239"/>
                  </a:lnTo>
                  <a:lnTo>
                    <a:pt x="497014" y="252239"/>
                  </a:lnTo>
                  <a:lnTo>
                    <a:pt x="497014" y="3065"/>
                  </a:lnTo>
                  <a:close/>
                  <a:moveTo>
                    <a:pt x="622935" y="3065"/>
                  </a:moveTo>
                  <a:lnTo>
                    <a:pt x="676180" y="188231"/>
                  </a:lnTo>
                  <a:lnTo>
                    <a:pt x="729710" y="3065"/>
                  </a:lnTo>
                  <a:lnTo>
                    <a:pt x="769525" y="3065"/>
                  </a:lnTo>
                  <a:lnTo>
                    <a:pt x="694372" y="252239"/>
                  </a:lnTo>
                  <a:lnTo>
                    <a:pt x="658558" y="252239"/>
                  </a:lnTo>
                  <a:lnTo>
                    <a:pt x="583025" y="3065"/>
                  </a:lnTo>
                  <a:lnTo>
                    <a:pt x="623125" y="3065"/>
                  </a:lnTo>
                  <a:close/>
                  <a:moveTo>
                    <a:pt x="813911" y="3065"/>
                  </a:moveTo>
                  <a:lnTo>
                    <a:pt x="964025" y="3065"/>
                  </a:lnTo>
                  <a:lnTo>
                    <a:pt x="964025" y="38212"/>
                  </a:lnTo>
                  <a:lnTo>
                    <a:pt x="852297" y="38212"/>
                  </a:lnTo>
                  <a:lnTo>
                    <a:pt x="852297" y="111936"/>
                  </a:lnTo>
                  <a:lnTo>
                    <a:pt x="949928" y="111936"/>
                  </a:lnTo>
                  <a:lnTo>
                    <a:pt x="949928" y="146988"/>
                  </a:lnTo>
                  <a:lnTo>
                    <a:pt x="852297" y="146988"/>
                  </a:lnTo>
                  <a:lnTo>
                    <a:pt x="852297" y="216806"/>
                  </a:lnTo>
                  <a:lnTo>
                    <a:pt x="967645" y="216806"/>
                  </a:lnTo>
                  <a:lnTo>
                    <a:pt x="967645" y="251953"/>
                  </a:lnTo>
                  <a:lnTo>
                    <a:pt x="813911" y="251953"/>
                  </a:lnTo>
                  <a:lnTo>
                    <a:pt x="813911" y="3160"/>
                  </a:lnTo>
                  <a:close/>
                  <a:moveTo>
                    <a:pt x="1200436" y="252239"/>
                  </a:moveTo>
                  <a:lnTo>
                    <a:pt x="1153763" y="252239"/>
                  </a:lnTo>
                  <a:lnTo>
                    <a:pt x="1091565" y="160799"/>
                  </a:lnTo>
                  <a:lnTo>
                    <a:pt x="1064800" y="160799"/>
                  </a:lnTo>
                  <a:lnTo>
                    <a:pt x="1064800" y="252239"/>
                  </a:lnTo>
                  <a:lnTo>
                    <a:pt x="1026128" y="252239"/>
                  </a:lnTo>
                  <a:lnTo>
                    <a:pt x="1026128" y="3065"/>
                  </a:lnTo>
                  <a:lnTo>
                    <a:pt x="1123379" y="3065"/>
                  </a:lnTo>
                  <a:cubicBezTo>
                    <a:pt x="1176909" y="3065"/>
                    <a:pt x="1199483" y="42499"/>
                    <a:pt x="1199483" y="82218"/>
                  </a:cubicBezTo>
                  <a:cubicBezTo>
                    <a:pt x="1199483" y="118794"/>
                    <a:pt x="1181005" y="154227"/>
                    <a:pt x="1135094" y="159180"/>
                  </a:cubicBezTo>
                  <a:lnTo>
                    <a:pt x="1200245" y="252144"/>
                  </a:lnTo>
                  <a:close/>
                  <a:moveTo>
                    <a:pt x="1064895" y="38117"/>
                  </a:moveTo>
                  <a:lnTo>
                    <a:pt x="1064895" y="125271"/>
                  </a:lnTo>
                  <a:lnTo>
                    <a:pt x="1120616" y="125271"/>
                  </a:lnTo>
                  <a:cubicBezTo>
                    <a:pt x="1148524" y="125271"/>
                    <a:pt x="1159669" y="103173"/>
                    <a:pt x="1159669" y="81837"/>
                  </a:cubicBezTo>
                  <a:cubicBezTo>
                    <a:pt x="1159669" y="60501"/>
                    <a:pt x="1148810" y="38022"/>
                    <a:pt x="1121569" y="38022"/>
                  </a:cubicBezTo>
                  <a:lnTo>
                    <a:pt x="1064895" y="38022"/>
                  </a:lnTo>
                  <a:close/>
                  <a:moveTo>
                    <a:pt x="1290256" y="179849"/>
                  </a:moveTo>
                  <a:cubicBezTo>
                    <a:pt x="1291019" y="200137"/>
                    <a:pt x="1310164" y="220711"/>
                    <a:pt x="1339882" y="220711"/>
                  </a:cubicBezTo>
                  <a:cubicBezTo>
                    <a:pt x="1369600" y="220711"/>
                    <a:pt x="1384364" y="204805"/>
                    <a:pt x="1386935" y="186707"/>
                  </a:cubicBezTo>
                  <a:cubicBezTo>
                    <a:pt x="1388364" y="163561"/>
                    <a:pt x="1370648" y="151560"/>
                    <a:pt x="1347502" y="146131"/>
                  </a:cubicBezTo>
                  <a:lnTo>
                    <a:pt x="1315974" y="138225"/>
                  </a:lnTo>
                  <a:cubicBezTo>
                    <a:pt x="1262444" y="123747"/>
                    <a:pt x="1254062" y="93362"/>
                    <a:pt x="1254062" y="71550"/>
                  </a:cubicBezTo>
                  <a:cubicBezTo>
                    <a:pt x="1254062" y="28878"/>
                    <a:pt x="1292162" y="303"/>
                    <a:pt x="1336072" y="303"/>
                  </a:cubicBezTo>
                  <a:cubicBezTo>
                    <a:pt x="1379982" y="303"/>
                    <a:pt x="1417034" y="28878"/>
                    <a:pt x="1417034" y="74026"/>
                  </a:cubicBezTo>
                  <a:lnTo>
                    <a:pt x="1378934" y="74026"/>
                  </a:lnTo>
                  <a:cubicBezTo>
                    <a:pt x="1378934" y="51262"/>
                    <a:pt x="1361218" y="35926"/>
                    <a:pt x="1335500" y="35926"/>
                  </a:cubicBezTo>
                  <a:cubicBezTo>
                    <a:pt x="1312736" y="35926"/>
                    <a:pt x="1292447" y="49642"/>
                    <a:pt x="1292447" y="70312"/>
                  </a:cubicBezTo>
                  <a:cubicBezTo>
                    <a:pt x="1292447" y="79837"/>
                    <a:pt x="1296067" y="95267"/>
                    <a:pt x="1325785" y="102887"/>
                  </a:cubicBezTo>
                  <a:lnTo>
                    <a:pt x="1357598" y="111174"/>
                  </a:lnTo>
                  <a:cubicBezTo>
                    <a:pt x="1407890" y="124604"/>
                    <a:pt x="1428845" y="152798"/>
                    <a:pt x="1424940" y="188517"/>
                  </a:cubicBezTo>
                  <a:cubicBezTo>
                    <a:pt x="1421321" y="227569"/>
                    <a:pt x="1387697" y="255192"/>
                    <a:pt x="1339977" y="255192"/>
                  </a:cubicBezTo>
                  <a:cubicBezTo>
                    <a:pt x="1288256" y="255192"/>
                    <a:pt x="1252156" y="219759"/>
                    <a:pt x="1252156" y="179087"/>
                  </a:cubicBezTo>
                  <a:lnTo>
                    <a:pt x="1290256" y="179754"/>
                  </a:lnTo>
                  <a:close/>
                  <a:moveTo>
                    <a:pt x="1475041" y="2970"/>
                  </a:moveTo>
                  <a:lnTo>
                    <a:pt x="1513141" y="2970"/>
                  </a:lnTo>
                  <a:lnTo>
                    <a:pt x="1513141" y="252144"/>
                  </a:lnTo>
                  <a:lnTo>
                    <a:pt x="1475041" y="252144"/>
                  </a:lnTo>
                  <a:lnTo>
                    <a:pt x="1475041" y="2970"/>
                  </a:lnTo>
                  <a:close/>
                  <a:moveTo>
                    <a:pt x="1557147" y="2970"/>
                  </a:moveTo>
                  <a:lnTo>
                    <a:pt x="1742980" y="2970"/>
                  </a:lnTo>
                  <a:lnTo>
                    <a:pt x="1742980" y="38784"/>
                  </a:lnTo>
                  <a:lnTo>
                    <a:pt x="1669732" y="38784"/>
                  </a:lnTo>
                  <a:lnTo>
                    <a:pt x="1669732" y="252239"/>
                  </a:lnTo>
                  <a:lnTo>
                    <a:pt x="1630680" y="252239"/>
                  </a:lnTo>
                  <a:lnTo>
                    <a:pt x="1630680" y="38879"/>
                  </a:lnTo>
                  <a:lnTo>
                    <a:pt x="1557338" y="38879"/>
                  </a:lnTo>
                  <a:lnTo>
                    <a:pt x="1557338" y="2970"/>
                  </a:lnTo>
                  <a:close/>
                  <a:moveTo>
                    <a:pt x="1861375" y="252144"/>
                  </a:moveTo>
                  <a:lnTo>
                    <a:pt x="1861375" y="137939"/>
                  </a:lnTo>
                  <a:lnTo>
                    <a:pt x="1766221" y="3065"/>
                  </a:lnTo>
                  <a:lnTo>
                    <a:pt x="1812227" y="3065"/>
                  </a:lnTo>
                  <a:lnTo>
                    <a:pt x="1880997" y="102125"/>
                  </a:lnTo>
                  <a:lnTo>
                    <a:pt x="1950434" y="3065"/>
                  </a:lnTo>
                  <a:lnTo>
                    <a:pt x="1996440" y="3065"/>
                  </a:lnTo>
                  <a:lnTo>
                    <a:pt x="1900619" y="138320"/>
                  </a:lnTo>
                  <a:lnTo>
                    <a:pt x="1900619" y="252525"/>
                  </a:lnTo>
                  <a:lnTo>
                    <a:pt x="1861566" y="252144"/>
                  </a:lnTo>
                  <a:close/>
                  <a:moveTo>
                    <a:pt x="2238566" y="17"/>
                  </a:moveTo>
                  <a:cubicBezTo>
                    <a:pt x="2309146" y="-1126"/>
                    <a:pt x="2367248" y="55262"/>
                    <a:pt x="2368391" y="125842"/>
                  </a:cubicBezTo>
                  <a:cubicBezTo>
                    <a:pt x="2369534" y="196423"/>
                    <a:pt x="2313146" y="254525"/>
                    <a:pt x="2242566" y="255668"/>
                  </a:cubicBezTo>
                  <a:cubicBezTo>
                    <a:pt x="2171986" y="256811"/>
                    <a:pt x="2113883" y="200423"/>
                    <a:pt x="2112740" y="129843"/>
                  </a:cubicBezTo>
                  <a:cubicBezTo>
                    <a:pt x="2112740" y="129271"/>
                    <a:pt x="2112740" y="128605"/>
                    <a:pt x="2112740" y="128033"/>
                  </a:cubicBezTo>
                  <a:cubicBezTo>
                    <a:pt x="2111788" y="58310"/>
                    <a:pt x="2167604" y="970"/>
                    <a:pt x="2237327" y="17"/>
                  </a:cubicBezTo>
                  <a:cubicBezTo>
                    <a:pt x="2237708" y="17"/>
                    <a:pt x="2238184" y="17"/>
                    <a:pt x="2238566" y="17"/>
                  </a:cubicBezTo>
                  <a:close/>
                  <a:moveTo>
                    <a:pt x="2238566" y="218140"/>
                  </a:moveTo>
                  <a:cubicBezTo>
                    <a:pt x="2288381" y="219664"/>
                    <a:pt x="2330006" y="180516"/>
                    <a:pt x="2331530" y="130700"/>
                  </a:cubicBezTo>
                  <a:cubicBezTo>
                    <a:pt x="2333054" y="80884"/>
                    <a:pt x="2293906" y="39260"/>
                    <a:pt x="2244090" y="37736"/>
                  </a:cubicBezTo>
                  <a:cubicBezTo>
                    <a:pt x="2194274" y="36212"/>
                    <a:pt x="2152650" y="75360"/>
                    <a:pt x="2151126" y="125176"/>
                  </a:cubicBezTo>
                  <a:cubicBezTo>
                    <a:pt x="2151126" y="126128"/>
                    <a:pt x="2151126" y="127081"/>
                    <a:pt x="2151126" y="128128"/>
                  </a:cubicBezTo>
                  <a:cubicBezTo>
                    <a:pt x="2150078" y="176896"/>
                    <a:pt x="2188750" y="217187"/>
                    <a:pt x="2237423" y="218235"/>
                  </a:cubicBezTo>
                  <a:cubicBezTo>
                    <a:pt x="2237804" y="218235"/>
                    <a:pt x="2238184" y="218235"/>
                    <a:pt x="2238566" y="218235"/>
                  </a:cubicBezTo>
                  <a:lnTo>
                    <a:pt x="2238566" y="218235"/>
                  </a:lnTo>
                  <a:close/>
                  <a:moveTo>
                    <a:pt x="2413349" y="2970"/>
                  </a:moveTo>
                  <a:lnTo>
                    <a:pt x="2561558" y="2970"/>
                  </a:lnTo>
                  <a:lnTo>
                    <a:pt x="2561558" y="38117"/>
                  </a:lnTo>
                  <a:lnTo>
                    <a:pt x="2451640" y="38117"/>
                  </a:lnTo>
                  <a:lnTo>
                    <a:pt x="2451640" y="111841"/>
                  </a:lnTo>
                  <a:lnTo>
                    <a:pt x="2538413" y="111841"/>
                  </a:lnTo>
                  <a:lnTo>
                    <a:pt x="2538413" y="146893"/>
                  </a:lnTo>
                  <a:lnTo>
                    <a:pt x="2451640" y="146893"/>
                  </a:lnTo>
                  <a:lnTo>
                    <a:pt x="2451640" y="251572"/>
                  </a:lnTo>
                  <a:lnTo>
                    <a:pt x="2413540" y="251572"/>
                  </a:lnTo>
                  <a:lnTo>
                    <a:pt x="2413349" y="2970"/>
                  </a:lnTo>
                  <a:close/>
                  <a:moveTo>
                    <a:pt x="2842260" y="165752"/>
                  </a:moveTo>
                  <a:lnTo>
                    <a:pt x="2842260" y="2970"/>
                  </a:lnTo>
                  <a:lnTo>
                    <a:pt x="2881027" y="2970"/>
                  </a:lnTo>
                  <a:lnTo>
                    <a:pt x="2881027" y="165752"/>
                  </a:lnTo>
                  <a:cubicBezTo>
                    <a:pt x="2881598" y="214901"/>
                    <a:pt x="2842260" y="255287"/>
                    <a:pt x="2793111" y="255859"/>
                  </a:cubicBezTo>
                  <a:cubicBezTo>
                    <a:pt x="2791682" y="255859"/>
                    <a:pt x="2790254" y="255859"/>
                    <a:pt x="2788730" y="255859"/>
                  </a:cubicBezTo>
                  <a:cubicBezTo>
                    <a:pt x="2738819" y="255859"/>
                    <a:pt x="2696147" y="220426"/>
                    <a:pt x="2696147" y="165847"/>
                  </a:cubicBezTo>
                  <a:lnTo>
                    <a:pt x="2696147" y="3065"/>
                  </a:lnTo>
                  <a:lnTo>
                    <a:pt x="2735199" y="3065"/>
                  </a:lnTo>
                  <a:lnTo>
                    <a:pt x="2735199" y="165847"/>
                  </a:lnTo>
                  <a:cubicBezTo>
                    <a:pt x="2735199" y="195375"/>
                    <a:pt x="2759202" y="219378"/>
                    <a:pt x="2788730" y="219378"/>
                  </a:cubicBezTo>
                  <a:cubicBezTo>
                    <a:pt x="2818257" y="219378"/>
                    <a:pt x="2842260" y="195375"/>
                    <a:pt x="2842260" y="165847"/>
                  </a:cubicBezTo>
                  <a:close/>
                  <a:moveTo>
                    <a:pt x="2930461" y="2970"/>
                  </a:moveTo>
                  <a:lnTo>
                    <a:pt x="3116390" y="2970"/>
                  </a:lnTo>
                  <a:lnTo>
                    <a:pt x="3116390" y="38784"/>
                  </a:lnTo>
                  <a:lnTo>
                    <a:pt x="3043047" y="38784"/>
                  </a:lnTo>
                  <a:lnTo>
                    <a:pt x="3043047" y="252239"/>
                  </a:lnTo>
                  <a:lnTo>
                    <a:pt x="3003995" y="252239"/>
                  </a:lnTo>
                  <a:lnTo>
                    <a:pt x="3003995" y="38879"/>
                  </a:lnTo>
                  <a:lnTo>
                    <a:pt x="2930652" y="38879"/>
                  </a:lnTo>
                  <a:lnTo>
                    <a:pt x="2930652" y="2970"/>
                  </a:lnTo>
                  <a:close/>
                  <a:moveTo>
                    <a:pt x="3280315" y="190422"/>
                  </a:moveTo>
                  <a:lnTo>
                    <a:pt x="3179826" y="190422"/>
                  </a:lnTo>
                  <a:lnTo>
                    <a:pt x="3155919" y="252715"/>
                  </a:lnTo>
                  <a:lnTo>
                    <a:pt x="3115056" y="252715"/>
                  </a:lnTo>
                  <a:lnTo>
                    <a:pt x="3208782" y="3065"/>
                  </a:lnTo>
                  <a:lnTo>
                    <a:pt x="3250406" y="3065"/>
                  </a:lnTo>
                  <a:lnTo>
                    <a:pt x="3344418" y="252239"/>
                  </a:lnTo>
                  <a:lnTo>
                    <a:pt x="3303937" y="252239"/>
                  </a:lnTo>
                  <a:lnTo>
                    <a:pt x="3280220" y="190422"/>
                  </a:lnTo>
                  <a:close/>
                  <a:moveTo>
                    <a:pt x="3192780" y="156037"/>
                  </a:moveTo>
                  <a:lnTo>
                    <a:pt x="3267266" y="156037"/>
                  </a:lnTo>
                  <a:lnTo>
                    <a:pt x="3230023" y="51357"/>
                  </a:lnTo>
                  <a:lnTo>
                    <a:pt x="3192685" y="156037"/>
                  </a:lnTo>
                  <a:close/>
                  <a:moveTo>
                    <a:pt x="3580066" y="2970"/>
                  </a:moveTo>
                  <a:lnTo>
                    <a:pt x="3580066" y="252144"/>
                  </a:lnTo>
                  <a:lnTo>
                    <a:pt x="3541014" y="252144"/>
                  </a:lnTo>
                  <a:lnTo>
                    <a:pt x="3541014" y="145845"/>
                  </a:lnTo>
                  <a:lnTo>
                    <a:pt x="3428619" y="145845"/>
                  </a:lnTo>
                  <a:lnTo>
                    <a:pt x="3428619" y="252144"/>
                  </a:lnTo>
                  <a:lnTo>
                    <a:pt x="3390519" y="252144"/>
                  </a:lnTo>
                  <a:lnTo>
                    <a:pt x="3390519" y="2970"/>
                  </a:lnTo>
                  <a:lnTo>
                    <a:pt x="3428619" y="2970"/>
                  </a:lnTo>
                  <a:lnTo>
                    <a:pt x="3428619" y="110698"/>
                  </a:lnTo>
                  <a:lnTo>
                    <a:pt x="3541110" y="110698"/>
                  </a:lnTo>
                  <a:lnTo>
                    <a:pt x="3541110" y="2970"/>
                  </a:lnTo>
                  <a:lnTo>
                    <a:pt x="3580066" y="297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grpSp>
          <p:nvGrpSpPr>
            <p:cNvPr id="243" name="Google Shape;243;p53"/>
            <p:cNvGrpSpPr/>
            <p:nvPr/>
          </p:nvGrpSpPr>
          <p:grpSpPr>
            <a:xfrm>
              <a:off x="6455388" y="4102692"/>
              <a:ext cx="1601438" cy="1455705"/>
              <a:chOff x="3324225" y="2700241"/>
              <a:chExt cx="1601438" cy="1455705"/>
            </a:xfrm>
          </p:grpSpPr>
          <p:sp>
            <p:nvSpPr>
              <p:cNvPr id="244" name="Google Shape;244;p53"/>
              <p:cNvSpPr/>
              <p:nvPr/>
            </p:nvSpPr>
            <p:spPr>
              <a:xfrm>
                <a:off x="4540585" y="3230022"/>
                <a:ext cx="239250" cy="787908"/>
              </a:xfrm>
              <a:custGeom>
                <a:rect b="b" l="l" r="r" t="t"/>
                <a:pathLst>
                  <a:path extrusionOk="0" h="787908" w="239250">
                    <a:moveTo>
                      <a:pt x="14270" y="87440"/>
                    </a:moveTo>
                    <a:cubicBezTo>
                      <a:pt x="36273" y="66580"/>
                      <a:pt x="61895" y="37052"/>
                      <a:pt x="91994" y="12954"/>
                    </a:cubicBezTo>
                    <a:moveTo>
                      <a:pt x="239251" y="549307"/>
                    </a:moveTo>
                    <a:lnTo>
                      <a:pt x="239251" y="635603"/>
                    </a:lnTo>
                    <a:lnTo>
                      <a:pt x="85993" y="787908"/>
                    </a:lnTo>
                    <a:cubicBezTo>
                      <a:pt x="-131844" y="356330"/>
                      <a:pt x="118569" y="176879"/>
                      <a:pt x="239251" y="0"/>
                    </a:cubicBezTo>
                    <a:lnTo>
                      <a:pt x="239251" y="201263"/>
                    </a:lnTo>
                    <a:lnTo>
                      <a:pt x="210676" y="173927"/>
                    </a:lnTo>
                    <a:cubicBezTo>
                      <a:pt x="199817" y="163830"/>
                      <a:pt x="182767" y="164402"/>
                      <a:pt x="172576" y="175165"/>
                    </a:cubicBezTo>
                    <a:cubicBezTo>
                      <a:pt x="162098" y="185738"/>
                      <a:pt x="162098" y="202692"/>
                      <a:pt x="172576" y="213265"/>
                    </a:cubicBezTo>
                    <a:lnTo>
                      <a:pt x="239251" y="276511"/>
                    </a:lnTo>
                    <a:lnTo>
                      <a:pt x="239251" y="350234"/>
                    </a:lnTo>
                    <a:lnTo>
                      <a:pt x="101709" y="343757"/>
                    </a:lnTo>
                    <a:cubicBezTo>
                      <a:pt x="86660" y="342995"/>
                      <a:pt x="73897" y="354521"/>
                      <a:pt x="73134" y="369570"/>
                    </a:cubicBezTo>
                    <a:cubicBezTo>
                      <a:pt x="73134" y="369570"/>
                      <a:pt x="73134" y="369570"/>
                      <a:pt x="73134" y="369570"/>
                    </a:cubicBezTo>
                    <a:cubicBezTo>
                      <a:pt x="72087" y="384524"/>
                      <a:pt x="83136" y="397478"/>
                      <a:pt x="98090" y="398717"/>
                    </a:cubicBezTo>
                    <a:lnTo>
                      <a:pt x="239155" y="405289"/>
                    </a:lnTo>
                    <a:lnTo>
                      <a:pt x="239155" y="486728"/>
                    </a:lnTo>
                    <a:lnTo>
                      <a:pt x="89136" y="545973"/>
                    </a:lnTo>
                    <a:cubicBezTo>
                      <a:pt x="74468" y="551783"/>
                      <a:pt x="67324" y="568452"/>
                      <a:pt x="73230" y="583121"/>
                    </a:cubicBezTo>
                    <a:cubicBezTo>
                      <a:pt x="73230" y="583121"/>
                      <a:pt x="73230" y="583121"/>
                      <a:pt x="73230" y="583216"/>
                    </a:cubicBezTo>
                    <a:cubicBezTo>
                      <a:pt x="78468" y="598075"/>
                      <a:pt x="94756" y="605981"/>
                      <a:pt x="109615" y="600742"/>
                    </a:cubicBezTo>
                    <a:cubicBezTo>
                      <a:pt x="109615" y="600742"/>
                      <a:pt x="109615" y="600742"/>
                      <a:pt x="109615" y="600742"/>
                    </a:cubicBezTo>
                    <a:lnTo>
                      <a:pt x="238965" y="548831"/>
                    </a:lnTo>
                    <a:lnTo>
                      <a:pt x="239155" y="54921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45" name="Google Shape;245;p53"/>
              <p:cNvSpPr/>
              <p:nvPr/>
            </p:nvSpPr>
            <p:spPr>
              <a:xfrm>
                <a:off x="3324225" y="2700241"/>
                <a:ext cx="1601438" cy="1455705"/>
              </a:xfrm>
              <a:custGeom>
                <a:rect b="b" l="l" r="r" t="t"/>
                <a:pathLst>
                  <a:path extrusionOk="0" h="1455705" w="1601438">
                    <a:moveTo>
                      <a:pt x="1337977" y="82201"/>
                    </a:moveTo>
                    <a:lnTo>
                      <a:pt x="1377315" y="124206"/>
                    </a:lnTo>
                    <a:cubicBezTo>
                      <a:pt x="1383316" y="131159"/>
                      <a:pt x="1393793" y="131921"/>
                      <a:pt x="1400747" y="126016"/>
                    </a:cubicBezTo>
                    <a:cubicBezTo>
                      <a:pt x="1407414" y="119729"/>
                      <a:pt x="1407795" y="109252"/>
                      <a:pt x="1401509" y="102489"/>
                    </a:cubicBezTo>
                    <a:lnTo>
                      <a:pt x="1356836" y="54864"/>
                    </a:lnTo>
                    <a:cubicBezTo>
                      <a:pt x="1372076" y="34195"/>
                      <a:pt x="1390174" y="15716"/>
                      <a:pt x="1410557" y="0"/>
                    </a:cubicBezTo>
                    <a:lnTo>
                      <a:pt x="1601438" y="0"/>
                    </a:lnTo>
                    <a:lnTo>
                      <a:pt x="1601438" y="437864"/>
                    </a:lnTo>
                    <a:lnTo>
                      <a:pt x="1503331" y="437864"/>
                    </a:lnTo>
                    <a:cubicBezTo>
                      <a:pt x="1522381" y="377190"/>
                      <a:pt x="1516856" y="312134"/>
                      <a:pt x="1463802" y="233553"/>
                    </a:cubicBezTo>
                    <a:cubicBezTo>
                      <a:pt x="1609725" y="598361"/>
                      <a:pt x="853631" y="586835"/>
                      <a:pt x="1180910" y="1435703"/>
                    </a:cubicBezTo>
                    <a:lnTo>
                      <a:pt x="1163765" y="1455706"/>
                    </a:lnTo>
                    <a:lnTo>
                      <a:pt x="437769" y="1455706"/>
                    </a:lnTo>
                    <a:lnTo>
                      <a:pt x="146304" y="1165289"/>
                    </a:lnTo>
                    <a:lnTo>
                      <a:pt x="146304" y="437579"/>
                    </a:lnTo>
                    <a:lnTo>
                      <a:pt x="0" y="437579"/>
                    </a:lnTo>
                    <a:lnTo>
                      <a:pt x="0" y="95"/>
                    </a:lnTo>
                    <a:lnTo>
                      <a:pt x="727901" y="95"/>
                    </a:lnTo>
                    <a:lnTo>
                      <a:pt x="727901" y="437960"/>
                    </a:lnTo>
                    <a:lnTo>
                      <a:pt x="581882" y="437960"/>
                    </a:lnTo>
                    <a:lnTo>
                      <a:pt x="581882" y="1017937"/>
                    </a:lnTo>
                    <a:lnTo>
                      <a:pt x="1019747" y="1017937"/>
                    </a:lnTo>
                    <a:lnTo>
                      <a:pt x="1019747" y="437483"/>
                    </a:lnTo>
                    <a:lnTo>
                      <a:pt x="873728" y="437483"/>
                    </a:lnTo>
                    <a:lnTo>
                      <a:pt x="873728" y="95"/>
                    </a:lnTo>
                    <a:lnTo>
                      <a:pt x="1343025" y="95"/>
                    </a:lnTo>
                    <a:cubicBezTo>
                      <a:pt x="1189768" y="114300"/>
                      <a:pt x="1096232" y="410147"/>
                      <a:pt x="1230535" y="617411"/>
                    </a:cubicBezTo>
                    <a:cubicBezTo>
                      <a:pt x="1252538" y="596551"/>
                      <a:pt x="1278160" y="567023"/>
                      <a:pt x="1308259" y="542925"/>
                    </a:cubicBezTo>
                    <a:cubicBezTo>
                      <a:pt x="1294352" y="519684"/>
                      <a:pt x="1283589" y="494729"/>
                      <a:pt x="1276064" y="468725"/>
                    </a:cubicBezTo>
                    <a:lnTo>
                      <a:pt x="1433417" y="407765"/>
                    </a:lnTo>
                    <a:cubicBezTo>
                      <a:pt x="1442657" y="404336"/>
                      <a:pt x="1447324" y="394049"/>
                      <a:pt x="1443895" y="384810"/>
                    </a:cubicBezTo>
                    <a:cubicBezTo>
                      <a:pt x="1440466" y="375571"/>
                      <a:pt x="1430179" y="370904"/>
                      <a:pt x="1420939" y="374333"/>
                    </a:cubicBezTo>
                    <a:lnTo>
                      <a:pt x="1267778" y="433673"/>
                    </a:lnTo>
                    <a:cubicBezTo>
                      <a:pt x="1261110" y="396621"/>
                      <a:pt x="1259110" y="358807"/>
                      <a:pt x="1261967" y="321278"/>
                    </a:cubicBezTo>
                    <a:lnTo>
                      <a:pt x="1416082" y="316516"/>
                    </a:lnTo>
                    <a:cubicBezTo>
                      <a:pt x="1425797" y="316325"/>
                      <a:pt x="1433513" y="308420"/>
                      <a:pt x="1433417" y="298704"/>
                    </a:cubicBezTo>
                    <a:cubicBezTo>
                      <a:pt x="1433036" y="288989"/>
                      <a:pt x="1424940" y="281464"/>
                      <a:pt x="1415225" y="281750"/>
                    </a:cubicBezTo>
                    <a:lnTo>
                      <a:pt x="1265587" y="286322"/>
                    </a:lnTo>
                    <a:cubicBezTo>
                      <a:pt x="1270159" y="252698"/>
                      <a:pt x="1277874" y="219647"/>
                      <a:pt x="1288542" y="187452"/>
                    </a:cubicBezTo>
                    <a:lnTo>
                      <a:pt x="1394746" y="222314"/>
                    </a:lnTo>
                    <a:cubicBezTo>
                      <a:pt x="1403699" y="225552"/>
                      <a:pt x="1413510" y="220980"/>
                      <a:pt x="1416844" y="212122"/>
                    </a:cubicBezTo>
                    <a:cubicBezTo>
                      <a:pt x="1419797" y="203168"/>
                      <a:pt x="1414939" y="193453"/>
                      <a:pt x="1405985" y="190405"/>
                    </a:cubicBezTo>
                    <a:lnTo>
                      <a:pt x="1300258" y="155639"/>
                    </a:lnTo>
                    <a:cubicBezTo>
                      <a:pt x="1310640" y="130112"/>
                      <a:pt x="1323308" y="105537"/>
                      <a:pt x="1337977" y="82296"/>
                    </a:cubicBezTo>
                    <a:lnTo>
                      <a:pt x="1337977" y="8229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</p:grpSp>
      <p:grpSp>
        <p:nvGrpSpPr>
          <p:cNvPr id="246" name="Google Shape;246;p53"/>
          <p:cNvGrpSpPr/>
          <p:nvPr/>
        </p:nvGrpSpPr>
        <p:grpSpPr>
          <a:xfrm>
            <a:off x="-3424512" y="-1"/>
            <a:ext cx="3208421" cy="6857999"/>
            <a:chOff x="-3424512" y="-1"/>
            <a:chExt cx="3208421" cy="6857999"/>
          </a:xfrm>
        </p:grpSpPr>
        <p:sp>
          <p:nvSpPr>
            <p:cNvPr id="247" name="Google Shape;247;p53"/>
            <p:cNvSpPr/>
            <p:nvPr/>
          </p:nvSpPr>
          <p:spPr>
            <a:xfrm>
              <a:off x="-3424512" y="-1"/>
              <a:ext cx="3208421" cy="685799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48" name="Google Shape;248;p53"/>
            <p:cNvSpPr txBox="1"/>
            <p:nvPr/>
          </p:nvSpPr>
          <p:spPr>
            <a:xfrm>
              <a:off x="-3267122" y="150741"/>
              <a:ext cx="2941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GB" sz="3200" u="none" cap="none" strike="noStrike">
                  <a:solidFill>
                    <a:schemeClr val="accen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Instruction: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53"/>
            <p:cNvSpPr txBox="1"/>
            <p:nvPr/>
          </p:nvSpPr>
          <p:spPr>
            <a:xfrm>
              <a:off x="-3267122" y="818147"/>
              <a:ext cx="294176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To underline keyword in title text box, highlight selected word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50" name="Google Shape;250;p5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143860" y="1824108"/>
              <a:ext cx="875152" cy="905001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51" name="Google Shape;251;p53"/>
            <p:cNvSpPr txBox="1"/>
            <p:nvPr/>
          </p:nvSpPr>
          <p:spPr>
            <a:xfrm>
              <a:off x="-3267122" y="2906262"/>
              <a:ext cx="2502568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2. Then go to 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‘Bold’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in the toolbar and then </a:t>
              </a:r>
              <a:b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‘underline’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after.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52" name="Google Shape;252;p53"/>
            <p:cNvPicPr preferRelativeResize="0"/>
            <p:nvPr/>
          </p:nvPicPr>
          <p:blipFill rotWithShape="1">
            <a:blip r:embed="rId3">
              <a:alphaModFix/>
            </a:blip>
            <a:srcRect b="-62788" l="0" r="0" t="-62788"/>
            <a:stretch/>
          </p:blipFill>
          <p:spPr>
            <a:xfrm>
              <a:off x="-3143862" y="4212225"/>
              <a:ext cx="1654280" cy="1614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3" name="Google Shape;253;p53"/>
            <p:cNvSpPr/>
            <p:nvPr/>
          </p:nvSpPr>
          <p:spPr>
            <a:xfrm>
              <a:off x="-3095847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54" name="Google Shape;254;p53"/>
            <p:cNvSpPr/>
            <p:nvPr/>
          </p:nvSpPr>
          <p:spPr>
            <a:xfrm>
              <a:off x="-2236570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255" name="Google Shape;255;p53"/>
          <p:cNvSpPr txBox="1"/>
          <p:nvPr/>
        </p:nvSpPr>
        <p:spPr>
          <a:xfrm>
            <a:off x="274320" y="6375028"/>
            <a:ext cx="30289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UNIVERSITY OF UTAH HEALTH</a:t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Statement - 40% Black">
  <p:cSld name="Key Statement - 40% Black">
    <p:bg>
      <p:bgPr>
        <a:solidFill>
          <a:schemeClr val="accent6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54"/>
          <p:cNvSpPr txBox="1"/>
          <p:nvPr>
            <p:ph type="title"/>
          </p:nvPr>
        </p:nvSpPr>
        <p:spPr>
          <a:xfrm>
            <a:off x="838200" y="2002632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entury Gothic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58" name="Google Shape;258;p54"/>
          <p:cNvGrpSpPr/>
          <p:nvPr/>
        </p:nvGrpSpPr>
        <p:grpSpPr>
          <a:xfrm>
            <a:off x="-3424512" y="-1"/>
            <a:ext cx="3208421" cy="6857999"/>
            <a:chOff x="-3424512" y="-1"/>
            <a:chExt cx="3208421" cy="6857999"/>
          </a:xfrm>
        </p:grpSpPr>
        <p:sp>
          <p:nvSpPr>
            <p:cNvPr id="259" name="Google Shape;259;p54"/>
            <p:cNvSpPr/>
            <p:nvPr/>
          </p:nvSpPr>
          <p:spPr>
            <a:xfrm>
              <a:off x="-3424512" y="-1"/>
              <a:ext cx="3208421" cy="685799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0" name="Google Shape;260;p54"/>
            <p:cNvSpPr txBox="1"/>
            <p:nvPr/>
          </p:nvSpPr>
          <p:spPr>
            <a:xfrm>
              <a:off x="-3267122" y="150741"/>
              <a:ext cx="2941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GB" sz="3200" u="none" cap="none" strike="noStrike">
                  <a:solidFill>
                    <a:schemeClr val="accen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Instruction 1: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54"/>
            <p:cNvSpPr txBox="1"/>
            <p:nvPr/>
          </p:nvSpPr>
          <p:spPr>
            <a:xfrm>
              <a:off x="-3267122" y="818147"/>
              <a:ext cx="294176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To underline keyword in title text box, highlight selected word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62" name="Google Shape;262;p5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143860" y="1824108"/>
              <a:ext cx="875152" cy="905001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63" name="Google Shape;263;p54"/>
            <p:cNvSpPr txBox="1"/>
            <p:nvPr/>
          </p:nvSpPr>
          <p:spPr>
            <a:xfrm>
              <a:off x="-3267122" y="2906262"/>
              <a:ext cx="2502568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2. Then go to 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‘Bold’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in the toolbar and then </a:t>
              </a:r>
              <a:b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‘underline’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after.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64" name="Google Shape;264;p54"/>
            <p:cNvPicPr preferRelativeResize="0"/>
            <p:nvPr/>
          </p:nvPicPr>
          <p:blipFill rotWithShape="1">
            <a:blip r:embed="rId3">
              <a:alphaModFix/>
            </a:blip>
            <a:srcRect b="-62788" l="0" r="0" t="-62788"/>
            <a:stretch/>
          </p:blipFill>
          <p:spPr>
            <a:xfrm>
              <a:off x="-3143862" y="4212225"/>
              <a:ext cx="1654280" cy="1614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5" name="Google Shape;265;p54"/>
            <p:cNvSpPr/>
            <p:nvPr/>
          </p:nvSpPr>
          <p:spPr>
            <a:xfrm>
              <a:off x="-3095847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6" name="Google Shape;266;p54"/>
            <p:cNvSpPr/>
            <p:nvPr/>
          </p:nvSpPr>
          <p:spPr>
            <a:xfrm>
              <a:off x="-2236570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267" name="Google Shape;267;p54"/>
          <p:cNvGrpSpPr/>
          <p:nvPr/>
        </p:nvGrpSpPr>
        <p:grpSpPr>
          <a:xfrm>
            <a:off x="10729913" y="6334847"/>
            <a:ext cx="1126458" cy="295807"/>
            <a:chOff x="6455388" y="4102692"/>
            <a:chExt cx="5543454" cy="1455705"/>
          </a:xfrm>
        </p:grpSpPr>
        <p:sp>
          <p:nvSpPr>
            <p:cNvPr id="268" name="Google Shape;268;p54"/>
            <p:cNvSpPr/>
            <p:nvPr/>
          </p:nvSpPr>
          <p:spPr>
            <a:xfrm>
              <a:off x="8423253" y="4383013"/>
              <a:ext cx="3575494" cy="683609"/>
            </a:xfrm>
            <a:custGeom>
              <a:rect b="b" l="l" r="r" t="t"/>
              <a:pathLst>
                <a:path extrusionOk="0" h="683609" w="3575494">
                  <a:moveTo>
                    <a:pt x="527495" y="0"/>
                  </a:moveTo>
                  <a:lnTo>
                    <a:pt x="527495" y="683133"/>
                  </a:lnTo>
                  <a:lnTo>
                    <a:pt x="399669" y="683133"/>
                  </a:lnTo>
                  <a:lnTo>
                    <a:pt x="399669" y="400622"/>
                  </a:lnTo>
                  <a:lnTo>
                    <a:pt x="125921" y="400622"/>
                  </a:lnTo>
                  <a:lnTo>
                    <a:pt x="125921" y="683228"/>
                  </a:lnTo>
                  <a:lnTo>
                    <a:pt x="0" y="683228"/>
                  </a:lnTo>
                  <a:lnTo>
                    <a:pt x="0" y="0"/>
                  </a:lnTo>
                  <a:lnTo>
                    <a:pt x="125921" y="0"/>
                  </a:lnTo>
                  <a:lnTo>
                    <a:pt x="125921" y="286607"/>
                  </a:lnTo>
                  <a:lnTo>
                    <a:pt x="399574" y="286607"/>
                  </a:lnTo>
                  <a:lnTo>
                    <a:pt x="399574" y="0"/>
                  </a:lnTo>
                  <a:lnTo>
                    <a:pt x="527495" y="0"/>
                  </a:lnTo>
                  <a:close/>
                  <a:moveTo>
                    <a:pt x="715994" y="0"/>
                  </a:moveTo>
                  <a:lnTo>
                    <a:pt x="1138809" y="0"/>
                  </a:lnTo>
                  <a:lnTo>
                    <a:pt x="1138809" y="113062"/>
                  </a:lnTo>
                  <a:lnTo>
                    <a:pt x="841915" y="113062"/>
                  </a:lnTo>
                  <a:lnTo>
                    <a:pt x="841915" y="290989"/>
                  </a:lnTo>
                  <a:lnTo>
                    <a:pt x="1101662" y="290989"/>
                  </a:lnTo>
                  <a:lnTo>
                    <a:pt x="1101662" y="403003"/>
                  </a:lnTo>
                  <a:lnTo>
                    <a:pt x="841915" y="403003"/>
                  </a:lnTo>
                  <a:lnTo>
                    <a:pt x="841915" y="570548"/>
                  </a:lnTo>
                  <a:lnTo>
                    <a:pt x="1148334" y="570548"/>
                  </a:lnTo>
                  <a:lnTo>
                    <a:pt x="1148334" y="683609"/>
                  </a:lnTo>
                  <a:lnTo>
                    <a:pt x="715994" y="683609"/>
                  </a:lnTo>
                  <a:lnTo>
                    <a:pt x="715994" y="0"/>
                  </a:lnTo>
                  <a:close/>
                  <a:moveTo>
                    <a:pt x="1686687" y="517589"/>
                  </a:moveTo>
                  <a:lnTo>
                    <a:pt x="1431893" y="517589"/>
                  </a:lnTo>
                  <a:lnTo>
                    <a:pt x="1369409" y="683228"/>
                  </a:lnTo>
                  <a:lnTo>
                    <a:pt x="1234535" y="683228"/>
                  </a:lnTo>
                  <a:lnTo>
                    <a:pt x="1490377" y="95"/>
                  </a:lnTo>
                  <a:lnTo>
                    <a:pt x="1627251" y="95"/>
                  </a:lnTo>
                  <a:lnTo>
                    <a:pt x="1883092" y="683228"/>
                  </a:lnTo>
                  <a:lnTo>
                    <a:pt x="1749171" y="683228"/>
                  </a:lnTo>
                  <a:lnTo>
                    <a:pt x="1686592" y="517589"/>
                  </a:lnTo>
                  <a:close/>
                  <a:moveTo>
                    <a:pt x="1474470" y="406527"/>
                  </a:moveTo>
                  <a:lnTo>
                    <a:pt x="1645063" y="406527"/>
                  </a:lnTo>
                  <a:lnTo>
                    <a:pt x="1558862" y="145733"/>
                  </a:lnTo>
                  <a:lnTo>
                    <a:pt x="1474565" y="406527"/>
                  </a:lnTo>
                  <a:close/>
                  <a:moveTo>
                    <a:pt x="1995392" y="0"/>
                  </a:moveTo>
                  <a:lnTo>
                    <a:pt x="2121980" y="0"/>
                  </a:lnTo>
                  <a:lnTo>
                    <a:pt x="2121980" y="570167"/>
                  </a:lnTo>
                  <a:lnTo>
                    <a:pt x="2385632" y="570167"/>
                  </a:lnTo>
                  <a:lnTo>
                    <a:pt x="2385632" y="683228"/>
                  </a:lnTo>
                  <a:lnTo>
                    <a:pt x="1995392" y="683228"/>
                  </a:lnTo>
                  <a:lnTo>
                    <a:pt x="1995392" y="0"/>
                  </a:lnTo>
                  <a:close/>
                  <a:moveTo>
                    <a:pt x="2395157" y="0"/>
                  </a:moveTo>
                  <a:lnTo>
                    <a:pt x="2907792" y="0"/>
                  </a:lnTo>
                  <a:lnTo>
                    <a:pt x="2907792" y="116014"/>
                  </a:lnTo>
                  <a:lnTo>
                    <a:pt x="2715863" y="116014"/>
                  </a:lnTo>
                  <a:lnTo>
                    <a:pt x="2715863" y="683228"/>
                  </a:lnTo>
                  <a:lnTo>
                    <a:pt x="2587942" y="683228"/>
                  </a:lnTo>
                  <a:lnTo>
                    <a:pt x="2587942" y="116014"/>
                  </a:lnTo>
                  <a:lnTo>
                    <a:pt x="2395061" y="116014"/>
                  </a:lnTo>
                  <a:lnTo>
                    <a:pt x="2395061" y="0"/>
                  </a:lnTo>
                  <a:close/>
                  <a:moveTo>
                    <a:pt x="3575494" y="0"/>
                  </a:moveTo>
                  <a:lnTo>
                    <a:pt x="3575494" y="683133"/>
                  </a:lnTo>
                  <a:lnTo>
                    <a:pt x="3447764" y="683133"/>
                  </a:lnTo>
                  <a:lnTo>
                    <a:pt x="3447764" y="400622"/>
                  </a:lnTo>
                  <a:lnTo>
                    <a:pt x="3174111" y="400622"/>
                  </a:lnTo>
                  <a:lnTo>
                    <a:pt x="3174111" y="683228"/>
                  </a:lnTo>
                  <a:lnTo>
                    <a:pt x="3048191" y="683228"/>
                  </a:lnTo>
                  <a:lnTo>
                    <a:pt x="3048191" y="0"/>
                  </a:lnTo>
                  <a:lnTo>
                    <a:pt x="3174111" y="0"/>
                  </a:lnTo>
                  <a:lnTo>
                    <a:pt x="3174111" y="286607"/>
                  </a:lnTo>
                  <a:lnTo>
                    <a:pt x="3447764" y="286607"/>
                  </a:lnTo>
                  <a:lnTo>
                    <a:pt x="3447764" y="0"/>
                  </a:lnTo>
                  <a:lnTo>
                    <a:pt x="357549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9" name="Google Shape;269;p54"/>
            <p:cNvSpPr/>
            <p:nvPr/>
          </p:nvSpPr>
          <p:spPr>
            <a:xfrm>
              <a:off x="8418776" y="5302158"/>
              <a:ext cx="3580066" cy="255953"/>
            </a:xfrm>
            <a:custGeom>
              <a:rect b="b" l="l" r="r" t="t"/>
              <a:pathLst>
                <a:path extrusionOk="0" h="255953" w="3580066">
                  <a:moveTo>
                    <a:pt x="146113" y="165847"/>
                  </a:moveTo>
                  <a:lnTo>
                    <a:pt x="146113" y="3065"/>
                  </a:lnTo>
                  <a:lnTo>
                    <a:pt x="184880" y="3065"/>
                  </a:lnTo>
                  <a:lnTo>
                    <a:pt x="184880" y="165847"/>
                  </a:lnTo>
                  <a:cubicBezTo>
                    <a:pt x="185452" y="214996"/>
                    <a:pt x="146113" y="255382"/>
                    <a:pt x="96964" y="255954"/>
                  </a:cubicBezTo>
                  <a:cubicBezTo>
                    <a:pt x="95536" y="255954"/>
                    <a:pt x="94107" y="255954"/>
                    <a:pt x="92583" y="255954"/>
                  </a:cubicBezTo>
                  <a:cubicBezTo>
                    <a:pt x="42672" y="255954"/>
                    <a:pt x="0" y="220521"/>
                    <a:pt x="0" y="165943"/>
                  </a:cubicBezTo>
                  <a:lnTo>
                    <a:pt x="0" y="3160"/>
                  </a:lnTo>
                  <a:lnTo>
                    <a:pt x="39148" y="3160"/>
                  </a:lnTo>
                  <a:lnTo>
                    <a:pt x="39148" y="165943"/>
                  </a:lnTo>
                  <a:cubicBezTo>
                    <a:pt x="39148" y="195470"/>
                    <a:pt x="63151" y="219473"/>
                    <a:pt x="92678" y="219473"/>
                  </a:cubicBezTo>
                  <a:cubicBezTo>
                    <a:pt x="122206" y="219473"/>
                    <a:pt x="146209" y="195470"/>
                    <a:pt x="146209" y="165943"/>
                  </a:cubicBezTo>
                  <a:lnTo>
                    <a:pt x="146113" y="165943"/>
                  </a:lnTo>
                  <a:close/>
                  <a:moveTo>
                    <a:pt x="434435" y="252239"/>
                  </a:moveTo>
                  <a:lnTo>
                    <a:pt x="398621" y="252239"/>
                  </a:lnTo>
                  <a:lnTo>
                    <a:pt x="291560" y="73931"/>
                  </a:lnTo>
                  <a:lnTo>
                    <a:pt x="291560" y="252239"/>
                  </a:lnTo>
                  <a:lnTo>
                    <a:pt x="253460" y="252239"/>
                  </a:lnTo>
                  <a:lnTo>
                    <a:pt x="253460" y="3065"/>
                  </a:lnTo>
                  <a:lnTo>
                    <a:pt x="290417" y="3065"/>
                  </a:lnTo>
                  <a:lnTo>
                    <a:pt x="396335" y="179944"/>
                  </a:lnTo>
                  <a:lnTo>
                    <a:pt x="396335" y="3065"/>
                  </a:lnTo>
                  <a:lnTo>
                    <a:pt x="434435" y="3065"/>
                  </a:lnTo>
                  <a:lnTo>
                    <a:pt x="434435" y="252239"/>
                  </a:lnTo>
                  <a:close/>
                  <a:moveTo>
                    <a:pt x="497014" y="3065"/>
                  </a:moveTo>
                  <a:lnTo>
                    <a:pt x="535114" y="3065"/>
                  </a:lnTo>
                  <a:lnTo>
                    <a:pt x="535114" y="252239"/>
                  </a:lnTo>
                  <a:lnTo>
                    <a:pt x="497014" y="252239"/>
                  </a:lnTo>
                  <a:lnTo>
                    <a:pt x="497014" y="3065"/>
                  </a:lnTo>
                  <a:close/>
                  <a:moveTo>
                    <a:pt x="622935" y="3065"/>
                  </a:moveTo>
                  <a:lnTo>
                    <a:pt x="676180" y="188231"/>
                  </a:lnTo>
                  <a:lnTo>
                    <a:pt x="729710" y="3065"/>
                  </a:lnTo>
                  <a:lnTo>
                    <a:pt x="769525" y="3065"/>
                  </a:lnTo>
                  <a:lnTo>
                    <a:pt x="694372" y="252239"/>
                  </a:lnTo>
                  <a:lnTo>
                    <a:pt x="658558" y="252239"/>
                  </a:lnTo>
                  <a:lnTo>
                    <a:pt x="583025" y="3065"/>
                  </a:lnTo>
                  <a:lnTo>
                    <a:pt x="623125" y="3065"/>
                  </a:lnTo>
                  <a:close/>
                  <a:moveTo>
                    <a:pt x="813911" y="3065"/>
                  </a:moveTo>
                  <a:lnTo>
                    <a:pt x="964025" y="3065"/>
                  </a:lnTo>
                  <a:lnTo>
                    <a:pt x="964025" y="38212"/>
                  </a:lnTo>
                  <a:lnTo>
                    <a:pt x="852297" y="38212"/>
                  </a:lnTo>
                  <a:lnTo>
                    <a:pt x="852297" y="111936"/>
                  </a:lnTo>
                  <a:lnTo>
                    <a:pt x="949928" y="111936"/>
                  </a:lnTo>
                  <a:lnTo>
                    <a:pt x="949928" y="146988"/>
                  </a:lnTo>
                  <a:lnTo>
                    <a:pt x="852297" y="146988"/>
                  </a:lnTo>
                  <a:lnTo>
                    <a:pt x="852297" y="216806"/>
                  </a:lnTo>
                  <a:lnTo>
                    <a:pt x="967645" y="216806"/>
                  </a:lnTo>
                  <a:lnTo>
                    <a:pt x="967645" y="251953"/>
                  </a:lnTo>
                  <a:lnTo>
                    <a:pt x="813911" y="251953"/>
                  </a:lnTo>
                  <a:lnTo>
                    <a:pt x="813911" y="3160"/>
                  </a:lnTo>
                  <a:close/>
                  <a:moveTo>
                    <a:pt x="1200436" y="252239"/>
                  </a:moveTo>
                  <a:lnTo>
                    <a:pt x="1153763" y="252239"/>
                  </a:lnTo>
                  <a:lnTo>
                    <a:pt x="1091565" y="160799"/>
                  </a:lnTo>
                  <a:lnTo>
                    <a:pt x="1064800" y="160799"/>
                  </a:lnTo>
                  <a:lnTo>
                    <a:pt x="1064800" y="252239"/>
                  </a:lnTo>
                  <a:lnTo>
                    <a:pt x="1026128" y="252239"/>
                  </a:lnTo>
                  <a:lnTo>
                    <a:pt x="1026128" y="3065"/>
                  </a:lnTo>
                  <a:lnTo>
                    <a:pt x="1123379" y="3065"/>
                  </a:lnTo>
                  <a:cubicBezTo>
                    <a:pt x="1176909" y="3065"/>
                    <a:pt x="1199483" y="42499"/>
                    <a:pt x="1199483" y="82218"/>
                  </a:cubicBezTo>
                  <a:cubicBezTo>
                    <a:pt x="1199483" y="118794"/>
                    <a:pt x="1181005" y="154227"/>
                    <a:pt x="1135094" y="159180"/>
                  </a:cubicBezTo>
                  <a:lnTo>
                    <a:pt x="1200245" y="252144"/>
                  </a:lnTo>
                  <a:close/>
                  <a:moveTo>
                    <a:pt x="1064895" y="38117"/>
                  </a:moveTo>
                  <a:lnTo>
                    <a:pt x="1064895" y="125271"/>
                  </a:lnTo>
                  <a:lnTo>
                    <a:pt x="1120616" y="125271"/>
                  </a:lnTo>
                  <a:cubicBezTo>
                    <a:pt x="1148524" y="125271"/>
                    <a:pt x="1159669" y="103173"/>
                    <a:pt x="1159669" y="81837"/>
                  </a:cubicBezTo>
                  <a:cubicBezTo>
                    <a:pt x="1159669" y="60501"/>
                    <a:pt x="1148810" y="38022"/>
                    <a:pt x="1121569" y="38022"/>
                  </a:cubicBezTo>
                  <a:lnTo>
                    <a:pt x="1064895" y="38022"/>
                  </a:lnTo>
                  <a:close/>
                  <a:moveTo>
                    <a:pt x="1290256" y="179849"/>
                  </a:moveTo>
                  <a:cubicBezTo>
                    <a:pt x="1291019" y="200137"/>
                    <a:pt x="1310164" y="220711"/>
                    <a:pt x="1339882" y="220711"/>
                  </a:cubicBezTo>
                  <a:cubicBezTo>
                    <a:pt x="1369600" y="220711"/>
                    <a:pt x="1384364" y="204805"/>
                    <a:pt x="1386935" y="186707"/>
                  </a:cubicBezTo>
                  <a:cubicBezTo>
                    <a:pt x="1388364" y="163561"/>
                    <a:pt x="1370648" y="151560"/>
                    <a:pt x="1347502" y="146131"/>
                  </a:cubicBezTo>
                  <a:lnTo>
                    <a:pt x="1315974" y="138225"/>
                  </a:lnTo>
                  <a:cubicBezTo>
                    <a:pt x="1262444" y="123747"/>
                    <a:pt x="1254062" y="93362"/>
                    <a:pt x="1254062" y="71550"/>
                  </a:cubicBezTo>
                  <a:cubicBezTo>
                    <a:pt x="1254062" y="28878"/>
                    <a:pt x="1292162" y="303"/>
                    <a:pt x="1336072" y="303"/>
                  </a:cubicBezTo>
                  <a:cubicBezTo>
                    <a:pt x="1379982" y="303"/>
                    <a:pt x="1417034" y="28878"/>
                    <a:pt x="1417034" y="74026"/>
                  </a:cubicBezTo>
                  <a:lnTo>
                    <a:pt x="1378934" y="74026"/>
                  </a:lnTo>
                  <a:cubicBezTo>
                    <a:pt x="1378934" y="51262"/>
                    <a:pt x="1361218" y="35926"/>
                    <a:pt x="1335500" y="35926"/>
                  </a:cubicBezTo>
                  <a:cubicBezTo>
                    <a:pt x="1312736" y="35926"/>
                    <a:pt x="1292447" y="49642"/>
                    <a:pt x="1292447" y="70312"/>
                  </a:cubicBezTo>
                  <a:cubicBezTo>
                    <a:pt x="1292447" y="79837"/>
                    <a:pt x="1296067" y="95267"/>
                    <a:pt x="1325785" y="102887"/>
                  </a:cubicBezTo>
                  <a:lnTo>
                    <a:pt x="1357598" y="111174"/>
                  </a:lnTo>
                  <a:cubicBezTo>
                    <a:pt x="1407890" y="124604"/>
                    <a:pt x="1428845" y="152798"/>
                    <a:pt x="1424940" y="188517"/>
                  </a:cubicBezTo>
                  <a:cubicBezTo>
                    <a:pt x="1421321" y="227569"/>
                    <a:pt x="1387697" y="255192"/>
                    <a:pt x="1339977" y="255192"/>
                  </a:cubicBezTo>
                  <a:cubicBezTo>
                    <a:pt x="1288256" y="255192"/>
                    <a:pt x="1252156" y="219759"/>
                    <a:pt x="1252156" y="179087"/>
                  </a:cubicBezTo>
                  <a:lnTo>
                    <a:pt x="1290256" y="179754"/>
                  </a:lnTo>
                  <a:close/>
                  <a:moveTo>
                    <a:pt x="1475041" y="2970"/>
                  </a:moveTo>
                  <a:lnTo>
                    <a:pt x="1513141" y="2970"/>
                  </a:lnTo>
                  <a:lnTo>
                    <a:pt x="1513141" y="252144"/>
                  </a:lnTo>
                  <a:lnTo>
                    <a:pt x="1475041" y="252144"/>
                  </a:lnTo>
                  <a:lnTo>
                    <a:pt x="1475041" y="2970"/>
                  </a:lnTo>
                  <a:close/>
                  <a:moveTo>
                    <a:pt x="1557147" y="2970"/>
                  </a:moveTo>
                  <a:lnTo>
                    <a:pt x="1742980" y="2970"/>
                  </a:lnTo>
                  <a:lnTo>
                    <a:pt x="1742980" y="38784"/>
                  </a:lnTo>
                  <a:lnTo>
                    <a:pt x="1669732" y="38784"/>
                  </a:lnTo>
                  <a:lnTo>
                    <a:pt x="1669732" y="252239"/>
                  </a:lnTo>
                  <a:lnTo>
                    <a:pt x="1630680" y="252239"/>
                  </a:lnTo>
                  <a:lnTo>
                    <a:pt x="1630680" y="38879"/>
                  </a:lnTo>
                  <a:lnTo>
                    <a:pt x="1557338" y="38879"/>
                  </a:lnTo>
                  <a:lnTo>
                    <a:pt x="1557338" y="2970"/>
                  </a:lnTo>
                  <a:close/>
                  <a:moveTo>
                    <a:pt x="1861375" y="252144"/>
                  </a:moveTo>
                  <a:lnTo>
                    <a:pt x="1861375" y="137939"/>
                  </a:lnTo>
                  <a:lnTo>
                    <a:pt x="1766221" y="3065"/>
                  </a:lnTo>
                  <a:lnTo>
                    <a:pt x="1812227" y="3065"/>
                  </a:lnTo>
                  <a:lnTo>
                    <a:pt x="1880997" y="102125"/>
                  </a:lnTo>
                  <a:lnTo>
                    <a:pt x="1950434" y="3065"/>
                  </a:lnTo>
                  <a:lnTo>
                    <a:pt x="1996440" y="3065"/>
                  </a:lnTo>
                  <a:lnTo>
                    <a:pt x="1900619" y="138320"/>
                  </a:lnTo>
                  <a:lnTo>
                    <a:pt x="1900619" y="252525"/>
                  </a:lnTo>
                  <a:lnTo>
                    <a:pt x="1861566" y="252144"/>
                  </a:lnTo>
                  <a:close/>
                  <a:moveTo>
                    <a:pt x="2238566" y="17"/>
                  </a:moveTo>
                  <a:cubicBezTo>
                    <a:pt x="2309146" y="-1126"/>
                    <a:pt x="2367248" y="55262"/>
                    <a:pt x="2368391" y="125842"/>
                  </a:cubicBezTo>
                  <a:cubicBezTo>
                    <a:pt x="2369534" y="196423"/>
                    <a:pt x="2313146" y="254525"/>
                    <a:pt x="2242566" y="255668"/>
                  </a:cubicBezTo>
                  <a:cubicBezTo>
                    <a:pt x="2171986" y="256811"/>
                    <a:pt x="2113883" y="200423"/>
                    <a:pt x="2112740" y="129843"/>
                  </a:cubicBezTo>
                  <a:cubicBezTo>
                    <a:pt x="2112740" y="129271"/>
                    <a:pt x="2112740" y="128605"/>
                    <a:pt x="2112740" y="128033"/>
                  </a:cubicBezTo>
                  <a:cubicBezTo>
                    <a:pt x="2111788" y="58310"/>
                    <a:pt x="2167604" y="970"/>
                    <a:pt x="2237327" y="17"/>
                  </a:cubicBezTo>
                  <a:cubicBezTo>
                    <a:pt x="2237708" y="17"/>
                    <a:pt x="2238184" y="17"/>
                    <a:pt x="2238566" y="17"/>
                  </a:cubicBezTo>
                  <a:close/>
                  <a:moveTo>
                    <a:pt x="2238566" y="218140"/>
                  </a:moveTo>
                  <a:cubicBezTo>
                    <a:pt x="2288381" y="219664"/>
                    <a:pt x="2330006" y="180516"/>
                    <a:pt x="2331530" y="130700"/>
                  </a:cubicBezTo>
                  <a:cubicBezTo>
                    <a:pt x="2333054" y="80884"/>
                    <a:pt x="2293906" y="39260"/>
                    <a:pt x="2244090" y="37736"/>
                  </a:cubicBezTo>
                  <a:cubicBezTo>
                    <a:pt x="2194274" y="36212"/>
                    <a:pt x="2152650" y="75360"/>
                    <a:pt x="2151126" y="125176"/>
                  </a:cubicBezTo>
                  <a:cubicBezTo>
                    <a:pt x="2151126" y="126128"/>
                    <a:pt x="2151126" y="127081"/>
                    <a:pt x="2151126" y="128128"/>
                  </a:cubicBezTo>
                  <a:cubicBezTo>
                    <a:pt x="2150078" y="176896"/>
                    <a:pt x="2188750" y="217187"/>
                    <a:pt x="2237423" y="218235"/>
                  </a:cubicBezTo>
                  <a:cubicBezTo>
                    <a:pt x="2237804" y="218235"/>
                    <a:pt x="2238184" y="218235"/>
                    <a:pt x="2238566" y="218235"/>
                  </a:cubicBezTo>
                  <a:lnTo>
                    <a:pt x="2238566" y="218235"/>
                  </a:lnTo>
                  <a:close/>
                  <a:moveTo>
                    <a:pt x="2413349" y="2970"/>
                  </a:moveTo>
                  <a:lnTo>
                    <a:pt x="2561558" y="2970"/>
                  </a:lnTo>
                  <a:lnTo>
                    <a:pt x="2561558" y="38117"/>
                  </a:lnTo>
                  <a:lnTo>
                    <a:pt x="2451640" y="38117"/>
                  </a:lnTo>
                  <a:lnTo>
                    <a:pt x="2451640" y="111841"/>
                  </a:lnTo>
                  <a:lnTo>
                    <a:pt x="2538413" y="111841"/>
                  </a:lnTo>
                  <a:lnTo>
                    <a:pt x="2538413" y="146893"/>
                  </a:lnTo>
                  <a:lnTo>
                    <a:pt x="2451640" y="146893"/>
                  </a:lnTo>
                  <a:lnTo>
                    <a:pt x="2451640" y="251572"/>
                  </a:lnTo>
                  <a:lnTo>
                    <a:pt x="2413540" y="251572"/>
                  </a:lnTo>
                  <a:lnTo>
                    <a:pt x="2413349" y="2970"/>
                  </a:lnTo>
                  <a:close/>
                  <a:moveTo>
                    <a:pt x="2842260" y="165752"/>
                  </a:moveTo>
                  <a:lnTo>
                    <a:pt x="2842260" y="2970"/>
                  </a:lnTo>
                  <a:lnTo>
                    <a:pt x="2881027" y="2970"/>
                  </a:lnTo>
                  <a:lnTo>
                    <a:pt x="2881027" y="165752"/>
                  </a:lnTo>
                  <a:cubicBezTo>
                    <a:pt x="2881598" y="214901"/>
                    <a:pt x="2842260" y="255287"/>
                    <a:pt x="2793111" y="255859"/>
                  </a:cubicBezTo>
                  <a:cubicBezTo>
                    <a:pt x="2791682" y="255859"/>
                    <a:pt x="2790254" y="255859"/>
                    <a:pt x="2788730" y="255859"/>
                  </a:cubicBezTo>
                  <a:cubicBezTo>
                    <a:pt x="2738819" y="255859"/>
                    <a:pt x="2696147" y="220426"/>
                    <a:pt x="2696147" y="165847"/>
                  </a:cubicBezTo>
                  <a:lnTo>
                    <a:pt x="2696147" y="3065"/>
                  </a:lnTo>
                  <a:lnTo>
                    <a:pt x="2735199" y="3065"/>
                  </a:lnTo>
                  <a:lnTo>
                    <a:pt x="2735199" y="165847"/>
                  </a:lnTo>
                  <a:cubicBezTo>
                    <a:pt x="2735199" y="195375"/>
                    <a:pt x="2759202" y="219378"/>
                    <a:pt x="2788730" y="219378"/>
                  </a:cubicBezTo>
                  <a:cubicBezTo>
                    <a:pt x="2818257" y="219378"/>
                    <a:pt x="2842260" y="195375"/>
                    <a:pt x="2842260" y="165847"/>
                  </a:cubicBezTo>
                  <a:close/>
                  <a:moveTo>
                    <a:pt x="2930461" y="2970"/>
                  </a:moveTo>
                  <a:lnTo>
                    <a:pt x="3116390" y="2970"/>
                  </a:lnTo>
                  <a:lnTo>
                    <a:pt x="3116390" y="38784"/>
                  </a:lnTo>
                  <a:lnTo>
                    <a:pt x="3043047" y="38784"/>
                  </a:lnTo>
                  <a:lnTo>
                    <a:pt x="3043047" y="252239"/>
                  </a:lnTo>
                  <a:lnTo>
                    <a:pt x="3003995" y="252239"/>
                  </a:lnTo>
                  <a:lnTo>
                    <a:pt x="3003995" y="38879"/>
                  </a:lnTo>
                  <a:lnTo>
                    <a:pt x="2930652" y="38879"/>
                  </a:lnTo>
                  <a:lnTo>
                    <a:pt x="2930652" y="2970"/>
                  </a:lnTo>
                  <a:close/>
                  <a:moveTo>
                    <a:pt x="3280315" y="190422"/>
                  </a:moveTo>
                  <a:lnTo>
                    <a:pt x="3179826" y="190422"/>
                  </a:lnTo>
                  <a:lnTo>
                    <a:pt x="3155919" y="252715"/>
                  </a:lnTo>
                  <a:lnTo>
                    <a:pt x="3115056" y="252715"/>
                  </a:lnTo>
                  <a:lnTo>
                    <a:pt x="3208782" y="3065"/>
                  </a:lnTo>
                  <a:lnTo>
                    <a:pt x="3250406" y="3065"/>
                  </a:lnTo>
                  <a:lnTo>
                    <a:pt x="3344418" y="252239"/>
                  </a:lnTo>
                  <a:lnTo>
                    <a:pt x="3303937" y="252239"/>
                  </a:lnTo>
                  <a:lnTo>
                    <a:pt x="3280220" y="190422"/>
                  </a:lnTo>
                  <a:close/>
                  <a:moveTo>
                    <a:pt x="3192780" y="156037"/>
                  </a:moveTo>
                  <a:lnTo>
                    <a:pt x="3267266" y="156037"/>
                  </a:lnTo>
                  <a:lnTo>
                    <a:pt x="3230023" y="51357"/>
                  </a:lnTo>
                  <a:lnTo>
                    <a:pt x="3192685" y="156037"/>
                  </a:lnTo>
                  <a:close/>
                  <a:moveTo>
                    <a:pt x="3580066" y="2970"/>
                  </a:moveTo>
                  <a:lnTo>
                    <a:pt x="3580066" y="252144"/>
                  </a:lnTo>
                  <a:lnTo>
                    <a:pt x="3541014" y="252144"/>
                  </a:lnTo>
                  <a:lnTo>
                    <a:pt x="3541014" y="145845"/>
                  </a:lnTo>
                  <a:lnTo>
                    <a:pt x="3428619" y="145845"/>
                  </a:lnTo>
                  <a:lnTo>
                    <a:pt x="3428619" y="252144"/>
                  </a:lnTo>
                  <a:lnTo>
                    <a:pt x="3390519" y="252144"/>
                  </a:lnTo>
                  <a:lnTo>
                    <a:pt x="3390519" y="2970"/>
                  </a:lnTo>
                  <a:lnTo>
                    <a:pt x="3428619" y="2970"/>
                  </a:lnTo>
                  <a:lnTo>
                    <a:pt x="3428619" y="110698"/>
                  </a:lnTo>
                  <a:lnTo>
                    <a:pt x="3541110" y="110698"/>
                  </a:lnTo>
                  <a:lnTo>
                    <a:pt x="3541110" y="2970"/>
                  </a:lnTo>
                  <a:lnTo>
                    <a:pt x="3580066" y="297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grpSp>
          <p:nvGrpSpPr>
            <p:cNvPr id="270" name="Google Shape;270;p54"/>
            <p:cNvGrpSpPr/>
            <p:nvPr/>
          </p:nvGrpSpPr>
          <p:grpSpPr>
            <a:xfrm>
              <a:off x="6455388" y="4102692"/>
              <a:ext cx="1601438" cy="1455705"/>
              <a:chOff x="3324225" y="2700241"/>
              <a:chExt cx="1601438" cy="1455705"/>
            </a:xfrm>
          </p:grpSpPr>
          <p:sp>
            <p:nvSpPr>
              <p:cNvPr id="271" name="Google Shape;271;p54"/>
              <p:cNvSpPr/>
              <p:nvPr/>
            </p:nvSpPr>
            <p:spPr>
              <a:xfrm>
                <a:off x="4540585" y="3230022"/>
                <a:ext cx="239250" cy="787908"/>
              </a:xfrm>
              <a:custGeom>
                <a:rect b="b" l="l" r="r" t="t"/>
                <a:pathLst>
                  <a:path extrusionOk="0" h="787908" w="239250">
                    <a:moveTo>
                      <a:pt x="14270" y="87440"/>
                    </a:moveTo>
                    <a:cubicBezTo>
                      <a:pt x="36273" y="66580"/>
                      <a:pt x="61895" y="37052"/>
                      <a:pt x="91994" y="12954"/>
                    </a:cubicBezTo>
                    <a:moveTo>
                      <a:pt x="239251" y="549307"/>
                    </a:moveTo>
                    <a:lnTo>
                      <a:pt x="239251" y="635603"/>
                    </a:lnTo>
                    <a:lnTo>
                      <a:pt x="85993" y="787908"/>
                    </a:lnTo>
                    <a:cubicBezTo>
                      <a:pt x="-131844" y="356330"/>
                      <a:pt x="118569" y="176879"/>
                      <a:pt x="239251" y="0"/>
                    </a:cubicBezTo>
                    <a:lnTo>
                      <a:pt x="239251" y="201263"/>
                    </a:lnTo>
                    <a:lnTo>
                      <a:pt x="210676" y="173927"/>
                    </a:lnTo>
                    <a:cubicBezTo>
                      <a:pt x="199817" y="163830"/>
                      <a:pt x="182767" y="164402"/>
                      <a:pt x="172576" y="175165"/>
                    </a:cubicBezTo>
                    <a:cubicBezTo>
                      <a:pt x="162098" y="185738"/>
                      <a:pt x="162098" y="202692"/>
                      <a:pt x="172576" y="213265"/>
                    </a:cubicBezTo>
                    <a:lnTo>
                      <a:pt x="239251" y="276511"/>
                    </a:lnTo>
                    <a:lnTo>
                      <a:pt x="239251" y="350234"/>
                    </a:lnTo>
                    <a:lnTo>
                      <a:pt x="101709" y="343757"/>
                    </a:lnTo>
                    <a:cubicBezTo>
                      <a:pt x="86660" y="342995"/>
                      <a:pt x="73897" y="354521"/>
                      <a:pt x="73134" y="369570"/>
                    </a:cubicBezTo>
                    <a:cubicBezTo>
                      <a:pt x="73134" y="369570"/>
                      <a:pt x="73134" y="369570"/>
                      <a:pt x="73134" y="369570"/>
                    </a:cubicBezTo>
                    <a:cubicBezTo>
                      <a:pt x="72087" y="384524"/>
                      <a:pt x="83136" y="397478"/>
                      <a:pt x="98090" y="398717"/>
                    </a:cubicBezTo>
                    <a:lnTo>
                      <a:pt x="239155" y="405289"/>
                    </a:lnTo>
                    <a:lnTo>
                      <a:pt x="239155" y="486728"/>
                    </a:lnTo>
                    <a:lnTo>
                      <a:pt x="89136" y="545973"/>
                    </a:lnTo>
                    <a:cubicBezTo>
                      <a:pt x="74468" y="551783"/>
                      <a:pt x="67324" y="568452"/>
                      <a:pt x="73230" y="583121"/>
                    </a:cubicBezTo>
                    <a:cubicBezTo>
                      <a:pt x="73230" y="583121"/>
                      <a:pt x="73230" y="583121"/>
                      <a:pt x="73230" y="583216"/>
                    </a:cubicBezTo>
                    <a:cubicBezTo>
                      <a:pt x="78468" y="598075"/>
                      <a:pt x="94756" y="605981"/>
                      <a:pt x="109615" y="600742"/>
                    </a:cubicBezTo>
                    <a:cubicBezTo>
                      <a:pt x="109615" y="600742"/>
                      <a:pt x="109615" y="600742"/>
                      <a:pt x="109615" y="600742"/>
                    </a:cubicBezTo>
                    <a:lnTo>
                      <a:pt x="238965" y="548831"/>
                    </a:lnTo>
                    <a:lnTo>
                      <a:pt x="239155" y="54921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72" name="Google Shape;272;p54"/>
              <p:cNvSpPr/>
              <p:nvPr/>
            </p:nvSpPr>
            <p:spPr>
              <a:xfrm>
                <a:off x="3324225" y="2700241"/>
                <a:ext cx="1601438" cy="1455705"/>
              </a:xfrm>
              <a:custGeom>
                <a:rect b="b" l="l" r="r" t="t"/>
                <a:pathLst>
                  <a:path extrusionOk="0" h="1455705" w="1601438">
                    <a:moveTo>
                      <a:pt x="1337977" y="82201"/>
                    </a:moveTo>
                    <a:lnTo>
                      <a:pt x="1377315" y="124206"/>
                    </a:lnTo>
                    <a:cubicBezTo>
                      <a:pt x="1383316" y="131159"/>
                      <a:pt x="1393793" y="131921"/>
                      <a:pt x="1400747" y="126016"/>
                    </a:cubicBezTo>
                    <a:cubicBezTo>
                      <a:pt x="1407414" y="119729"/>
                      <a:pt x="1407795" y="109252"/>
                      <a:pt x="1401509" y="102489"/>
                    </a:cubicBezTo>
                    <a:lnTo>
                      <a:pt x="1356836" y="54864"/>
                    </a:lnTo>
                    <a:cubicBezTo>
                      <a:pt x="1372076" y="34195"/>
                      <a:pt x="1390174" y="15716"/>
                      <a:pt x="1410557" y="0"/>
                    </a:cubicBezTo>
                    <a:lnTo>
                      <a:pt x="1601438" y="0"/>
                    </a:lnTo>
                    <a:lnTo>
                      <a:pt x="1601438" y="437864"/>
                    </a:lnTo>
                    <a:lnTo>
                      <a:pt x="1503331" y="437864"/>
                    </a:lnTo>
                    <a:cubicBezTo>
                      <a:pt x="1522381" y="377190"/>
                      <a:pt x="1516856" y="312134"/>
                      <a:pt x="1463802" y="233553"/>
                    </a:cubicBezTo>
                    <a:cubicBezTo>
                      <a:pt x="1609725" y="598361"/>
                      <a:pt x="853631" y="586835"/>
                      <a:pt x="1180910" y="1435703"/>
                    </a:cubicBezTo>
                    <a:lnTo>
                      <a:pt x="1163765" y="1455706"/>
                    </a:lnTo>
                    <a:lnTo>
                      <a:pt x="437769" y="1455706"/>
                    </a:lnTo>
                    <a:lnTo>
                      <a:pt x="146304" y="1165289"/>
                    </a:lnTo>
                    <a:lnTo>
                      <a:pt x="146304" y="437579"/>
                    </a:lnTo>
                    <a:lnTo>
                      <a:pt x="0" y="437579"/>
                    </a:lnTo>
                    <a:lnTo>
                      <a:pt x="0" y="95"/>
                    </a:lnTo>
                    <a:lnTo>
                      <a:pt x="727901" y="95"/>
                    </a:lnTo>
                    <a:lnTo>
                      <a:pt x="727901" y="437960"/>
                    </a:lnTo>
                    <a:lnTo>
                      <a:pt x="581882" y="437960"/>
                    </a:lnTo>
                    <a:lnTo>
                      <a:pt x="581882" y="1017937"/>
                    </a:lnTo>
                    <a:lnTo>
                      <a:pt x="1019747" y="1017937"/>
                    </a:lnTo>
                    <a:lnTo>
                      <a:pt x="1019747" y="437483"/>
                    </a:lnTo>
                    <a:lnTo>
                      <a:pt x="873728" y="437483"/>
                    </a:lnTo>
                    <a:lnTo>
                      <a:pt x="873728" y="95"/>
                    </a:lnTo>
                    <a:lnTo>
                      <a:pt x="1343025" y="95"/>
                    </a:lnTo>
                    <a:cubicBezTo>
                      <a:pt x="1189768" y="114300"/>
                      <a:pt x="1096232" y="410147"/>
                      <a:pt x="1230535" y="617411"/>
                    </a:cubicBezTo>
                    <a:cubicBezTo>
                      <a:pt x="1252538" y="596551"/>
                      <a:pt x="1278160" y="567023"/>
                      <a:pt x="1308259" y="542925"/>
                    </a:cubicBezTo>
                    <a:cubicBezTo>
                      <a:pt x="1294352" y="519684"/>
                      <a:pt x="1283589" y="494729"/>
                      <a:pt x="1276064" y="468725"/>
                    </a:cubicBezTo>
                    <a:lnTo>
                      <a:pt x="1433417" y="407765"/>
                    </a:lnTo>
                    <a:cubicBezTo>
                      <a:pt x="1442657" y="404336"/>
                      <a:pt x="1447324" y="394049"/>
                      <a:pt x="1443895" y="384810"/>
                    </a:cubicBezTo>
                    <a:cubicBezTo>
                      <a:pt x="1440466" y="375571"/>
                      <a:pt x="1430179" y="370904"/>
                      <a:pt x="1420939" y="374333"/>
                    </a:cubicBezTo>
                    <a:lnTo>
                      <a:pt x="1267778" y="433673"/>
                    </a:lnTo>
                    <a:cubicBezTo>
                      <a:pt x="1261110" y="396621"/>
                      <a:pt x="1259110" y="358807"/>
                      <a:pt x="1261967" y="321278"/>
                    </a:cubicBezTo>
                    <a:lnTo>
                      <a:pt x="1416082" y="316516"/>
                    </a:lnTo>
                    <a:cubicBezTo>
                      <a:pt x="1425797" y="316325"/>
                      <a:pt x="1433513" y="308420"/>
                      <a:pt x="1433417" y="298704"/>
                    </a:cubicBezTo>
                    <a:cubicBezTo>
                      <a:pt x="1433036" y="288989"/>
                      <a:pt x="1424940" y="281464"/>
                      <a:pt x="1415225" y="281750"/>
                    </a:cubicBezTo>
                    <a:lnTo>
                      <a:pt x="1265587" y="286322"/>
                    </a:lnTo>
                    <a:cubicBezTo>
                      <a:pt x="1270159" y="252698"/>
                      <a:pt x="1277874" y="219647"/>
                      <a:pt x="1288542" y="187452"/>
                    </a:cubicBezTo>
                    <a:lnTo>
                      <a:pt x="1394746" y="222314"/>
                    </a:lnTo>
                    <a:cubicBezTo>
                      <a:pt x="1403699" y="225552"/>
                      <a:pt x="1413510" y="220980"/>
                      <a:pt x="1416844" y="212122"/>
                    </a:cubicBezTo>
                    <a:cubicBezTo>
                      <a:pt x="1419797" y="203168"/>
                      <a:pt x="1414939" y="193453"/>
                      <a:pt x="1405985" y="190405"/>
                    </a:cubicBezTo>
                    <a:lnTo>
                      <a:pt x="1300258" y="155639"/>
                    </a:lnTo>
                    <a:cubicBezTo>
                      <a:pt x="1310640" y="130112"/>
                      <a:pt x="1323308" y="105537"/>
                      <a:pt x="1337977" y="82296"/>
                    </a:cubicBezTo>
                    <a:lnTo>
                      <a:pt x="1337977" y="8229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</p:grpSp>
      <p:grpSp>
        <p:nvGrpSpPr>
          <p:cNvPr id="273" name="Google Shape;273;p54"/>
          <p:cNvGrpSpPr/>
          <p:nvPr/>
        </p:nvGrpSpPr>
        <p:grpSpPr>
          <a:xfrm>
            <a:off x="-3424512" y="-1"/>
            <a:ext cx="3208421" cy="6857999"/>
            <a:chOff x="-3424512" y="-1"/>
            <a:chExt cx="3208421" cy="6857999"/>
          </a:xfrm>
        </p:grpSpPr>
        <p:sp>
          <p:nvSpPr>
            <p:cNvPr id="274" name="Google Shape;274;p54"/>
            <p:cNvSpPr/>
            <p:nvPr/>
          </p:nvSpPr>
          <p:spPr>
            <a:xfrm>
              <a:off x="-3424512" y="-1"/>
              <a:ext cx="3208421" cy="685799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75" name="Google Shape;275;p54"/>
            <p:cNvSpPr txBox="1"/>
            <p:nvPr/>
          </p:nvSpPr>
          <p:spPr>
            <a:xfrm>
              <a:off x="-3267122" y="150741"/>
              <a:ext cx="2941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GB" sz="3200" u="none" cap="none" strike="noStrike">
                  <a:solidFill>
                    <a:schemeClr val="accen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Instruction: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54"/>
            <p:cNvSpPr txBox="1"/>
            <p:nvPr/>
          </p:nvSpPr>
          <p:spPr>
            <a:xfrm>
              <a:off x="-3267122" y="818147"/>
              <a:ext cx="294176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To underline keyword in title text box, highlight selected word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77" name="Google Shape;277;p5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143860" y="1824108"/>
              <a:ext cx="875152" cy="905001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78" name="Google Shape;278;p54"/>
            <p:cNvSpPr txBox="1"/>
            <p:nvPr/>
          </p:nvSpPr>
          <p:spPr>
            <a:xfrm>
              <a:off x="-3267122" y="2906262"/>
              <a:ext cx="2502568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2. Then go to 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‘Bold’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in the toolbar and then </a:t>
              </a:r>
              <a:b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‘underline’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after.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79" name="Google Shape;279;p54"/>
            <p:cNvPicPr preferRelativeResize="0"/>
            <p:nvPr/>
          </p:nvPicPr>
          <p:blipFill rotWithShape="1">
            <a:blip r:embed="rId3">
              <a:alphaModFix/>
            </a:blip>
            <a:srcRect b="-62788" l="0" r="0" t="-62788"/>
            <a:stretch/>
          </p:blipFill>
          <p:spPr>
            <a:xfrm>
              <a:off x="-3143862" y="4212225"/>
              <a:ext cx="1654280" cy="1614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54"/>
            <p:cNvSpPr/>
            <p:nvPr/>
          </p:nvSpPr>
          <p:spPr>
            <a:xfrm>
              <a:off x="-3095847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1" name="Google Shape;281;p54"/>
            <p:cNvSpPr/>
            <p:nvPr/>
          </p:nvSpPr>
          <p:spPr>
            <a:xfrm>
              <a:off x="-2236570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282" name="Google Shape;282;p54"/>
          <p:cNvSpPr txBox="1"/>
          <p:nvPr/>
        </p:nvSpPr>
        <p:spPr>
          <a:xfrm>
            <a:off x="274320" y="6375028"/>
            <a:ext cx="30289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UNIVERSITY OF UTAH HEALTH</a:t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 1 x2">
  <p:cSld name="Title and Table 1 x2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55"/>
          <p:cNvSpPr txBox="1"/>
          <p:nvPr>
            <p:ph type="title"/>
          </p:nvPr>
        </p:nvSpPr>
        <p:spPr>
          <a:xfrm>
            <a:off x="365760" y="365760"/>
            <a:ext cx="10958513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85" name="Google Shape;285;p55"/>
          <p:cNvGrpSpPr/>
          <p:nvPr/>
        </p:nvGrpSpPr>
        <p:grpSpPr>
          <a:xfrm>
            <a:off x="-3424512" y="-1"/>
            <a:ext cx="3208421" cy="6857999"/>
            <a:chOff x="-3424512" y="-1"/>
            <a:chExt cx="3208421" cy="6857999"/>
          </a:xfrm>
        </p:grpSpPr>
        <p:sp>
          <p:nvSpPr>
            <p:cNvPr id="286" name="Google Shape;286;p55"/>
            <p:cNvSpPr/>
            <p:nvPr/>
          </p:nvSpPr>
          <p:spPr>
            <a:xfrm>
              <a:off x="-3424512" y="-1"/>
              <a:ext cx="3208421" cy="685799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7" name="Google Shape;287;p55"/>
            <p:cNvSpPr txBox="1"/>
            <p:nvPr/>
          </p:nvSpPr>
          <p:spPr>
            <a:xfrm>
              <a:off x="-3267122" y="150741"/>
              <a:ext cx="2941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GB" sz="3200" u="none" cap="none" strike="noStrike">
                  <a:solidFill>
                    <a:schemeClr val="accen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Instruction 1: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55"/>
            <p:cNvSpPr txBox="1"/>
            <p:nvPr/>
          </p:nvSpPr>
          <p:spPr>
            <a:xfrm>
              <a:off x="-3267122" y="818147"/>
              <a:ext cx="294176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To underline keyword in title text box, highlight selected word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89" name="Google Shape;289;p5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143860" y="1824108"/>
              <a:ext cx="875152" cy="905001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90" name="Google Shape;290;p55"/>
            <p:cNvSpPr txBox="1"/>
            <p:nvPr/>
          </p:nvSpPr>
          <p:spPr>
            <a:xfrm>
              <a:off x="-3267122" y="2906262"/>
              <a:ext cx="2502568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2. Then go to 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‘Bold’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in the toolbar and then </a:t>
              </a:r>
              <a:b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‘underline’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after.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91" name="Google Shape;291;p55"/>
            <p:cNvPicPr preferRelativeResize="0"/>
            <p:nvPr/>
          </p:nvPicPr>
          <p:blipFill rotWithShape="1">
            <a:blip r:embed="rId3">
              <a:alphaModFix/>
            </a:blip>
            <a:srcRect b="-62788" l="0" r="0" t="-62788"/>
            <a:stretch/>
          </p:blipFill>
          <p:spPr>
            <a:xfrm>
              <a:off x="-3143862" y="4212225"/>
              <a:ext cx="1654280" cy="1614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2" name="Google Shape;292;p55"/>
            <p:cNvSpPr/>
            <p:nvPr/>
          </p:nvSpPr>
          <p:spPr>
            <a:xfrm>
              <a:off x="-3095847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3" name="Google Shape;293;p55"/>
            <p:cNvSpPr/>
            <p:nvPr/>
          </p:nvSpPr>
          <p:spPr>
            <a:xfrm>
              <a:off x="-2236570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294" name="Google Shape;294;p55"/>
          <p:cNvGrpSpPr/>
          <p:nvPr/>
        </p:nvGrpSpPr>
        <p:grpSpPr>
          <a:xfrm>
            <a:off x="10729913" y="6334847"/>
            <a:ext cx="1126458" cy="295807"/>
            <a:chOff x="6455388" y="4102692"/>
            <a:chExt cx="5543454" cy="1455705"/>
          </a:xfrm>
        </p:grpSpPr>
        <p:sp>
          <p:nvSpPr>
            <p:cNvPr id="295" name="Google Shape;295;p55"/>
            <p:cNvSpPr/>
            <p:nvPr/>
          </p:nvSpPr>
          <p:spPr>
            <a:xfrm>
              <a:off x="8423253" y="4383013"/>
              <a:ext cx="3575494" cy="683609"/>
            </a:xfrm>
            <a:custGeom>
              <a:rect b="b" l="l" r="r" t="t"/>
              <a:pathLst>
                <a:path extrusionOk="0" h="683609" w="3575494">
                  <a:moveTo>
                    <a:pt x="527495" y="0"/>
                  </a:moveTo>
                  <a:lnTo>
                    <a:pt x="527495" y="683133"/>
                  </a:lnTo>
                  <a:lnTo>
                    <a:pt x="399669" y="683133"/>
                  </a:lnTo>
                  <a:lnTo>
                    <a:pt x="399669" y="400622"/>
                  </a:lnTo>
                  <a:lnTo>
                    <a:pt x="125921" y="400622"/>
                  </a:lnTo>
                  <a:lnTo>
                    <a:pt x="125921" y="683228"/>
                  </a:lnTo>
                  <a:lnTo>
                    <a:pt x="0" y="683228"/>
                  </a:lnTo>
                  <a:lnTo>
                    <a:pt x="0" y="0"/>
                  </a:lnTo>
                  <a:lnTo>
                    <a:pt x="125921" y="0"/>
                  </a:lnTo>
                  <a:lnTo>
                    <a:pt x="125921" y="286607"/>
                  </a:lnTo>
                  <a:lnTo>
                    <a:pt x="399574" y="286607"/>
                  </a:lnTo>
                  <a:lnTo>
                    <a:pt x="399574" y="0"/>
                  </a:lnTo>
                  <a:lnTo>
                    <a:pt x="527495" y="0"/>
                  </a:lnTo>
                  <a:close/>
                  <a:moveTo>
                    <a:pt x="715994" y="0"/>
                  </a:moveTo>
                  <a:lnTo>
                    <a:pt x="1138809" y="0"/>
                  </a:lnTo>
                  <a:lnTo>
                    <a:pt x="1138809" y="113062"/>
                  </a:lnTo>
                  <a:lnTo>
                    <a:pt x="841915" y="113062"/>
                  </a:lnTo>
                  <a:lnTo>
                    <a:pt x="841915" y="290989"/>
                  </a:lnTo>
                  <a:lnTo>
                    <a:pt x="1101662" y="290989"/>
                  </a:lnTo>
                  <a:lnTo>
                    <a:pt x="1101662" y="403003"/>
                  </a:lnTo>
                  <a:lnTo>
                    <a:pt x="841915" y="403003"/>
                  </a:lnTo>
                  <a:lnTo>
                    <a:pt x="841915" y="570548"/>
                  </a:lnTo>
                  <a:lnTo>
                    <a:pt x="1148334" y="570548"/>
                  </a:lnTo>
                  <a:lnTo>
                    <a:pt x="1148334" y="683609"/>
                  </a:lnTo>
                  <a:lnTo>
                    <a:pt x="715994" y="683609"/>
                  </a:lnTo>
                  <a:lnTo>
                    <a:pt x="715994" y="0"/>
                  </a:lnTo>
                  <a:close/>
                  <a:moveTo>
                    <a:pt x="1686687" y="517589"/>
                  </a:moveTo>
                  <a:lnTo>
                    <a:pt x="1431893" y="517589"/>
                  </a:lnTo>
                  <a:lnTo>
                    <a:pt x="1369409" y="683228"/>
                  </a:lnTo>
                  <a:lnTo>
                    <a:pt x="1234535" y="683228"/>
                  </a:lnTo>
                  <a:lnTo>
                    <a:pt x="1490377" y="95"/>
                  </a:lnTo>
                  <a:lnTo>
                    <a:pt x="1627251" y="95"/>
                  </a:lnTo>
                  <a:lnTo>
                    <a:pt x="1883092" y="683228"/>
                  </a:lnTo>
                  <a:lnTo>
                    <a:pt x="1749171" y="683228"/>
                  </a:lnTo>
                  <a:lnTo>
                    <a:pt x="1686592" y="517589"/>
                  </a:lnTo>
                  <a:close/>
                  <a:moveTo>
                    <a:pt x="1474470" y="406527"/>
                  </a:moveTo>
                  <a:lnTo>
                    <a:pt x="1645063" y="406527"/>
                  </a:lnTo>
                  <a:lnTo>
                    <a:pt x="1558862" y="145733"/>
                  </a:lnTo>
                  <a:lnTo>
                    <a:pt x="1474565" y="406527"/>
                  </a:lnTo>
                  <a:close/>
                  <a:moveTo>
                    <a:pt x="1995392" y="0"/>
                  </a:moveTo>
                  <a:lnTo>
                    <a:pt x="2121980" y="0"/>
                  </a:lnTo>
                  <a:lnTo>
                    <a:pt x="2121980" y="570167"/>
                  </a:lnTo>
                  <a:lnTo>
                    <a:pt x="2385632" y="570167"/>
                  </a:lnTo>
                  <a:lnTo>
                    <a:pt x="2385632" y="683228"/>
                  </a:lnTo>
                  <a:lnTo>
                    <a:pt x="1995392" y="683228"/>
                  </a:lnTo>
                  <a:lnTo>
                    <a:pt x="1995392" y="0"/>
                  </a:lnTo>
                  <a:close/>
                  <a:moveTo>
                    <a:pt x="2395157" y="0"/>
                  </a:moveTo>
                  <a:lnTo>
                    <a:pt x="2907792" y="0"/>
                  </a:lnTo>
                  <a:lnTo>
                    <a:pt x="2907792" y="116014"/>
                  </a:lnTo>
                  <a:lnTo>
                    <a:pt x="2715863" y="116014"/>
                  </a:lnTo>
                  <a:lnTo>
                    <a:pt x="2715863" y="683228"/>
                  </a:lnTo>
                  <a:lnTo>
                    <a:pt x="2587942" y="683228"/>
                  </a:lnTo>
                  <a:lnTo>
                    <a:pt x="2587942" y="116014"/>
                  </a:lnTo>
                  <a:lnTo>
                    <a:pt x="2395061" y="116014"/>
                  </a:lnTo>
                  <a:lnTo>
                    <a:pt x="2395061" y="0"/>
                  </a:lnTo>
                  <a:close/>
                  <a:moveTo>
                    <a:pt x="3575494" y="0"/>
                  </a:moveTo>
                  <a:lnTo>
                    <a:pt x="3575494" y="683133"/>
                  </a:lnTo>
                  <a:lnTo>
                    <a:pt x="3447764" y="683133"/>
                  </a:lnTo>
                  <a:lnTo>
                    <a:pt x="3447764" y="400622"/>
                  </a:lnTo>
                  <a:lnTo>
                    <a:pt x="3174111" y="400622"/>
                  </a:lnTo>
                  <a:lnTo>
                    <a:pt x="3174111" y="683228"/>
                  </a:lnTo>
                  <a:lnTo>
                    <a:pt x="3048191" y="683228"/>
                  </a:lnTo>
                  <a:lnTo>
                    <a:pt x="3048191" y="0"/>
                  </a:lnTo>
                  <a:lnTo>
                    <a:pt x="3174111" y="0"/>
                  </a:lnTo>
                  <a:lnTo>
                    <a:pt x="3174111" y="286607"/>
                  </a:lnTo>
                  <a:lnTo>
                    <a:pt x="3447764" y="286607"/>
                  </a:lnTo>
                  <a:lnTo>
                    <a:pt x="3447764" y="0"/>
                  </a:lnTo>
                  <a:lnTo>
                    <a:pt x="35754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6" name="Google Shape;296;p55"/>
            <p:cNvSpPr/>
            <p:nvPr/>
          </p:nvSpPr>
          <p:spPr>
            <a:xfrm>
              <a:off x="8418776" y="5302158"/>
              <a:ext cx="3580066" cy="255953"/>
            </a:xfrm>
            <a:custGeom>
              <a:rect b="b" l="l" r="r" t="t"/>
              <a:pathLst>
                <a:path extrusionOk="0" h="255953" w="3580066">
                  <a:moveTo>
                    <a:pt x="146113" y="165847"/>
                  </a:moveTo>
                  <a:lnTo>
                    <a:pt x="146113" y="3065"/>
                  </a:lnTo>
                  <a:lnTo>
                    <a:pt x="184880" y="3065"/>
                  </a:lnTo>
                  <a:lnTo>
                    <a:pt x="184880" y="165847"/>
                  </a:lnTo>
                  <a:cubicBezTo>
                    <a:pt x="185452" y="214996"/>
                    <a:pt x="146113" y="255382"/>
                    <a:pt x="96964" y="255954"/>
                  </a:cubicBezTo>
                  <a:cubicBezTo>
                    <a:pt x="95536" y="255954"/>
                    <a:pt x="94107" y="255954"/>
                    <a:pt x="92583" y="255954"/>
                  </a:cubicBezTo>
                  <a:cubicBezTo>
                    <a:pt x="42672" y="255954"/>
                    <a:pt x="0" y="220521"/>
                    <a:pt x="0" y="165943"/>
                  </a:cubicBezTo>
                  <a:lnTo>
                    <a:pt x="0" y="3160"/>
                  </a:lnTo>
                  <a:lnTo>
                    <a:pt x="39148" y="3160"/>
                  </a:lnTo>
                  <a:lnTo>
                    <a:pt x="39148" y="165943"/>
                  </a:lnTo>
                  <a:cubicBezTo>
                    <a:pt x="39148" y="195470"/>
                    <a:pt x="63151" y="219473"/>
                    <a:pt x="92678" y="219473"/>
                  </a:cubicBezTo>
                  <a:cubicBezTo>
                    <a:pt x="122206" y="219473"/>
                    <a:pt x="146209" y="195470"/>
                    <a:pt x="146209" y="165943"/>
                  </a:cubicBezTo>
                  <a:lnTo>
                    <a:pt x="146113" y="165943"/>
                  </a:lnTo>
                  <a:close/>
                  <a:moveTo>
                    <a:pt x="434435" y="252239"/>
                  </a:moveTo>
                  <a:lnTo>
                    <a:pt x="398621" y="252239"/>
                  </a:lnTo>
                  <a:lnTo>
                    <a:pt x="291560" y="73931"/>
                  </a:lnTo>
                  <a:lnTo>
                    <a:pt x="291560" y="252239"/>
                  </a:lnTo>
                  <a:lnTo>
                    <a:pt x="253460" y="252239"/>
                  </a:lnTo>
                  <a:lnTo>
                    <a:pt x="253460" y="3065"/>
                  </a:lnTo>
                  <a:lnTo>
                    <a:pt x="290417" y="3065"/>
                  </a:lnTo>
                  <a:lnTo>
                    <a:pt x="396335" y="179944"/>
                  </a:lnTo>
                  <a:lnTo>
                    <a:pt x="396335" y="3065"/>
                  </a:lnTo>
                  <a:lnTo>
                    <a:pt x="434435" y="3065"/>
                  </a:lnTo>
                  <a:lnTo>
                    <a:pt x="434435" y="252239"/>
                  </a:lnTo>
                  <a:close/>
                  <a:moveTo>
                    <a:pt x="497014" y="3065"/>
                  </a:moveTo>
                  <a:lnTo>
                    <a:pt x="535114" y="3065"/>
                  </a:lnTo>
                  <a:lnTo>
                    <a:pt x="535114" y="252239"/>
                  </a:lnTo>
                  <a:lnTo>
                    <a:pt x="497014" y="252239"/>
                  </a:lnTo>
                  <a:lnTo>
                    <a:pt x="497014" y="3065"/>
                  </a:lnTo>
                  <a:close/>
                  <a:moveTo>
                    <a:pt x="622935" y="3065"/>
                  </a:moveTo>
                  <a:lnTo>
                    <a:pt x="676180" y="188231"/>
                  </a:lnTo>
                  <a:lnTo>
                    <a:pt x="729710" y="3065"/>
                  </a:lnTo>
                  <a:lnTo>
                    <a:pt x="769525" y="3065"/>
                  </a:lnTo>
                  <a:lnTo>
                    <a:pt x="694372" y="252239"/>
                  </a:lnTo>
                  <a:lnTo>
                    <a:pt x="658558" y="252239"/>
                  </a:lnTo>
                  <a:lnTo>
                    <a:pt x="583025" y="3065"/>
                  </a:lnTo>
                  <a:lnTo>
                    <a:pt x="623125" y="3065"/>
                  </a:lnTo>
                  <a:close/>
                  <a:moveTo>
                    <a:pt x="813911" y="3065"/>
                  </a:moveTo>
                  <a:lnTo>
                    <a:pt x="964025" y="3065"/>
                  </a:lnTo>
                  <a:lnTo>
                    <a:pt x="964025" y="38212"/>
                  </a:lnTo>
                  <a:lnTo>
                    <a:pt x="852297" y="38212"/>
                  </a:lnTo>
                  <a:lnTo>
                    <a:pt x="852297" y="111936"/>
                  </a:lnTo>
                  <a:lnTo>
                    <a:pt x="949928" y="111936"/>
                  </a:lnTo>
                  <a:lnTo>
                    <a:pt x="949928" y="146988"/>
                  </a:lnTo>
                  <a:lnTo>
                    <a:pt x="852297" y="146988"/>
                  </a:lnTo>
                  <a:lnTo>
                    <a:pt x="852297" y="216806"/>
                  </a:lnTo>
                  <a:lnTo>
                    <a:pt x="967645" y="216806"/>
                  </a:lnTo>
                  <a:lnTo>
                    <a:pt x="967645" y="251953"/>
                  </a:lnTo>
                  <a:lnTo>
                    <a:pt x="813911" y="251953"/>
                  </a:lnTo>
                  <a:lnTo>
                    <a:pt x="813911" y="3160"/>
                  </a:lnTo>
                  <a:close/>
                  <a:moveTo>
                    <a:pt x="1200436" y="252239"/>
                  </a:moveTo>
                  <a:lnTo>
                    <a:pt x="1153763" y="252239"/>
                  </a:lnTo>
                  <a:lnTo>
                    <a:pt x="1091565" y="160799"/>
                  </a:lnTo>
                  <a:lnTo>
                    <a:pt x="1064800" y="160799"/>
                  </a:lnTo>
                  <a:lnTo>
                    <a:pt x="1064800" y="252239"/>
                  </a:lnTo>
                  <a:lnTo>
                    <a:pt x="1026128" y="252239"/>
                  </a:lnTo>
                  <a:lnTo>
                    <a:pt x="1026128" y="3065"/>
                  </a:lnTo>
                  <a:lnTo>
                    <a:pt x="1123379" y="3065"/>
                  </a:lnTo>
                  <a:cubicBezTo>
                    <a:pt x="1176909" y="3065"/>
                    <a:pt x="1199483" y="42499"/>
                    <a:pt x="1199483" y="82218"/>
                  </a:cubicBezTo>
                  <a:cubicBezTo>
                    <a:pt x="1199483" y="118794"/>
                    <a:pt x="1181005" y="154227"/>
                    <a:pt x="1135094" y="159180"/>
                  </a:cubicBezTo>
                  <a:lnTo>
                    <a:pt x="1200245" y="252144"/>
                  </a:lnTo>
                  <a:close/>
                  <a:moveTo>
                    <a:pt x="1064895" y="38117"/>
                  </a:moveTo>
                  <a:lnTo>
                    <a:pt x="1064895" y="125271"/>
                  </a:lnTo>
                  <a:lnTo>
                    <a:pt x="1120616" y="125271"/>
                  </a:lnTo>
                  <a:cubicBezTo>
                    <a:pt x="1148524" y="125271"/>
                    <a:pt x="1159669" y="103173"/>
                    <a:pt x="1159669" y="81837"/>
                  </a:cubicBezTo>
                  <a:cubicBezTo>
                    <a:pt x="1159669" y="60501"/>
                    <a:pt x="1148810" y="38022"/>
                    <a:pt x="1121569" y="38022"/>
                  </a:cubicBezTo>
                  <a:lnTo>
                    <a:pt x="1064895" y="38022"/>
                  </a:lnTo>
                  <a:close/>
                  <a:moveTo>
                    <a:pt x="1290256" y="179849"/>
                  </a:moveTo>
                  <a:cubicBezTo>
                    <a:pt x="1291019" y="200137"/>
                    <a:pt x="1310164" y="220711"/>
                    <a:pt x="1339882" y="220711"/>
                  </a:cubicBezTo>
                  <a:cubicBezTo>
                    <a:pt x="1369600" y="220711"/>
                    <a:pt x="1384364" y="204805"/>
                    <a:pt x="1386935" y="186707"/>
                  </a:cubicBezTo>
                  <a:cubicBezTo>
                    <a:pt x="1388364" y="163561"/>
                    <a:pt x="1370648" y="151560"/>
                    <a:pt x="1347502" y="146131"/>
                  </a:cubicBezTo>
                  <a:lnTo>
                    <a:pt x="1315974" y="138225"/>
                  </a:lnTo>
                  <a:cubicBezTo>
                    <a:pt x="1262444" y="123747"/>
                    <a:pt x="1254062" y="93362"/>
                    <a:pt x="1254062" y="71550"/>
                  </a:cubicBezTo>
                  <a:cubicBezTo>
                    <a:pt x="1254062" y="28878"/>
                    <a:pt x="1292162" y="303"/>
                    <a:pt x="1336072" y="303"/>
                  </a:cubicBezTo>
                  <a:cubicBezTo>
                    <a:pt x="1379982" y="303"/>
                    <a:pt x="1417034" y="28878"/>
                    <a:pt x="1417034" y="74026"/>
                  </a:cubicBezTo>
                  <a:lnTo>
                    <a:pt x="1378934" y="74026"/>
                  </a:lnTo>
                  <a:cubicBezTo>
                    <a:pt x="1378934" y="51262"/>
                    <a:pt x="1361218" y="35926"/>
                    <a:pt x="1335500" y="35926"/>
                  </a:cubicBezTo>
                  <a:cubicBezTo>
                    <a:pt x="1312736" y="35926"/>
                    <a:pt x="1292447" y="49642"/>
                    <a:pt x="1292447" y="70312"/>
                  </a:cubicBezTo>
                  <a:cubicBezTo>
                    <a:pt x="1292447" y="79837"/>
                    <a:pt x="1296067" y="95267"/>
                    <a:pt x="1325785" y="102887"/>
                  </a:cubicBezTo>
                  <a:lnTo>
                    <a:pt x="1357598" y="111174"/>
                  </a:lnTo>
                  <a:cubicBezTo>
                    <a:pt x="1407890" y="124604"/>
                    <a:pt x="1428845" y="152798"/>
                    <a:pt x="1424940" y="188517"/>
                  </a:cubicBezTo>
                  <a:cubicBezTo>
                    <a:pt x="1421321" y="227569"/>
                    <a:pt x="1387697" y="255192"/>
                    <a:pt x="1339977" y="255192"/>
                  </a:cubicBezTo>
                  <a:cubicBezTo>
                    <a:pt x="1288256" y="255192"/>
                    <a:pt x="1252156" y="219759"/>
                    <a:pt x="1252156" y="179087"/>
                  </a:cubicBezTo>
                  <a:lnTo>
                    <a:pt x="1290256" y="179754"/>
                  </a:lnTo>
                  <a:close/>
                  <a:moveTo>
                    <a:pt x="1475041" y="2970"/>
                  </a:moveTo>
                  <a:lnTo>
                    <a:pt x="1513141" y="2970"/>
                  </a:lnTo>
                  <a:lnTo>
                    <a:pt x="1513141" y="252144"/>
                  </a:lnTo>
                  <a:lnTo>
                    <a:pt x="1475041" y="252144"/>
                  </a:lnTo>
                  <a:lnTo>
                    <a:pt x="1475041" y="2970"/>
                  </a:lnTo>
                  <a:close/>
                  <a:moveTo>
                    <a:pt x="1557147" y="2970"/>
                  </a:moveTo>
                  <a:lnTo>
                    <a:pt x="1742980" y="2970"/>
                  </a:lnTo>
                  <a:lnTo>
                    <a:pt x="1742980" y="38784"/>
                  </a:lnTo>
                  <a:lnTo>
                    <a:pt x="1669732" y="38784"/>
                  </a:lnTo>
                  <a:lnTo>
                    <a:pt x="1669732" y="252239"/>
                  </a:lnTo>
                  <a:lnTo>
                    <a:pt x="1630680" y="252239"/>
                  </a:lnTo>
                  <a:lnTo>
                    <a:pt x="1630680" y="38879"/>
                  </a:lnTo>
                  <a:lnTo>
                    <a:pt x="1557338" y="38879"/>
                  </a:lnTo>
                  <a:lnTo>
                    <a:pt x="1557338" y="2970"/>
                  </a:lnTo>
                  <a:close/>
                  <a:moveTo>
                    <a:pt x="1861375" y="252144"/>
                  </a:moveTo>
                  <a:lnTo>
                    <a:pt x="1861375" y="137939"/>
                  </a:lnTo>
                  <a:lnTo>
                    <a:pt x="1766221" y="3065"/>
                  </a:lnTo>
                  <a:lnTo>
                    <a:pt x="1812227" y="3065"/>
                  </a:lnTo>
                  <a:lnTo>
                    <a:pt x="1880997" y="102125"/>
                  </a:lnTo>
                  <a:lnTo>
                    <a:pt x="1950434" y="3065"/>
                  </a:lnTo>
                  <a:lnTo>
                    <a:pt x="1996440" y="3065"/>
                  </a:lnTo>
                  <a:lnTo>
                    <a:pt x="1900619" y="138320"/>
                  </a:lnTo>
                  <a:lnTo>
                    <a:pt x="1900619" y="252525"/>
                  </a:lnTo>
                  <a:lnTo>
                    <a:pt x="1861566" y="252144"/>
                  </a:lnTo>
                  <a:close/>
                  <a:moveTo>
                    <a:pt x="2238566" y="17"/>
                  </a:moveTo>
                  <a:cubicBezTo>
                    <a:pt x="2309146" y="-1126"/>
                    <a:pt x="2367248" y="55262"/>
                    <a:pt x="2368391" y="125842"/>
                  </a:cubicBezTo>
                  <a:cubicBezTo>
                    <a:pt x="2369534" y="196423"/>
                    <a:pt x="2313146" y="254525"/>
                    <a:pt x="2242566" y="255668"/>
                  </a:cubicBezTo>
                  <a:cubicBezTo>
                    <a:pt x="2171986" y="256811"/>
                    <a:pt x="2113883" y="200423"/>
                    <a:pt x="2112740" y="129843"/>
                  </a:cubicBezTo>
                  <a:cubicBezTo>
                    <a:pt x="2112740" y="129271"/>
                    <a:pt x="2112740" y="128605"/>
                    <a:pt x="2112740" y="128033"/>
                  </a:cubicBezTo>
                  <a:cubicBezTo>
                    <a:pt x="2111788" y="58310"/>
                    <a:pt x="2167604" y="970"/>
                    <a:pt x="2237327" y="17"/>
                  </a:cubicBezTo>
                  <a:cubicBezTo>
                    <a:pt x="2237708" y="17"/>
                    <a:pt x="2238184" y="17"/>
                    <a:pt x="2238566" y="17"/>
                  </a:cubicBezTo>
                  <a:close/>
                  <a:moveTo>
                    <a:pt x="2238566" y="218140"/>
                  </a:moveTo>
                  <a:cubicBezTo>
                    <a:pt x="2288381" y="219664"/>
                    <a:pt x="2330006" y="180516"/>
                    <a:pt x="2331530" y="130700"/>
                  </a:cubicBezTo>
                  <a:cubicBezTo>
                    <a:pt x="2333054" y="80884"/>
                    <a:pt x="2293906" y="39260"/>
                    <a:pt x="2244090" y="37736"/>
                  </a:cubicBezTo>
                  <a:cubicBezTo>
                    <a:pt x="2194274" y="36212"/>
                    <a:pt x="2152650" y="75360"/>
                    <a:pt x="2151126" y="125176"/>
                  </a:cubicBezTo>
                  <a:cubicBezTo>
                    <a:pt x="2151126" y="126128"/>
                    <a:pt x="2151126" y="127081"/>
                    <a:pt x="2151126" y="128128"/>
                  </a:cubicBezTo>
                  <a:cubicBezTo>
                    <a:pt x="2150078" y="176896"/>
                    <a:pt x="2188750" y="217187"/>
                    <a:pt x="2237423" y="218235"/>
                  </a:cubicBezTo>
                  <a:cubicBezTo>
                    <a:pt x="2237804" y="218235"/>
                    <a:pt x="2238184" y="218235"/>
                    <a:pt x="2238566" y="218235"/>
                  </a:cubicBezTo>
                  <a:lnTo>
                    <a:pt x="2238566" y="218235"/>
                  </a:lnTo>
                  <a:close/>
                  <a:moveTo>
                    <a:pt x="2413349" y="2970"/>
                  </a:moveTo>
                  <a:lnTo>
                    <a:pt x="2561558" y="2970"/>
                  </a:lnTo>
                  <a:lnTo>
                    <a:pt x="2561558" y="38117"/>
                  </a:lnTo>
                  <a:lnTo>
                    <a:pt x="2451640" y="38117"/>
                  </a:lnTo>
                  <a:lnTo>
                    <a:pt x="2451640" y="111841"/>
                  </a:lnTo>
                  <a:lnTo>
                    <a:pt x="2538413" y="111841"/>
                  </a:lnTo>
                  <a:lnTo>
                    <a:pt x="2538413" y="146893"/>
                  </a:lnTo>
                  <a:lnTo>
                    <a:pt x="2451640" y="146893"/>
                  </a:lnTo>
                  <a:lnTo>
                    <a:pt x="2451640" y="251572"/>
                  </a:lnTo>
                  <a:lnTo>
                    <a:pt x="2413540" y="251572"/>
                  </a:lnTo>
                  <a:lnTo>
                    <a:pt x="2413349" y="2970"/>
                  </a:lnTo>
                  <a:close/>
                  <a:moveTo>
                    <a:pt x="2842260" y="165752"/>
                  </a:moveTo>
                  <a:lnTo>
                    <a:pt x="2842260" y="2970"/>
                  </a:lnTo>
                  <a:lnTo>
                    <a:pt x="2881027" y="2970"/>
                  </a:lnTo>
                  <a:lnTo>
                    <a:pt x="2881027" y="165752"/>
                  </a:lnTo>
                  <a:cubicBezTo>
                    <a:pt x="2881598" y="214901"/>
                    <a:pt x="2842260" y="255287"/>
                    <a:pt x="2793111" y="255859"/>
                  </a:cubicBezTo>
                  <a:cubicBezTo>
                    <a:pt x="2791682" y="255859"/>
                    <a:pt x="2790254" y="255859"/>
                    <a:pt x="2788730" y="255859"/>
                  </a:cubicBezTo>
                  <a:cubicBezTo>
                    <a:pt x="2738819" y="255859"/>
                    <a:pt x="2696147" y="220426"/>
                    <a:pt x="2696147" y="165847"/>
                  </a:cubicBezTo>
                  <a:lnTo>
                    <a:pt x="2696147" y="3065"/>
                  </a:lnTo>
                  <a:lnTo>
                    <a:pt x="2735199" y="3065"/>
                  </a:lnTo>
                  <a:lnTo>
                    <a:pt x="2735199" y="165847"/>
                  </a:lnTo>
                  <a:cubicBezTo>
                    <a:pt x="2735199" y="195375"/>
                    <a:pt x="2759202" y="219378"/>
                    <a:pt x="2788730" y="219378"/>
                  </a:cubicBezTo>
                  <a:cubicBezTo>
                    <a:pt x="2818257" y="219378"/>
                    <a:pt x="2842260" y="195375"/>
                    <a:pt x="2842260" y="165847"/>
                  </a:cubicBezTo>
                  <a:close/>
                  <a:moveTo>
                    <a:pt x="2930461" y="2970"/>
                  </a:moveTo>
                  <a:lnTo>
                    <a:pt x="3116390" y="2970"/>
                  </a:lnTo>
                  <a:lnTo>
                    <a:pt x="3116390" y="38784"/>
                  </a:lnTo>
                  <a:lnTo>
                    <a:pt x="3043047" y="38784"/>
                  </a:lnTo>
                  <a:lnTo>
                    <a:pt x="3043047" y="252239"/>
                  </a:lnTo>
                  <a:lnTo>
                    <a:pt x="3003995" y="252239"/>
                  </a:lnTo>
                  <a:lnTo>
                    <a:pt x="3003995" y="38879"/>
                  </a:lnTo>
                  <a:lnTo>
                    <a:pt x="2930652" y="38879"/>
                  </a:lnTo>
                  <a:lnTo>
                    <a:pt x="2930652" y="2970"/>
                  </a:lnTo>
                  <a:close/>
                  <a:moveTo>
                    <a:pt x="3280315" y="190422"/>
                  </a:moveTo>
                  <a:lnTo>
                    <a:pt x="3179826" y="190422"/>
                  </a:lnTo>
                  <a:lnTo>
                    <a:pt x="3155919" y="252715"/>
                  </a:lnTo>
                  <a:lnTo>
                    <a:pt x="3115056" y="252715"/>
                  </a:lnTo>
                  <a:lnTo>
                    <a:pt x="3208782" y="3065"/>
                  </a:lnTo>
                  <a:lnTo>
                    <a:pt x="3250406" y="3065"/>
                  </a:lnTo>
                  <a:lnTo>
                    <a:pt x="3344418" y="252239"/>
                  </a:lnTo>
                  <a:lnTo>
                    <a:pt x="3303937" y="252239"/>
                  </a:lnTo>
                  <a:lnTo>
                    <a:pt x="3280220" y="190422"/>
                  </a:lnTo>
                  <a:close/>
                  <a:moveTo>
                    <a:pt x="3192780" y="156037"/>
                  </a:moveTo>
                  <a:lnTo>
                    <a:pt x="3267266" y="156037"/>
                  </a:lnTo>
                  <a:lnTo>
                    <a:pt x="3230023" y="51357"/>
                  </a:lnTo>
                  <a:lnTo>
                    <a:pt x="3192685" y="156037"/>
                  </a:lnTo>
                  <a:close/>
                  <a:moveTo>
                    <a:pt x="3580066" y="2970"/>
                  </a:moveTo>
                  <a:lnTo>
                    <a:pt x="3580066" y="252144"/>
                  </a:lnTo>
                  <a:lnTo>
                    <a:pt x="3541014" y="252144"/>
                  </a:lnTo>
                  <a:lnTo>
                    <a:pt x="3541014" y="145845"/>
                  </a:lnTo>
                  <a:lnTo>
                    <a:pt x="3428619" y="145845"/>
                  </a:lnTo>
                  <a:lnTo>
                    <a:pt x="3428619" y="252144"/>
                  </a:lnTo>
                  <a:lnTo>
                    <a:pt x="3390519" y="252144"/>
                  </a:lnTo>
                  <a:lnTo>
                    <a:pt x="3390519" y="2970"/>
                  </a:lnTo>
                  <a:lnTo>
                    <a:pt x="3428619" y="2970"/>
                  </a:lnTo>
                  <a:lnTo>
                    <a:pt x="3428619" y="110698"/>
                  </a:lnTo>
                  <a:lnTo>
                    <a:pt x="3541110" y="110698"/>
                  </a:lnTo>
                  <a:lnTo>
                    <a:pt x="3541110" y="2970"/>
                  </a:lnTo>
                  <a:lnTo>
                    <a:pt x="3580066" y="297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grpSp>
          <p:nvGrpSpPr>
            <p:cNvPr id="297" name="Google Shape;297;p55"/>
            <p:cNvGrpSpPr/>
            <p:nvPr/>
          </p:nvGrpSpPr>
          <p:grpSpPr>
            <a:xfrm>
              <a:off x="6455388" y="4102692"/>
              <a:ext cx="1601438" cy="1455705"/>
              <a:chOff x="3324225" y="2700241"/>
              <a:chExt cx="1601438" cy="1455705"/>
            </a:xfrm>
          </p:grpSpPr>
          <p:sp>
            <p:nvSpPr>
              <p:cNvPr id="298" name="Google Shape;298;p55"/>
              <p:cNvSpPr/>
              <p:nvPr/>
            </p:nvSpPr>
            <p:spPr>
              <a:xfrm>
                <a:off x="4540585" y="3230022"/>
                <a:ext cx="239250" cy="787908"/>
              </a:xfrm>
              <a:custGeom>
                <a:rect b="b" l="l" r="r" t="t"/>
                <a:pathLst>
                  <a:path extrusionOk="0" h="787908" w="239250">
                    <a:moveTo>
                      <a:pt x="14270" y="87440"/>
                    </a:moveTo>
                    <a:cubicBezTo>
                      <a:pt x="36273" y="66580"/>
                      <a:pt x="61895" y="37052"/>
                      <a:pt x="91994" y="12954"/>
                    </a:cubicBezTo>
                    <a:moveTo>
                      <a:pt x="239251" y="549307"/>
                    </a:moveTo>
                    <a:lnTo>
                      <a:pt x="239251" y="635603"/>
                    </a:lnTo>
                    <a:lnTo>
                      <a:pt x="85993" y="787908"/>
                    </a:lnTo>
                    <a:cubicBezTo>
                      <a:pt x="-131844" y="356330"/>
                      <a:pt x="118569" y="176879"/>
                      <a:pt x="239251" y="0"/>
                    </a:cubicBezTo>
                    <a:lnTo>
                      <a:pt x="239251" y="201263"/>
                    </a:lnTo>
                    <a:lnTo>
                      <a:pt x="210676" y="173927"/>
                    </a:lnTo>
                    <a:cubicBezTo>
                      <a:pt x="199817" y="163830"/>
                      <a:pt x="182767" y="164402"/>
                      <a:pt x="172576" y="175165"/>
                    </a:cubicBezTo>
                    <a:cubicBezTo>
                      <a:pt x="162098" y="185738"/>
                      <a:pt x="162098" y="202692"/>
                      <a:pt x="172576" y="213265"/>
                    </a:cubicBezTo>
                    <a:lnTo>
                      <a:pt x="239251" y="276511"/>
                    </a:lnTo>
                    <a:lnTo>
                      <a:pt x="239251" y="350234"/>
                    </a:lnTo>
                    <a:lnTo>
                      <a:pt x="101709" y="343757"/>
                    </a:lnTo>
                    <a:cubicBezTo>
                      <a:pt x="86660" y="342995"/>
                      <a:pt x="73897" y="354521"/>
                      <a:pt x="73134" y="369570"/>
                    </a:cubicBezTo>
                    <a:cubicBezTo>
                      <a:pt x="73134" y="369570"/>
                      <a:pt x="73134" y="369570"/>
                      <a:pt x="73134" y="369570"/>
                    </a:cubicBezTo>
                    <a:cubicBezTo>
                      <a:pt x="72087" y="384524"/>
                      <a:pt x="83136" y="397478"/>
                      <a:pt x="98090" y="398717"/>
                    </a:cubicBezTo>
                    <a:lnTo>
                      <a:pt x="239155" y="405289"/>
                    </a:lnTo>
                    <a:lnTo>
                      <a:pt x="239155" y="486728"/>
                    </a:lnTo>
                    <a:lnTo>
                      <a:pt x="89136" y="545973"/>
                    </a:lnTo>
                    <a:cubicBezTo>
                      <a:pt x="74468" y="551783"/>
                      <a:pt x="67324" y="568452"/>
                      <a:pt x="73230" y="583121"/>
                    </a:cubicBezTo>
                    <a:cubicBezTo>
                      <a:pt x="73230" y="583121"/>
                      <a:pt x="73230" y="583121"/>
                      <a:pt x="73230" y="583216"/>
                    </a:cubicBezTo>
                    <a:cubicBezTo>
                      <a:pt x="78468" y="598075"/>
                      <a:pt x="94756" y="605981"/>
                      <a:pt x="109615" y="600742"/>
                    </a:cubicBezTo>
                    <a:cubicBezTo>
                      <a:pt x="109615" y="600742"/>
                      <a:pt x="109615" y="600742"/>
                      <a:pt x="109615" y="600742"/>
                    </a:cubicBezTo>
                    <a:lnTo>
                      <a:pt x="238965" y="548831"/>
                    </a:lnTo>
                    <a:lnTo>
                      <a:pt x="239155" y="5492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99" name="Google Shape;299;p55"/>
              <p:cNvSpPr/>
              <p:nvPr/>
            </p:nvSpPr>
            <p:spPr>
              <a:xfrm>
                <a:off x="3324225" y="2700241"/>
                <a:ext cx="1601438" cy="1455705"/>
              </a:xfrm>
              <a:custGeom>
                <a:rect b="b" l="l" r="r" t="t"/>
                <a:pathLst>
                  <a:path extrusionOk="0" h="1455705" w="1601438">
                    <a:moveTo>
                      <a:pt x="1337977" y="82201"/>
                    </a:moveTo>
                    <a:lnTo>
                      <a:pt x="1377315" y="124206"/>
                    </a:lnTo>
                    <a:cubicBezTo>
                      <a:pt x="1383316" y="131159"/>
                      <a:pt x="1393793" y="131921"/>
                      <a:pt x="1400747" y="126016"/>
                    </a:cubicBezTo>
                    <a:cubicBezTo>
                      <a:pt x="1407414" y="119729"/>
                      <a:pt x="1407795" y="109252"/>
                      <a:pt x="1401509" y="102489"/>
                    </a:cubicBezTo>
                    <a:lnTo>
                      <a:pt x="1356836" y="54864"/>
                    </a:lnTo>
                    <a:cubicBezTo>
                      <a:pt x="1372076" y="34195"/>
                      <a:pt x="1390174" y="15716"/>
                      <a:pt x="1410557" y="0"/>
                    </a:cubicBezTo>
                    <a:lnTo>
                      <a:pt x="1601438" y="0"/>
                    </a:lnTo>
                    <a:lnTo>
                      <a:pt x="1601438" y="437864"/>
                    </a:lnTo>
                    <a:lnTo>
                      <a:pt x="1503331" y="437864"/>
                    </a:lnTo>
                    <a:cubicBezTo>
                      <a:pt x="1522381" y="377190"/>
                      <a:pt x="1516856" y="312134"/>
                      <a:pt x="1463802" y="233553"/>
                    </a:cubicBezTo>
                    <a:cubicBezTo>
                      <a:pt x="1609725" y="598361"/>
                      <a:pt x="853631" y="586835"/>
                      <a:pt x="1180910" y="1435703"/>
                    </a:cubicBezTo>
                    <a:lnTo>
                      <a:pt x="1163765" y="1455706"/>
                    </a:lnTo>
                    <a:lnTo>
                      <a:pt x="437769" y="1455706"/>
                    </a:lnTo>
                    <a:lnTo>
                      <a:pt x="146304" y="1165289"/>
                    </a:lnTo>
                    <a:lnTo>
                      <a:pt x="146304" y="437579"/>
                    </a:lnTo>
                    <a:lnTo>
                      <a:pt x="0" y="437579"/>
                    </a:lnTo>
                    <a:lnTo>
                      <a:pt x="0" y="95"/>
                    </a:lnTo>
                    <a:lnTo>
                      <a:pt x="727901" y="95"/>
                    </a:lnTo>
                    <a:lnTo>
                      <a:pt x="727901" y="437960"/>
                    </a:lnTo>
                    <a:lnTo>
                      <a:pt x="581882" y="437960"/>
                    </a:lnTo>
                    <a:lnTo>
                      <a:pt x="581882" y="1017937"/>
                    </a:lnTo>
                    <a:lnTo>
                      <a:pt x="1019747" y="1017937"/>
                    </a:lnTo>
                    <a:lnTo>
                      <a:pt x="1019747" y="437483"/>
                    </a:lnTo>
                    <a:lnTo>
                      <a:pt x="873728" y="437483"/>
                    </a:lnTo>
                    <a:lnTo>
                      <a:pt x="873728" y="95"/>
                    </a:lnTo>
                    <a:lnTo>
                      <a:pt x="1343025" y="95"/>
                    </a:lnTo>
                    <a:cubicBezTo>
                      <a:pt x="1189768" y="114300"/>
                      <a:pt x="1096232" y="410147"/>
                      <a:pt x="1230535" y="617411"/>
                    </a:cubicBezTo>
                    <a:cubicBezTo>
                      <a:pt x="1252538" y="596551"/>
                      <a:pt x="1278160" y="567023"/>
                      <a:pt x="1308259" y="542925"/>
                    </a:cubicBezTo>
                    <a:cubicBezTo>
                      <a:pt x="1294352" y="519684"/>
                      <a:pt x="1283589" y="494729"/>
                      <a:pt x="1276064" y="468725"/>
                    </a:cubicBezTo>
                    <a:lnTo>
                      <a:pt x="1433417" y="407765"/>
                    </a:lnTo>
                    <a:cubicBezTo>
                      <a:pt x="1442657" y="404336"/>
                      <a:pt x="1447324" y="394049"/>
                      <a:pt x="1443895" y="384810"/>
                    </a:cubicBezTo>
                    <a:cubicBezTo>
                      <a:pt x="1440466" y="375571"/>
                      <a:pt x="1430179" y="370904"/>
                      <a:pt x="1420939" y="374333"/>
                    </a:cubicBezTo>
                    <a:lnTo>
                      <a:pt x="1267778" y="433673"/>
                    </a:lnTo>
                    <a:cubicBezTo>
                      <a:pt x="1261110" y="396621"/>
                      <a:pt x="1259110" y="358807"/>
                      <a:pt x="1261967" y="321278"/>
                    </a:cubicBezTo>
                    <a:lnTo>
                      <a:pt x="1416082" y="316516"/>
                    </a:lnTo>
                    <a:cubicBezTo>
                      <a:pt x="1425797" y="316325"/>
                      <a:pt x="1433513" y="308420"/>
                      <a:pt x="1433417" y="298704"/>
                    </a:cubicBezTo>
                    <a:cubicBezTo>
                      <a:pt x="1433036" y="288989"/>
                      <a:pt x="1424940" y="281464"/>
                      <a:pt x="1415225" y="281750"/>
                    </a:cubicBezTo>
                    <a:lnTo>
                      <a:pt x="1265587" y="286322"/>
                    </a:lnTo>
                    <a:cubicBezTo>
                      <a:pt x="1270159" y="252698"/>
                      <a:pt x="1277874" y="219647"/>
                      <a:pt x="1288542" y="187452"/>
                    </a:cubicBezTo>
                    <a:lnTo>
                      <a:pt x="1394746" y="222314"/>
                    </a:lnTo>
                    <a:cubicBezTo>
                      <a:pt x="1403699" y="225552"/>
                      <a:pt x="1413510" y="220980"/>
                      <a:pt x="1416844" y="212122"/>
                    </a:cubicBezTo>
                    <a:cubicBezTo>
                      <a:pt x="1419797" y="203168"/>
                      <a:pt x="1414939" y="193453"/>
                      <a:pt x="1405985" y="190405"/>
                    </a:cubicBezTo>
                    <a:lnTo>
                      <a:pt x="1300258" y="155639"/>
                    </a:lnTo>
                    <a:cubicBezTo>
                      <a:pt x="1310640" y="130112"/>
                      <a:pt x="1323308" y="105537"/>
                      <a:pt x="1337977" y="82296"/>
                    </a:cubicBezTo>
                    <a:lnTo>
                      <a:pt x="1337977" y="8229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</p:grpSp>
      <p:grpSp>
        <p:nvGrpSpPr>
          <p:cNvPr id="300" name="Google Shape;300;p55"/>
          <p:cNvGrpSpPr/>
          <p:nvPr/>
        </p:nvGrpSpPr>
        <p:grpSpPr>
          <a:xfrm>
            <a:off x="-3424512" y="-1"/>
            <a:ext cx="3208421" cy="6857999"/>
            <a:chOff x="-3424512" y="-1"/>
            <a:chExt cx="3208421" cy="6857999"/>
          </a:xfrm>
        </p:grpSpPr>
        <p:sp>
          <p:nvSpPr>
            <p:cNvPr id="301" name="Google Shape;301;p55"/>
            <p:cNvSpPr/>
            <p:nvPr/>
          </p:nvSpPr>
          <p:spPr>
            <a:xfrm>
              <a:off x="-3424512" y="-1"/>
              <a:ext cx="3208421" cy="685799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2" name="Google Shape;302;p55"/>
            <p:cNvSpPr txBox="1"/>
            <p:nvPr/>
          </p:nvSpPr>
          <p:spPr>
            <a:xfrm>
              <a:off x="-3267122" y="150741"/>
              <a:ext cx="2941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GB" sz="3200" u="none" cap="none" strike="noStrike">
                  <a:solidFill>
                    <a:schemeClr val="accen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Instruction: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55"/>
            <p:cNvSpPr txBox="1"/>
            <p:nvPr/>
          </p:nvSpPr>
          <p:spPr>
            <a:xfrm>
              <a:off x="-3267122" y="818147"/>
              <a:ext cx="294176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To underline keyword in title text box, highlight selected word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4" name="Google Shape;304;p5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143860" y="1824108"/>
              <a:ext cx="875152" cy="905001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305" name="Google Shape;305;p55"/>
            <p:cNvSpPr txBox="1"/>
            <p:nvPr/>
          </p:nvSpPr>
          <p:spPr>
            <a:xfrm>
              <a:off x="-3267122" y="2906262"/>
              <a:ext cx="2502568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2. Then go to 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‘Bold’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in the toolbar and then </a:t>
              </a:r>
              <a:b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‘underline’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after.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6" name="Google Shape;306;p55"/>
            <p:cNvPicPr preferRelativeResize="0"/>
            <p:nvPr/>
          </p:nvPicPr>
          <p:blipFill rotWithShape="1">
            <a:blip r:embed="rId3">
              <a:alphaModFix/>
            </a:blip>
            <a:srcRect b="-62788" l="0" r="0" t="-62788"/>
            <a:stretch/>
          </p:blipFill>
          <p:spPr>
            <a:xfrm>
              <a:off x="-3143862" y="4212225"/>
              <a:ext cx="1654280" cy="1614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55"/>
            <p:cNvSpPr/>
            <p:nvPr/>
          </p:nvSpPr>
          <p:spPr>
            <a:xfrm>
              <a:off x="-3095847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8" name="Google Shape;308;p55"/>
            <p:cNvSpPr/>
            <p:nvPr/>
          </p:nvSpPr>
          <p:spPr>
            <a:xfrm>
              <a:off x="-2236570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309" name="Google Shape;309;p55"/>
          <p:cNvSpPr txBox="1"/>
          <p:nvPr/>
        </p:nvSpPr>
        <p:spPr>
          <a:xfrm>
            <a:off x="274320" y="6375028"/>
            <a:ext cx="30289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A7A9A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UNIVERSITY OF UTAH HEALTH</a:t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 1">
  <p:cSld name="Title and Table 1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6"/>
          <p:cNvSpPr txBox="1"/>
          <p:nvPr>
            <p:ph type="title"/>
          </p:nvPr>
        </p:nvSpPr>
        <p:spPr>
          <a:xfrm>
            <a:off x="365760" y="365760"/>
            <a:ext cx="10958513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12" name="Google Shape;312;p56"/>
          <p:cNvGrpSpPr/>
          <p:nvPr/>
        </p:nvGrpSpPr>
        <p:grpSpPr>
          <a:xfrm>
            <a:off x="-3424512" y="-1"/>
            <a:ext cx="3208421" cy="6857999"/>
            <a:chOff x="-3424512" y="-1"/>
            <a:chExt cx="3208421" cy="6857999"/>
          </a:xfrm>
        </p:grpSpPr>
        <p:sp>
          <p:nvSpPr>
            <p:cNvPr id="313" name="Google Shape;313;p56"/>
            <p:cNvSpPr/>
            <p:nvPr/>
          </p:nvSpPr>
          <p:spPr>
            <a:xfrm>
              <a:off x="-3424512" y="-1"/>
              <a:ext cx="3208421" cy="685799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14" name="Google Shape;314;p56"/>
            <p:cNvSpPr txBox="1"/>
            <p:nvPr/>
          </p:nvSpPr>
          <p:spPr>
            <a:xfrm>
              <a:off x="-3267122" y="150741"/>
              <a:ext cx="2941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GB" sz="3200" u="none" cap="none" strike="noStrike">
                  <a:solidFill>
                    <a:schemeClr val="accen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Instruction 1: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56"/>
            <p:cNvSpPr txBox="1"/>
            <p:nvPr/>
          </p:nvSpPr>
          <p:spPr>
            <a:xfrm>
              <a:off x="-3267122" y="818147"/>
              <a:ext cx="294176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To underline keyword in title text box, highlight selected word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16" name="Google Shape;316;p5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143860" y="1824108"/>
              <a:ext cx="875152" cy="905001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317" name="Google Shape;317;p56"/>
            <p:cNvSpPr txBox="1"/>
            <p:nvPr/>
          </p:nvSpPr>
          <p:spPr>
            <a:xfrm>
              <a:off x="-3267122" y="2906262"/>
              <a:ext cx="2502568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2. Then go to 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‘Bold’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in the toolbar and then </a:t>
              </a:r>
              <a:b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‘underline’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after.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18" name="Google Shape;318;p56"/>
            <p:cNvPicPr preferRelativeResize="0"/>
            <p:nvPr/>
          </p:nvPicPr>
          <p:blipFill rotWithShape="1">
            <a:blip r:embed="rId3">
              <a:alphaModFix/>
            </a:blip>
            <a:srcRect b="-62788" l="0" r="0" t="-62788"/>
            <a:stretch/>
          </p:blipFill>
          <p:spPr>
            <a:xfrm>
              <a:off x="-3143862" y="4212225"/>
              <a:ext cx="1654280" cy="1614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9" name="Google Shape;319;p56"/>
            <p:cNvSpPr/>
            <p:nvPr/>
          </p:nvSpPr>
          <p:spPr>
            <a:xfrm>
              <a:off x="-3095847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20" name="Google Shape;320;p56"/>
            <p:cNvSpPr/>
            <p:nvPr/>
          </p:nvSpPr>
          <p:spPr>
            <a:xfrm>
              <a:off x="-2236570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321" name="Google Shape;321;p56"/>
          <p:cNvGrpSpPr/>
          <p:nvPr/>
        </p:nvGrpSpPr>
        <p:grpSpPr>
          <a:xfrm>
            <a:off x="10729913" y="6334847"/>
            <a:ext cx="1126458" cy="295807"/>
            <a:chOff x="6455388" y="4102692"/>
            <a:chExt cx="5543454" cy="1455705"/>
          </a:xfrm>
        </p:grpSpPr>
        <p:sp>
          <p:nvSpPr>
            <p:cNvPr id="322" name="Google Shape;322;p56"/>
            <p:cNvSpPr/>
            <p:nvPr/>
          </p:nvSpPr>
          <p:spPr>
            <a:xfrm>
              <a:off x="8423253" y="4383013"/>
              <a:ext cx="3575494" cy="683609"/>
            </a:xfrm>
            <a:custGeom>
              <a:rect b="b" l="l" r="r" t="t"/>
              <a:pathLst>
                <a:path extrusionOk="0" h="683609" w="3575494">
                  <a:moveTo>
                    <a:pt x="527495" y="0"/>
                  </a:moveTo>
                  <a:lnTo>
                    <a:pt x="527495" y="683133"/>
                  </a:lnTo>
                  <a:lnTo>
                    <a:pt x="399669" y="683133"/>
                  </a:lnTo>
                  <a:lnTo>
                    <a:pt x="399669" y="400622"/>
                  </a:lnTo>
                  <a:lnTo>
                    <a:pt x="125921" y="400622"/>
                  </a:lnTo>
                  <a:lnTo>
                    <a:pt x="125921" y="683228"/>
                  </a:lnTo>
                  <a:lnTo>
                    <a:pt x="0" y="683228"/>
                  </a:lnTo>
                  <a:lnTo>
                    <a:pt x="0" y="0"/>
                  </a:lnTo>
                  <a:lnTo>
                    <a:pt x="125921" y="0"/>
                  </a:lnTo>
                  <a:lnTo>
                    <a:pt x="125921" y="286607"/>
                  </a:lnTo>
                  <a:lnTo>
                    <a:pt x="399574" y="286607"/>
                  </a:lnTo>
                  <a:lnTo>
                    <a:pt x="399574" y="0"/>
                  </a:lnTo>
                  <a:lnTo>
                    <a:pt x="527495" y="0"/>
                  </a:lnTo>
                  <a:close/>
                  <a:moveTo>
                    <a:pt x="715994" y="0"/>
                  </a:moveTo>
                  <a:lnTo>
                    <a:pt x="1138809" y="0"/>
                  </a:lnTo>
                  <a:lnTo>
                    <a:pt x="1138809" y="113062"/>
                  </a:lnTo>
                  <a:lnTo>
                    <a:pt x="841915" y="113062"/>
                  </a:lnTo>
                  <a:lnTo>
                    <a:pt x="841915" y="290989"/>
                  </a:lnTo>
                  <a:lnTo>
                    <a:pt x="1101662" y="290989"/>
                  </a:lnTo>
                  <a:lnTo>
                    <a:pt x="1101662" y="403003"/>
                  </a:lnTo>
                  <a:lnTo>
                    <a:pt x="841915" y="403003"/>
                  </a:lnTo>
                  <a:lnTo>
                    <a:pt x="841915" y="570548"/>
                  </a:lnTo>
                  <a:lnTo>
                    <a:pt x="1148334" y="570548"/>
                  </a:lnTo>
                  <a:lnTo>
                    <a:pt x="1148334" y="683609"/>
                  </a:lnTo>
                  <a:lnTo>
                    <a:pt x="715994" y="683609"/>
                  </a:lnTo>
                  <a:lnTo>
                    <a:pt x="715994" y="0"/>
                  </a:lnTo>
                  <a:close/>
                  <a:moveTo>
                    <a:pt x="1686687" y="517589"/>
                  </a:moveTo>
                  <a:lnTo>
                    <a:pt x="1431893" y="517589"/>
                  </a:lnTo>
                  <a:lnTo>
                    <a:pt x="1369409" y="683228"/>
                  </a:lnTo>
                  <a:lnTo>
                    <a:pt x="1234535" y="683228"/>
                  </a:lnTo>
                  <a:lnTo>
                    <a:pt x="1490377" y="95"/>
                  </a:lnTo>
                  <a:lnTo>
                    <a:pt x="1627251" y="95"/>
                  </a:lnTo>
                  <a:lnTo>
                    <a:pt x="1883092" y="683228"/>
                  </a:lnTo>
                  <a:lnTo>
                    <a:pt x="1749171" y="683228"/>
                  </a:lnTo>
                  <a:lnTo>
                    <a:pt x="1686592" y="517589"/>
                  </a:lnTo>
                  <a:close/>
                  <a:moveTo>
                    <a:pt x="1474470" y="406527"/>
                  </a:moveTo>
                  <a:lnTo>
                    <a:pt x="1645063" y="406527"/>
                  </a:lnTo>
                  <a:lnTo>
                    <a:pt x="1558862" y="145733"/>
                  </a:lnTo>
                  <a:lnTo>
                    <a:pt x="1474565" y="406527"/>
                  </a:lnTo>
                  <a:close/>
                  <a:moveTo>
                    <a:pt x="1995392" y="0"/>
                  </a:moveTo>
                  <a:lnTo>
                    <a:pt x="2121980" y="0"/>
                  </a:lnTo>
                  <a:lnTo>
                    <a:pt x="2121980" y="570167"/>
                  </a:lnTo>
                  <a:lnTo>
                    <a:pt x="2385632" y="570167"/>
                  </a:lnTo>
                  <a:lnTo>
                    <a:pt x="2385632" y="683228"/>
                  </a:lnTo>
                  <a:lnTo>
                    <a:pt x="1995392" y="683228"/>
                  </a:lnTo>
                  <a:lnTo>
                    <a:pt x="1995392" y="0"/>
                  </a:lnTo>
                  <a:close/>
                  <a:moveTo>
                    <a:pt x="2395157" y="0"/>
                  </a:moveTo>
                  <a:lnTo>
                    <a:pt x="2907792" y="0"/>
                  </a:lnTo>
                  <a:lnTo>
                    <a:pt x="2907792" y="116014"/>
                  </a:lnTo>
                  <a:lnTo>
                    <a:pt x="2715863" y="116014"/>
                  </a:lnTo>
                  <a:lnTo>
                    <a:pt x="2715863" y="683228"/>
                  </a:lnTo>
                  <a:lnTo>
                    <a:pt x="2587942" y="683228"/>
                  </a:lnTo>
                  <a:lnTo>
                    <a:pt x="2587942" y="116014"/>
                  </a:lnTo>
                  <a:lnTo>
                    <a:pt x="2395061" y="116014"/>
                  </a:lnTo>
                  <a:lnTo>
                    <a:pt x="2395061" y="0"/>
                  </a:lnTo>
                  <a:close/>
                  <a:moveTo>
                    <a:pt x="3575494" y="0"/>
                  </a:moveTo>
                  <a:lnTo>
                    <a:pt x="3575494" y="683133"/>
                  </a:lnTo>
                  <a:lnTo>
                    <a:pt x="3447764" y="683133"/>
                  </a:lnTo>
                  <a:lnTo>
                    <a:pt x="3447764" y="400622"/>
                  </a:lnTo>
                  <a:lnTo>
                    <a:pt x="3174111" y="400622"/>
                  </a:lnTo>
                  <a:lnTo>
                    <a:pt x="3174111" y="683228"/>
                  </a:lnTo>
                  <a:lnTo>
                    <a:pt x="3048191" y="683228"/>
                  </a:lnTo>
                  <a:lnTo>
                    <a:pt x="3048191" y="0"/>
                  </a:lnTo>
                  <a:lnTo>
                    <a:pt x="3174111" y="0"/>
                  </a:lnTo>
                  <a:lnTo>
                    <a:pt x="3174111" y="286607"/>
                  </a:lnTo>
                  <a:lnTo>
                    <a:pt x="3447764" y="286607"/>
                  </a:lnTo>
                  <a:lnTo>
                    <a:pt x="3447764" y="0"/>
                  </a:lnTo>
                  <a:lnTo>
                    <a:pt x="35754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23" name="Google Shape;323;p56"/>
            <p:cNvSpPr/>
            <p:nvPr/>
          </p:nvSpPr>
          <p:spPr>
            <a:xfrm>
              <a:off x="8418776" y="5302158"/>
              <a:ext cx="3580066" cy="255953"/>
            </a:xfrm>
            <a:custGeom>
              <a:rect b="b" l="l" r="r" t="t"/>
              <a:pathLst>
                <a:path extrusionOk="0" h="255953" w="3580066">
                  <a:moveTo>
                    <a:pt x="146113" y="165847"/>
                  </a:moveTo>
                  <a:lnTo>
                    <a:pt x="146113" y="3065"/>
                  </a:lnTo>
                  <a:lnTo>
                    <a:pt x="184880" y="3065"/>
                  </a:lnTo>
                  <a:lnTo>
                    <a:pt x="184880" y="165847"/>
                  </a:lnTo>
                  <a:cubicBezTo>
                    <a:pt x="185452" y="214996"/>
                    <a:pt x="146113" y="255382"/>
                    <a:pt x="96964" y="255954"/>
                  </a:cubicBezTo>
                  <a:cubicBezTo>
                    <a:pt x="95536" y="255954"/>
                    <a:pt x="94107" y="255954"/>
                    <a:pt x="92583" y="255954"/>
                  </a:cubicBezTo>
                  <a:cubicBezTo>
                    <a:pt x="42672" y="255954"/>
                    <a:pt x="0" y="220521"/>
                    <a:pt x="0" y="165943"/>
                  </a:cubicBezTo>
                  <a:lnTo>
                    <a:pt x="0" y="3160"/>
                  </a:lnTo>
                  <a:lnTo>
                    <a:pt x="39148" y="3160"/>
                  </a:lnTo>
                  <a:lnTo>
                    <a:pt x="39148" y="165943"/>
                  </a:lnTo>
                  <a:cubicBezTo>
                    <a:pt x="39148" y="195470"/>
                    <a:pt x="63151" y="219473"/>
                    <a:pt x="92678" y="219473"/>
                  </a:cubicBezTo>
                  <a:cubicBezTo>
                    <a:pt x="122206" y="219473"/>
                    <a:pt x="146209" y="195470"/>
                    <a:pt x="146209" y="165943"/>
                  </a:cubicBezTo>
                  <a:lnTo>
                    <a:pt x="146113" y="165943"/>
                  </a:lnTo>
                  <a:close/>
                  <a:moveTo>
                    <a:pt x="434435" y="252239"/>
                  </a:moveTo>
                  <a:lnTo>
                    <a:pt x="398621" y="252239"/>
                  </a:lnTo>
                  <a:lnTo>
                    <a:pt x="291560" y="73931"/>
                  </a:lnTo>
                  <a:lnTo>
                    <a:pt x="291560" y="252239"/>
                  </a:lnTo>
                  <a:lnTo>
                    <a:pt x="253460" y="252239"/>
                  </a:lnTo>
                  <a:lnTo>
                    <a:pt x="253460" y="3065"/>
                  </a:lnTo>
                  <a:lnTo>
                    <a:pt x="290417" y="3065"/>
                  </a:lnTo>
                  <a:lnTo>
                    <a:pt x="396335" y="179944"/>
                  </a:lnTo>
                  <a:lnTo>
                    <a:pt x="396335" y="3065"/>
                  </a:lnTo>
                  <a:lnTo>
                    <a:pt x="434435" y="3065"/>
                  </a:lnTo>
                  <a:lnTo>
                    <a:pt x="434435" y="252239"/>
                  </a:lnTo>
                  <a:close/>
                  <a:moveTo>
                    <a:pt x="497014" y="3065"/>
                  </a:moveTo>
                  <a:lnTo>
                    <a:pt x="535114" y="3065"/>
                  </a:lnTo>
                  <a:lnTo>
                    <a:pt x="535114" y="252239"/>
                  </a:lnTo>
                  <a:lnTo>
                    <a:pt x="497014" y="252239"/>
                  </a:lnTo>
                  <a:lnTo>
                    <a:pt x="497014" y="3065"/>
                  </a:lnTo>
                  <a:close/>
                  <a:moveTo>
                    <a:pt x="622935" y="3065"/>
                  </a:moveTo>
                  <a:lnTo>
                    <a:pt x="676180" y="188231"/>
                  </a:lnTo>
                  <a:lnTo>
                    <a:pt x="729710" y="3065"/>
                  </a:lnTo>
                  <a:lnTo>
                    <a:pt x="769525" y="3065"/>
                  </a:lnTo>
                  <a:lnTo>
                    <a:pt x="694372" y="252239"/>
                  </a:lnTo>
                  <a:lnTo>
                    <a:pt x="658558" y="252239"/>
                  </a:lnTo>
                  <a:lnTo>
                    <a:pt x="583025" y="3065"/>
                  </a:lnTo>
                  <a:lnTo>
                    <a:pt x="623125" y="3065"/>
                  </a:lnTo>
                  <a:close/>
                  <a:moveTo>
                    <a:pt x="813911" y="3065"/>
                  </a:moveTo>
                  <a:lnTo>
                    <a:pt x="964025" y="3065"/>
                  </a:lnTo>
                  <a:lnTo>
                    <a:pt x="964025" y="38212"/>
                  </a:lnTo>
                  <a:lnTo>
                    <a:pt x="852297" y="38212"/>
                  </a:lnTo>
                  <a:lnTo>
                    <a:pt x="852297" y="111936"/>
                  </a:lnTo>
                  <a:lnTo>
                    <a:pt x="949928" y="111936"/>
                  </a:lnTo>
                  <a:lnTo>
                    <a:pt x="949928" y="146988"/>
                  </a:lnTo>
                  <a:lnTo>
                    <a:pt x="852297" y="146988"/>
                  </a:lnTo>
                  <a:lnTo>
                    <a:pt x="852297" y="216806"/>
                  </a:lnTo>
                  <a:lnTo>
                    <a:pt x="967645" y="216806"/>
                  </a:lnTo>
                  <a:lnTo>
                    <a:pt x="967645" y="251953"/>
                  </a:lnTo>
                  <a:lnTo>
                    <a:pt x="813911" y="251953"/>
                  </a:lnTo>
                  <a:lnTo>
                    <a:pt x="813911" y="3160"/>
                  </a:lnTo>
                  <a:close/>
                  <a:moveTo>
                    <a:pt x="1200436" y="252239"/>
                  </a:moveTo>
                  <a:lnTo>
                    <a:pt x="1153763" y="252239"/>
                  </a:lnTo>
                  <a:lnTo>
                    <a:pt x="1091565" y="160799"/>
                  </a:lnTo>
                  <a:lnTo>
                    <a:pt x="1064800" y="160799"/>
                  </a:lnTo>
                  <a:lnTo>
                    <a:pt x="1064800" y="252239"/>
                  </a:lnTo>
                  <a:lnTo>
                    <a:pt x="1026128" y="252239"/>
                  </a:lnTo>
                  <a:lnTo>
                    <a:pt x="1026128" y="3065"/>
                  </a:lnTo>
                  <a:lnTo>
                    <a:pt x="1123379" y="3065"/>
                  </a:lnTo>
                  <a:cubicBezTo>
                    <a:pt x="1176909" y="3065"/>
                    <a:pt x="1199483" y="42499"/>
                    <a:pt x="1199483" y="82218"/>
                  </a:cubicBezTo>
                  <a:cubicBezTo>
                    <a:pt x="1199483" y="118794"/>
                    <a:pt x="1181005" y="154227"/>
                    <a:pt x="1135094" y="159180"/>
                  </a:cubicBezTo>
                  <a:lnTo>
                    <a:pt x="1200245" y="252144"/>
                  </a:lnTo>
                  <a:close/>
                  <a:moveTo>
                    <a:pt x="1064895" y="38117"/>
                  </a:moveTo>
                  <a:lnTo>
                    <a:pt x="1064895" y="125271"/>
                  </a:lnTo>
                  <a:lnTo>
                    <a:pt x="1120616" y="125271"/>
                  </a:lnTo>
                  <a:cubicBezTo>
                    <a:pt x="1148524" y="125271"/>
                    <a:pt x="1159669" y="103173"/>
                    <a:pt x="1159669" y="81837"/>
                  </a:cubicBezTo>
                  <a:cubicBezTo>
                    <a:pt x="1159669" y="60501"/>
                    <a:pt x="1148810" y="38022"/>
                    <a:pt x="1121569" y="38022"/>
                  </a:cubicBezTo>
                  <a:lnTo>
                    <a:pt x="1064895" y="38022"/>
                  </a:lnTo>
                  <a:close/>
                  <a:moveTo>
                    <a:pt x="1290256" y="179849"/>
                  </a:moveTo>
                  <a:cubicBezTo>
                    <a:pt x="1291019" y="200137"/>
                    <a:pt x="1310164" y="220711"/>
                    <a:pt x="1339882" y="220711"/>
                  </a:cubicBezTo>
                  <a:cubicBezTo>
                    <a:pt x="1369600" y="220711"/>
                    <a:pt x="1384364" y="204805"/>
                    <a:pt x="1386935" y="186707"/>
                  </a:cubicBezTo>
                  <a:cubicBezTo>
                    <a:pt x="1388364" y="163561"/>
                    <a:pt x="1370648" y="151560"/>
                    <a:pt x="1347502" y="146131"/>
                  </a:cubicBezTo>
                  <a:lnTo>
                    <a:pt x="1315974" y="138225"/>
                  </a:lnTo>
                  <a:cubicBezTo>
                    <a:pt x="1262444" y="123747"/>
                    <a:pt x="1254062" y="93362"/>
                    <a:pt x="1254062" y="71550"/>
                  </a:cubicBezTo>
                  <a:cubicBezTo>
                    <a:pt x="1254062" y="28878"/>
                    <a:pt x="1292162" y="303"/>
                    <a:pt x="1336072" y="303"/>
                  </a:cubicBezTo>
                  <a:cubicBezTo>
                    <a:pt x="1379982" y="303"/>
                    <a:pt x="1417034" y="28878"/>
                    <a:pt x="1417034" y="74026"/>
                  </a:cubicBezTo>
                  <a:lnTo>
                    <a:pt x="1378934" y="74026"/>
                  </a:lnTo>
                  <a:cubicBezTo>
                    <a:pt x="1378934" y="51262"/>
                    <a:pt x="1361218" y="35926"/>
                    <a:pt x="1335500" y="35926"/>
                  </a:cubicBezTo>
                  <a:cubicBezTo>
                    <a:pt x="1312736" y="35926"/>
                    <a:pt x="1292447" y="49642"/>
                    <a:pt x="1292447" y="70312"/>
                  </a:cubicBezTo>
                  <a:cubicBezTo>
                    <a:pt x="1292447" y="79837"/>
                    <a:pt x="1296067" y="95267"/>
                    <a:pt x="1325785" y="102887"/>
                  </a:cubicBezTo>
                  <a:lnTo>
                    <a:pt x="1357598" y="111174"/>
                  </a:lnTo>
                  <a:cubicBezTo>
                    <a:pt x="1407890" y="124604"/>
                    <a:pt x="1428845" y="152798"/>
                    <a:pt x="1424940" y="188517"/>
                  </a:cubicBezTo>
                  <a:cubicBezTo>
                    <a:pt x="1421321" y="227569"/>
                    <a:pt x="1387697" y="255192"/>
                    <a:pt x="1339977" y="255192"/>
                  </a:cubicBezTo>
                  <a:cubicBezTo>
                    <a:pt x="1288256" y="255192"/>
                    <a:pt x="1252156" y="219759"/>
                    <a:pt x="1252156" y="179087"/>
                  </a:cubicBezTo>
                  <a:lnTo>
                    <a:pt x="1290256" y="179754"/>
                  </a:lnTo>
                  <a:close/>
                  <a:moveTo>
                    <a:pt x="1475041" y="2970"/>
                  </a:moveTo>
                  <a:lnTo>
                    <a:pt x="1513141" y="2970"/>
                  </a:lnTo>
                  <a:lnTo>
                    <a:pt x="1513141" y="252144"/>
                  </a:lnTo>
                  <a:lnTo>
                    <a:pt x="1475041" y="252144"/>
                  </a:lnTo>
                  <a:lnTo>
                    <a:pt x="1475041" y="2970"/>
                  </a:lnTo>
                  <a:close/>
                  <a:moveTo>
                    <a:pt x="1557147" y="2970"/>
                  </a:moveTo>
                  <a:lnTo>
                    <a:pt x="1742980" y="2970"/>
                  </a:lnTo>
                  <a:lnTo>
                    <a:pt x="1742980" y="38784"/>
                  </a:lnTo>
                  <a:lnTo>
                    <a:pt x="1669732" y="38784"/>
                  </a:lnTo>
                  <a:lnTo>
                    <a:pt x="1669732" y="252239"/>
                  </a:lnTo>
                  <a:lnTo>
                    <a:pt x="1630680" y="252239"/>
                  </a:lnTo>
                  <a:lnTo>
                    <a:pt x="1630680" y="38879"/>
                  </a:lnTo>
                  <a:lnTo>
                    <a:pt x="1557338" y="38879"/>
                  </a:lnTo>
                  <a:lnTo>
                    <a:pt x="1557338" y="2970"/>
                  </a:lnTo>
                  <a:close/>
                  <a:moveTo>
                    <a:pt x="1861375" y="252144"/>
                  </a:moveTo>
                  <a:lnTo>
                    <a:pt x="1861375" y="137939"/>
                  </a:lnTo>
                  <a:lnTo>
                    <a:pt x="1766221" y="3065"/>
                  </a:lnTo>
                  <a:lnTo>
                    <a:pt x="1812227" y="3065"/>
                  </a:lnTo>
                  <a:lnTo>
                    <a:pt x="1880997" y="102125"/>
                  </a:lnTo>
                  <a:lnTo>
                    <a:pt x="1950434" y="3065"/>
                  </a:lnTo>
                  <a:lnTo>
                    <a:pt x="1996440" y="3065"/>
                  </a:lnTo>
                  <a:lnTo>
                    <a:pt x="1900619" y="138320"/>
                  </a:lnTo>
                  <a:lnTo>
                    <a:pt x="1900619" y="252525"/>
                  </a:lnTo>
                  <a:lnTo>
                    <a:pt x="1861566" y="252144"/>
                  </a:lnTo>
                  <a:close/>
                  <a:moveTo>
                    <a:pt x="2238566" y="17"/>
                  </a:moveTo>
                  <a:cubicBezTo>
                    <a:pt x="2309146" y="-1126"/>
                    <a:pt x="2367248" y="55262"/>
                    <a:pt x="2368391" y="125842"/>
                  </a:cubicBezTo>
                  <a:cubicBezTo>
                    <a:pt x="2369534" y="196423"/>
                    <a:pt x="2313146" y="254525"/>
                    <a:pt x="2242566" y="255668"/>
                  </a:cubicBezTo>
                  <a:cubicBezTo>
                    <a:pt x="2171986" y="256811"/>
                    <a:pt x="2113883" y="200423"/>
                    <a:pt x="2112740" y="129843"/>
                  </a:cubicBezTo>
                  <a:cubicBezTo>
                    <a:pt x="2112740" y="129271"/>
                    <a:pt x="2112740" y="128605"/>
                    <a:pt x="2112740" y="128033"/>
                  </a:cubicBezTo>
                  <a:cubicBezTo>
                    <a:pt x="2111788" y="58310"/>
                    <a:pt x="2167604" y="970"/>
                    <a:pt x="2237327" y="17"/>
                  </a:cubicBezTo>
                  <a:cubicBezTo>
                    <a:pt x="2237708" y="17"/>
                    <a:pt x="2238184" y="17"/>
                    <a:pt x="2238566" y="17"/>
                  </a:cubicBezTo>
                  <a:close/>
                  <a:moveTo>
                    <a:pt x="2238566" y="218140"/>
                  </a:moveTo>
                  <a:cubicBezTo>
                    <a:pt x="2288381" y="219664"/>
                    <a:pt x="2330006" y="180516"/>
                    <a:pt x="2331530" y="130700"/>
                  </a:cubicBezTo>
                  <a:cubicBezTo>
                    <a:pt x="2333054" y="80884"/>
                    <a:pt x="2293906" y="39260"/>
                    <a:pt x="2244090" y="37736"/>
                  </a:cubicBezTo>
                  <a:cubicBezTo>
                    <a:pt x="2194274" y="36212"/>
                    <a:pt x="2152650" y="75360"/>
                    <a:pt x="2151126" y="125176"/>
                  </a:cubicBezTo>
                  <a:cubicBezTo>
                    <a:pt x="2151126" y="126128"/>
                    <a:pt x="2151126" y="127081"/>
                    <a:pt x="2151126" y="128128"/>
                  </a:cubicBezTo>
                  <a:cubicBezTo>
                    <a:pt x="2150078" y="176896"/>
                    <a:pt x="2188750" y="217187"/>
                    <a:pt x="2237423" y="218235"/>
                  </a:cubicBezTo>
                  <a:cubicBezTo>
                    <a:pt x="2237804" y="218235"/>
                    <a:pt x="2238184" y="218235"/>
                    <a:pt x="2238566" y="218235"/>
                  </a:cubicBezTo>
                  <a:lnTo>
                    <a:pt x="2238566" y="218235"/>
                  </a:lnTo>
                  <a:close/>
                  <a:moveTo>
                    <a:pt x="2413349" y="2970"/>
                  </a:moveTo>
                  <a:lnTo>
                    <a:pt x="2561558" y="2970"/>
                  </a:lnTo>
                  <a:lnTo>
                    <a:pt x="2561558" y="38117"/>
                  </a:lnTo>
                  <a:lnTo>
                    <a:pt x="2451640" y="38117"/>
                  </a:lnTo>
                  <a:lnTo>
                    <a:pt x="2451640" y="111841"/>
                  </a:lnTo>
                  <a:lnTo>
                    <a:pt x="2538413" y="111841"/>
                  </a:lnTo>
                  <a:lnTo>
                    <a:pt x="2538413" y="146893"/>
                  </a:lnTo>
                  <a:lnTo>
                    <a:pt x="2451640" y="146893"/>
                  </a:lnTo>
                  <a:lnTo>
                    <a:pt x="2451640" y="251572"/>
                  </a:lnTo>
                  <a:lnTo>
                    <a:pt x="2413540" y="251572"/>
                  </a:lnTo>
                  <a:lnTo>
                    <a:pt x="2413349" y="2970"/>
                  </a:lnTo>
                  <a:close/>
                  <a:moveTo>
                    <a:pt x="2842260" y="165752"/>
                  </a:moveTo>
                  <a:lnTo>
                    <a:pt x="2842260" y="2970"/>
                  </a:lnTo>
                  <a:lnTo>
                    <a:pt x="2881027" y="2970"/>
                  </a:lnTo>
                  <a:lnTo>
                    <a:pt x="2881027" y="165752"/>
                  </a:lnTo>
                  <a:cubicBezTo>
                    <a:pt x="2881598" y="214901"/>
                    <a:pt x="2842260" y="255287"/>
                    <a:pt x="2793111" y="255859"/>
                  </a:cubicBezTo>
                  <a:cubicBezTo>
                    <a:pt x="2791682" y="255859"/>
                    <a:pt x="2790254" y="255859"/>
                    <a:pt x="2788730" y="255859"/>
                  </a:cubicBezTo>
                  <a:cubicBezTo>
                    <a:pt x="2738819" y="255859"/>
                    <a:pt x="2696147" y="220426"/>
                    <a:pt x="2696147" y="165847"/>
                  </a:cubicBezTo>
                  <a:lnTo>
                    <a:pt x="2696147" y="3065"/>
                  </a:lnTo>
                  <a:lnTo>
                    <a:pt x="2735199" y="3065"/>
                  </a:lnTo>
                  <a:lnTo>
                    <a:pt x="2735199" y="165847"/>
                  </a:lnTo>
                  <a:cubicBezTo>
                    <a:pt x="2735199" y="195375"/>
                    <a:pt x="2759202" y="219378"/>
                    <a:pt x="2788730" y="219378"/>
                  </a:cubicBezTo>
                  <a:cubicBezTo>
                    <a:pt x="2818257" y="219378"/>
                    <a:pt x="2842260" y="195375"/>
                    <a:pt x="2842260" y="165847"/>
                  </a:cubicBezTo>
                  <a:close/>
                  <a:moveTo>
                    <a:pt x="2930461" y="2970"/>
                  </a:moveTo>
                  <a:lnTo>
                    <a:pt x="3116390" y="2970"/>
                  </a:lnTo>
                  <a:lnTo>
                    <a:pt x="3116390" y="38784"/>
                  </a:lnTo>
                  <a:lnTo>
                    <a:pt x="3043047" y="38784"/>
                  </a:lnTo>
                  <a:lnTo>
                    <a:pt x="3043047" y="252239"/>
                  </a:lnTo>
                  <a:lnTo>
                    <a:pt x="3003995" y="252239"/>
                  </a:lnTo>
                  <a:lnTo>
                    <a:pt x="3003995" y="38879"/>
                  </a:lnTo>
                  <a:lnTo>
                    <a:pt x="2930652" y="38879"/>
                  </a:lnTo>
                  <a:lnTo>
                    <a:pt x="2930652" y="2970"/>
                  </a:lnTo>
                  <a:close/>
                  <a:moveTo>
                    <a:pt x="3280315" y="190422"/>
                  </a:moveTo>
                  <a:lnTo>
                    <a:pt x="3179826" y="190422"/>
                  </a:lnTo>
                  <a:lnTo>
                    <a:pt x="3155919" y="252715"/>
                  </a:lnTo>
                  <a:lnTo>
                    <a:pt x="3115056" y="252715"/>
                  </a:lnTo>
                  <a:lnTo>
                    <a:pt x="3208782" y="3065"/>
                  </a:lnTo>
                  <a:lnTo>
                    <a:pt x="3250406" y="3065"/>
                  </a:lnTo>
                  <a:lnTo>
                    <a:pt x="3344418" y="252239"/>
                  </a:lnTo>
                  <a:lnTo>
                    <a:pt x="3303937" y="252239"/>
                  </a:lnTo>
                  <a:lnTo>
                    <a:pt x="3280220" y="190422"/>
                  </a:lnTo>
                  <a:close/>
                  <a:moveTo>
                    <a:pt x="3192780" y="156037"/>
                  </a:moveTo>
                  <a:lnTo>
                    <a:pt x="3267266" y="156037"/>
                  </a:lnTo>
                  <a:lnTo>
                    <a:pt x="3230023" y="51357"/>
                  </a:lnTo>
                  <a:lnTo>
                    <a:pt x="3192685" y="156037"/>
                  </a:lnTo>
                  <a:close/>
                  <a:moveTo>
                    <a:pt x="3580066" y="2970"/>
                  </a:moveTo>
                  <a:lnTo>
                    <a:pt x="3580066" y="252144"/>
                  </a:lnTo>
                  <a:lnTo>
                    <a:pt x="3541014" y="252144"/>
                  </a:lnTo>
                  <a:lnTo>
                    <a:pt x="3541014" y="145845"/>
                  </a:lnTo>
                  <a:lnTo>
                    <a:pt x="3428619" y="145845"/>
                  </a:lnTo>
                  <a:lnTo>
                    <a:pt x="3428619" y="252144"/>
                  </a:lnTo>
                  <a:lnTo>
                    <a:pt x="3390519" y="252144"/>
                  </a:lnTo>
                  <a:lnTo>
                    <a:pt x="3390519" y="2970"/>
                  </a:lnTo>
                  <a:lnTo>
                    <a:pt x="3428619" y="2970"/>
                  </a:lnTo>
                  <a:lnTo>
                    <a:pt x="3428619" y="110698"/>
                  </a:lnTo>
                  <a:lnTo>
                    <a:pt x="3541110" y="110698"/>
                  </a:lnTo>
                  <a:lnTo>
                    <a:pt x="3541110" y="2970"/>
                  </a:lnTo>
                  <a:lnTo>
                    <a:pt x="3580066" y="297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grpSp>
          <p:nvGrpSpPr>
            <p:cNvPr id="324" name="Google Shape;324;p56"/>
            <p:cNvGrpSpPr/>
            <p:nvPr/>
          </p:nvGrpSpPr>
          <p:grpSpPr>
            <a:xfrm>
              <a:off x="6455388" y="4102692"/>
              <a:ext cx="1601438" cy="1455705"/>
              <a:chOff x="3324225" y="2700241"/>
              <a:chExt cx="1601438" cy="1455705"/>
            </a:xfrm>
          </p:grpSpPr>
          <p:sp>
            <p:nvSpPr>
              <p:cNvPr id="325" name="Google Shape;325;p56"/>
              <p:cNvSpPr/>
              <p:nvPr/>
            </p:nvSpPr>
            <p:spPr>
              <a:xfrm>
                <a:off x="4540585" y="3230022"/>
                <a:ext cx="239250" cy="787908"/>
              </a:xfrm>
              <a:custGeom>
                <a:rect b="b" l="l" r="r" t="t"/>
                <a:pathLst>
                  <a:path extrusionOk="0" h="787908" w="239250">
                    <a:moveTo>
                      <a:pt x="14270" y="87440"/>
                    </a:moveTo>
                    <a:cubicBezTo>
                      <a:pt x="36273" y="66580"/>
                      <a:pt x="61895" y="37052"/>
                      <a:pt x="91994" y="12954"/>
                    </a:cubicBezTo>
                    <a:moveTo>
                      <a:pt x="239251" y="549307"/>
                    </a:moveTo>
                    <a:lnTo>
                      <a:pt x="239251" y="635603"/>
                    </a:lnTo>
                    <a:lnTo>
                      <a:pt x="85993" y="787908"/>
                    </a:lnTo>
                    <a:cubicBezTo>
                      <a:pt x="-131844" y="356330"/>
                      <a:pt x="118569" y="176879"/>
                      <a:pt x="239251" y="0"/>
                    </a:cubicBezTo>
                    <a:lnTo>
                      <a:pt x="239251" y="201263"/>
                    </a:lnTo>
                    <a:lnTo>
                      <a:pt x="210676" y="173927"/>
                    </a:lnTo>
                    <a:cubicBezTo>
                      <a:pt x="199817" y="163830"/>
                      <a:pt x="182767" y="164402"/>
                      <a:pt x="172576" y="175165"/>
                    </a:cubicBezTo>
                    <a:cubicBezTo>
                      <a:pt x="162098" y="185738"/>
                      <a:pt x="162098" y="202692"/>
                      <a:pt x="172576" y="213265"/>
                    </a:cubicBezTo>
                    <a:lnTo>
                      <a:pt x="239251" y="276511"/>
                    </a:lnTo>
                    <a:lnTo>
                      <a:pt x="239251" y="350234"/>
                    </a:lnTo>
                    <a:lnTo>
                      <a:pt x="101709" y="343757"/>
                    </a:lnTo>
                    <a:cubicBezTo>
                      <a:pt x="86660" y="342995"/>
                      <a:pt x="73897" y="354521"/>
                      <a:pt x="73134" y="369570"/>
                    </a:cubicBezTo>
                    <a:cubicBezTo>
                      <a:pt x="73134" y="369570"/>
                      <a:pt x="73134" y="369570"/>
                      <a:pt x="73134" y="369570"/>
                    </a:cubicBezTo>
                    <a:cubicBezTo>
                      <a:pt x="72087" y="384524"/>
                      <a:pt x="83136" y="397478"/>
                      <a:pt x="98090" y="398717"/>
                    </a:cubicBezTo>
                    <a:lnTo>
                      <a:pt x="239155" y="405289"/>
                    </a:lnTo>
                    <a:lnTo>
                      <a:pt x="239155" y="486728"/>
                    </a:lnTo>
                    <a:lnTo>
                      <a:pt x="89136" y="545973"/>
                    </a:lnTo>
                    <a:cubicBezTo>
                      <a:pt x="74468" y="551783"/>
                      <a:pt x="67324" y="568452"/>
                      <a:pt x="73230" y="583121"/>
                    </a:cubicBezTo>
                    <a:cubicBezTo>
                      <a:pt x="73230" y="583121"/>
                      <a:pt x="73230" y="583121"/>
                      <a:pt x="73230" y="583216"/>
                    </a:cubicBezTo>
                    <a:cubicBezTo>
                      <a:pt x="78468" y="598075"/>
                      <a:pt x="94756" y="605981"/>
                      <a:pt x="109615" y="600742"/>
                    </a:cubicBezTo>
                    <a:cubicBezTo>
                      <a:pt x="109615" y="600742"/>
                      <a:pt x="109615" y="600742"/>
                      <a:pt x="109615" y="600742"/>
                    </a:cubicBezTo>
                    <a:lnTo>
                      <a:pt x="238965" y="548831"/>
                    </a:lnTo>
                    <a:lnTo>
                      <a:pt x="239155" y="5492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326" name="Google Shape;326;p56"/>
              <p:cNvSpPr/>
              <p:nvPr/>
            </p:nvSpPr>
            <p:spPr>
              <a:xfrm>
                <a:off x="3324225" y="2700241"/>
                <a:ext cx="1601438" cy="1455705"/>
              </a:xfrm>
              <a:custGeom>
                <a:rect b="b" l="l" r="r" t="t"/>
                <a:pathLst>
                  <a:path extrusionOk="0" h="1455705" w="1601438">
                    <a:moveTo>
                      <a:pt x="1337977" y="82201"/>
                    </a:moveTo>
                    <a:lnTo>
                      <a:pt x="1377315" y="124206"/>
                    </a:lnTo>
                    <a:cubicBezTo>
                      <a:pt x="1383316" y="131159"/>
                      <a:pt x="1393793" y="131921"/>
                      <a:pt x="1400747" y="126016"/>
                    </a:cubicBezTo>
                    <a:cubicBezTo>
                      <a:pt x="1407414" y="119729"/>
                      <a:pt x="1407795" y="109252"/>
                      <a:pt x="1401509" y="102489"/>
                    </a:cubicBezTo>
                    <a:lnTo>
                      <a:pt x="1356836" y="54864"/>
                    </a:lnTo>
                    <a:cubicBezTo>
                      <a:pt x="1372076" y="34195"/>
                      <a:pt x="1390174" y="15716"/>
                      <a:pt x="1410557" y="0"/>
                    </a:cubicBezTo>
                    <a:lnTo>
                      <a:pt x="1601438" y="0"/>
                    </a:lnTo>
                    <a:lnTo>
                      <a:pt x="1601438" y="437864"/>
                    </a:lnTo>
                    <a:lnTo>
                      <a:pt x="1503331" y="437864"/>
                    </a:lnTo>
                    <a:cubicBezTo>
                      <a:pt x="1522381" y="377190"/>
                      <a:pt x="1516856" y="312134"/>
                      <a:pt x="1463802" y="233553"/>
                    </a:cubicBezTo>
                    <a:cubicBezTo>
                      <a:pt x="1609725" y="598361"/>
                      <a:pt x="853631" y="586835"/>
                      <a:pt x="1180910" y="1435703"/>
                    </a:cubicBezTo>
                    <a:lnTo>
                      <a:pt x="1163765" y="1455706"/>
                    </a:lnTo>
                    <a:lnTo>
                      <a:pt x="437769" y="1455706"/>
                    </a:lnTo>
                    <a:lnTo>
                      <a:pt x="146304" y="1165289"/>
                    </a:lnTo>
                    <a:lnTo>
                      <a:pt x="146304" y="437579"/>
                    </a:lnTo>
                    <a:lnTo>
                      <a:pt x="0" y="437579"/>
                    </a:lnTo>
                    <a:lnTo>
                      <a:pt x="0" y="95"/>
                    </a:lnTo>
                    <a:lnTo>
                      <a:pt x="727901" y="95"/>
                    </a:lnTo>
                    <a:lnTo>
                      <a:pt x="727901" y="437960"/>
                    </a:lnTo>
                    <a:lnTo>
                      <a:pt x="581882" y="437960"/>
                    </a:lnTo>
                    <a:lnTo>
                      <a:pt x="581882" y="1017937"/>
                    </a:lnTo>
                    <a:lnTo>
                      <a:pt x="1019747" y="1017937"/>
                    </a:lnTo>
                    <a:lnTo>
                      <a:pt x="1019747" y="437483"/>
                    </a:lnTo>
                    <a:lnTo>
                      <a:pt x="873728" y="437483"/>
                    </a:lnTo>
                    <a:lnTo>
                      <a:pt x="873728" y="95"/>
                    </a:lnTo>
                    <a:lnTo>
                      <a:pt x="1343025" y="95"/>
                    </a:lnTo>
                    <a:cubicBezTo>
                      <a:pt x="1189768" y="114300"/>
                      <a:pt x="1096232" y="410147"/>
                      <a:pt x="1230535" y="617411"/>
                    </a:cubicBezTo>
                    <a:cubicBezTo>
                      <a:pt x="1252538" y="596551"/>
                      <a:pt x="1278160" y="567023"/>
                      <a:pt x="1308259" y="542925"/>
                    </a:cubicBezTo>
                    <a:cubicBezTo>
                      <a:pt x="1294352" y="519684"/>
                      <a:pt x="1283589" y="494729"/>
                      <a:pt x="1276064" y="468725"/>
                    </a:cubicBezTo>
                    <a:lnTo>
                      <a:pt x="1433417" y="407765"/>
                    </a:lnTo>
                    <a:cubicBezTo>
                      <a:pt x="1442657" y="404336"/>
                      <a:pt x="1447324" y="394049"/>
                      <a:pt x="1443895" y="384810"/>
                    </a:cubicBezTo>
                    <a:cubicBezTo>
                      <a:pt x="1440466" y="375571"/>
                      <a:pt x="1430179" y="370904"/>
                      <a:pt x="1420939" y="374333"/>
                    </a:cubicBezTo>
                    <a:lnTo>
                      <a:pt x="1267778" y="433673"/>
                    </a:lnTo>
                    <a:cubicBezTo>
                      <a:pt x="1261110" y="396621"/>
                      <a:pt x="1259110" y="358807"/>
                      <a:pt x="1261967" y="321278"/>
                    </a:cubicBezTo>
                    <a:lnTo>
                      <a:pt x="1416082" y="316516"/>
                    </a:lnTo>
                    <a:cubicBezTo>
                      <a:pt x="1425797" y="316325"/>
                      <a:pt x="1433513" y="308420"/>
                      <a:pt x="1433417" y="298704"/>
                    </a:cubicBezTo>
                    <a:cubicBezTo>
                      <a:pt x="1433036" y="288989"/>
                      <a:pt x="1424940" y="281464"/>
                      <a:pt x="1415225" y="281750"/>
                    </a:cubicBezTo>
                    <a:lnTo>
                      <a:pt x="1265587" y="286322"/>
                    </a:lnTo>
                    <a:cubicBezTo>
                      <a:pt x="1270159" y="252698"/>
                      <a:pt x="1277874" y="219647"/>
                      <a:pt x="1288542" y="187452"/>
                    </a:cubicBezTo>
                    <a:lnTo>
                      <a:pt x="1394746" y="222314"/>
                    </a:lnTo>
                    <a:cubicBezTo>
                      <a:pt x="1403699" y="225552"/>
                      <a:pt x="1413510" y="220980"/>
                      <a:pt x="1416844" y="212122"/>
                    </a:cubicBezTo>
                    <a:cubicBezTo>
                      <a:pt x="1419797" y="203168"/>
                      <a:pt x="1414939" y="193453"/>
                      <a:pt x="1405985" y="190405"/>
                    </a:cubicBezTo>
                    <a:lnTo>
                      <a:pt x="1300258" y="155639"/>
                    </a:lnTo>
                    <a:cubicBezTo>
                      <a:pt x="1310640" y="130112"/>
                      <a:pt x="1323308" y="105537"/>
                      <a:pt x="1337977" y="82296"/>
                    </a:cubicBezTo>
                    <a:lnTo>
                      <a:pt x="1337977" y="8229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</p:grpSp>
      <p:grpSp>
        <p:nvGrpSpPr>
          <p:cNvPr id="327" name="Google Shape;327;p56"/>
          <p:cNvGrpSpPr/>
          <p:nvPr/>
        </p:nvGrpSpPr>
        <p:grpSpPr>
          <a:xfrm>
            <a:off x="-3424512" y="-1"/>
            <a:ext cx="3208421" cy="6857999"/>
            <a:chOff x="-3424512" y="-1"/>
            <a:chExt cx="3208421" cy="6857999"/>
          </a:xfrm>
        </p:grpSpPr>
        <p:sp>
          <p:nvSpPr>
            <p:cNvPr id="328" name="Google Shape;328;p56"/>
            <p:cNvSpPr/>
            <p:nvPr/>
          </p:nvSpPr>
          <p:spPr>
            <a:xfrm>
              <a:off x="-3424512" y="-1"/>
              <a:ext cx="3208421" cy="685799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29" name="Google Shape;329;p56"/>
            <p:cNvSpPr txBox="1"/>
            <p:nvPr/>
          </p:nvSpPr>
          <p:spPr>
            <a:xfrm>
              <a:off x="-3267122" y="150741"/>
              <a:ext cx="2941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GB" sz="3200" u="none" cap="none" strike="noStrike">
                  <a:solidFill>
                    <a:schemeClr val="accen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Instruction: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56"/>
            <p:cNvSpPr txBox="1"/>
            <p:nvPr/>
          </p:nvSpPr>
          <p:spPr>
            <a:xfrm>
              <a:off x="-3267122" y="818147"/>
              <a:ext cx="294176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To underline keyword in title text box, highlight selected word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1" name="Google Shape;331;p5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143860" y="1824108"/>
              <a:ext cx="875152" cy="905001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332" name="Google Shape;332;p56"/>
            <p:cNvSpPr txBox="1"/>
            <p:nvPr/>
          </p:nvSpPr>
          <p:spPr>
            <a:xfrm>
              <a:off x="-3267122" y="2906262"/>
              <a:ext cx="2502568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2. Then go to 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‘Bold’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in the toolbar and then </a:t>
              </a:r>
              <a:b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‘underline’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after.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3" name="Google Shape;333;p56"/>
            <p:cNvPicPr preferRelativeResize="0"/>
            <p:nvPr/>
          </p:nvPicPr>
          <p:blipFill rotWithShape="1">
            <a:blip r:embed="rId3">
              <a:alphaModFix/>
            </a:blip>
            <a:srcRect b="-62788" l="0" r="0" t="-62788"/>
            <a:stretch/>
          </p:blipFill>
          <p:spPr>
            <a:xfrm>
              <a:off x="-3143862" y="4212225"/>
              <a:ext cx="1654280" cy="1614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4" name="Google Shape;334;p56"/>
            <p:cNvSpPr/>
            <p:nvPr/>
          </p:nvSpPr>
          <p:spPr>
            <a:xfrm>
              <a:off x="-3095847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5" name="Google Shape;335;p56"/>
            <p:cNvSpPr/>
            <p:nvPr/>
          </p:nvSpPr>
          <p:spPr>
            <a:xfrm>
              <a:off x="-2236570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336" name="Google Shape;336;p56"/>
          <p:cNvSpPr txBox="1"/>
          <p:nvPr/>
        </p:nvSpPr>
        <p:spPr>
          <a:xfrm>
            <a:off x="274320" y="6375028"/>
            <a:ext cx="30289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A7A9A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UNIVERSITY OF UTAH HEALTH</a:t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- Two Rows">
  <p:cSld name="Title and Content - Two Rows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8" name="Google Shape;338;p57"/>
          <p:cNvGrpSpPr/>
          <p:nvPr/>
        </p:nvGrpSpPr>
        <p:grpSpPr>
          <a:xfrm>
            <a:off x="10729913" y="6334847"/>
            <a:ext cx="1126458" cy="295807"/>
            <a:chOff x="6455388" y="4102692"/>
            <a:chExt cx="5543454" cy="1455705"/>
          </a:xfrm>
        </p:grpSpPr>
        <p:sp>
          <p:nvSpPr>
            <p:cNvPr id="339" name="Google Shape;339;p57"/>
            <p:cNvSpPr/>
            <p:nvPr/>
          </p:nvSpPr>
          <p:spPr>
            <a:xfrm>
              <a:off x="8423253" y="4383013"/>
              <a:ext cx="3575494" cy="683609"/>
            </a:xfrm>
            <a:custGeom>
              <a:rect b="b" l="l" r="r" t="t"/>
              <a:pathLst>
                <a:path extrusionOk="0" h="683609" w="3575494">
                  <a:moveTo>
                    <a:pt x="527495" y="0"/>
                  </a:moveTo>
                  <a:lnTo>
                    <a:pt x="527495" y="683133"/>
                  </a:lnTo>
                  <a:lnTo>
                    <a:pt x="399669" y="683133"/>
                  </a:lnTo>
                  <a:lnTo>
                    <a:pt x="399669" y="400622"/>
                  </a:lnTo>
                  <a:lnTo>
                    <a:pt x="125921" y="400622"/>
                  </a:lnTo>
                  <a:lnTo>
                    <a:pt x="125921" y="683228"/>
                  </a:lnTo>
                  <a:lnTo>
                    <a:pt x="0" y="683228"/>
                  </a:lnTo>
                  <a:lnTo>
                    <a:pt x="0" y="0"/>
                  </a:lnTo>
                  <a:lnTo>
                    <a:pt x="125921" y="0"/>
                  </a:lnTo>
                  <a:lnTo>
                    <a:pt x="125921" y="286607"/>
                  </a:lnTo>
                  <a:lnTo>
                    <a:pt x="399574" y="286607"/>
                  </a:lnTo>
                  <a:lnTo>
                    <a:pt x="399574" y="0"/>
                  </a:lnTo>
                  <a:lnTo>
                    <a:pt x="527495" y="0"/>
                  </a:lnTo>
                  <a:close/>
                  <a:moveTo>
                    <a:pt x="715994" y="0"/>
                  </a:moveTo>
                  <a:lnTo>
                    <a:pt x="1138809" y="0"/>
                  </a:lnTo>
                  <a:lnTo>
                    <a:pt x="1138809" y="113062"/>
                  </a:lnTo>
                  <a:lnTo>
                    <a:pt x="841915" y="113062"/>
                  </a:lnTo>
                  <a:lnTo>
                    <a:pt x="841915" y="290989"/>
                  </a:lnTo>
                  <a:lnTo>
                    <a:pt x="1101662" y="290989"/>
                  </a:lnTo>
                  <a:lnTo>
                    <a:pt x="1101662" y="403003"/>
                  </a:lnTo>
                  <a:lnTo>
                    <a:pt x="841915" y="403003"/>
                  </a:lnTo>
                  <a:lnTo>
                    <a:pt x="841915" y="570548"/>
                  </a:lnTo>
                  <a:lnTo>
                    <a:pt x="1148334" y="570548"/>
                  </a:lnTo>
                  <a:lnTo>
                    <a:pt x="1148334" y="683609"/>
                  </a:lnTo>
                  <a:lnTo>
                    <a:pt x="715994" y="683609"/>
                  </a:lnTo>
                  <a:lnTo>
                    <a:pt x="715994" y="0"/>
                  </a:lnTo>
                  <a:close/>
                  <a:moveTo>
                    <a:pt x="1686687" y="517589"/>
                  </a:moveTo>
                  <a:lnTo>
                    <a:pt x="1431893" y="517589"/>
                  </a:lnTo>
                  <a:lnTo>
                    <a:pt x="1369409" y="683228"/>
                  </a:lnTo>
                  <a:lnTo>
                    <a:pt x="1234535" y="683228"/>
                  </a:lnTo>
                  <a:lnTo>
                    <a:pt x="1490377" y="95"/>
                  </a:lnTo>
                  <a:lnTo>
                    <a:pt x="1627251" y="95"/>
                  </a:lnTo>
                  <a:lnTo>
                    <a:pt x="1883092" y="683228"/>
                  </a:lnTo>
                  <a:lnTo>
                    <a:pt x="1749171" y="683228"/>
                  </a:lnTo>
                  <a:lnTo>
                    <a:pt x="1686592" y="517589"/>
                  </a:lnTo>
                  <a:close/>
                  <a:moveTo>
                    <a:pt x="1474470" y="406527"/>
                  </a:moveTo>
                  <a:lnTo>
                    <a:pt x="1645063" y="406527"/>
                  </a:lnTo>
                  <a:lnTo>
                    <a:pt x="1558862" y="145733"/>
                  </a:lnTo>
                  <a:lnTo>
                    <a:pt x="1474565" y="406527"/>
                  </a:lnTo>
                  <a:close/>
                  <a:moveTo>
                    <a:pt x="1995392" y="0"/>
                  </a:moveTo>
                  <a:lnTo>
                    <a:pt x="2121980" y="0"/>
                  </a:lnTo>
                  <a:lnTo>
                    <a:pt x="2121980" y="570167"/>
                  </a:lnTo>
                  <a:lnTo>
                    <a:pt x="2385632" y="570167"/>
                  </a:lnTo>
                  <a:lnTo>
                    <a:pt x="2385632" y="683228"/>
                  </a:lnTo>
                  <a:lnTo>
                    <a:pt x="1995392" y="683228"/>
                  </a:lnTo>
                  <a:lnTo>
                    <a:pt x="1995392" y="0"/>
                  </a:lnTo>
                  <a:close/>
                  <a:moveTo>
                    <a:pt x="2395157" y="0"/>
                  </a:moveTo>
                  <a:lnTo>
                    <a:pt x="2907792" y="0"/>
                  </a:lnTo>
                  <a:lnTo>
                    <a:pt x="2907792" y="116014"/>
                  </a:lnTo>
                  <a:lnTo>
                    <a:pt x="2715863" y="116014"/>
                  </a:lnTo>
                  <a:lnTo>
                    <a:pt x="2715863" y="683228"/>
                  </a:lnTo>
                  <a:lnTo>
                    <a:pt x="2587942" y="683228"/>
                  </a:lnTo>
                  <a:lnTo>
                    <a:pt x="2587942" y="116014"/>
                  </a:lnTo>
                  <a:lnTo>
                    <a:pt x="2395061" y="116014"/>
                  </a:lnTo>
                  <a:lnTo>
                    <a:pt x="2395061" y="0"/>
                  </a:lnTo>
                  <a:close/>
                  <a:moveTo>
                    <a:pt x="3575494" y="0"/>
                  </a:moveTo>
                  <a:lnTo>
                    <a:pt x="3575494" y="683133"/>
                  </a:lnTo>
                  <a:lnTo>
                    <a:pt x="3447764" y="683133"/>
                  </a:lnTo>
                  <a:lnTo>
                    <a:pt x="3447764" y="400622"/>
                  </a:lnTo>
                  <a:lnTo>
                    <a:pt x="3174111" y="400622"/>
                  </a:lnTo>
                  <a:lnTo>
                    <a:pt x="3174111" y="683228"/>
                  </a:lnTo>
                  <a:lnTo>
                    <a:pt x="3048191" y="683228"/>
                  </a:lnTo>
                  <a:lnTo>
                    <a:pt x="3048191" y="0"/>
                  </a:lnTo>
                  <a:lnTo>
                    <a:pt x="3174111" y="0"/>
                  </a:lnTo>
                  <a:lnTo>
                    <a:pt x="3174111" y="286607"/>
                  </a:lnTo>
                  <a:lnTo>
                    <a:pt x="3447764" y="286607"/>
                  </a:lnTo>
                  <a:lnTo>
                    <a:pt x="3447764" y="0"/>
                  </a:lnTo>
                  <a:lnTo>
                    <a:pt x="35754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0" name="Google Shape;340;p57"/>
            <p:cNvSpPr/>
            <p:nvPr/>
          </p:nvSpPr>
          <p:spPr>
            <a:xfrm>
              <a:off x="8418776" y="5302158"/>
              <a:ext cx="3580066" cy="255953"/>
            </a:xfrm>
            <a:custGeom>
              <a:rect b="b" l="l" r="r" t="t"/>
              <a:pathLst>
                <a:path extrusionOk="0" h="255953" w="3580066">
                  <a:moveTo>
                    <a:pt x="146113" y="165847"/>
                  </a:moveTo>
                  <a:lnTo>
                    <a:pt x="146113" y="3065"/>
                  </a:lnTo>
                  <a:lnTo>
                    <a:pt x="184880" y="3065"/>
                  </a:lnTo>
                  <a:lnTo>
                    <a:pt x="184880" y="165847"/>
                  </a:lnTo>
                  <a:cubicBezTo>
                    <a:pt x="185452" y="214996"/>
                    <a:pt x="146113" y="255382"/>
                    <a:pt x="96964" y="255954"/>
                  </a:cubicBezTo>
                  <a:cubicBezTo>
                    <a:pt x="95536" y="255954"/>
                    <a:pt x="94107" y="255954"/>
                    <a:pt x="92583" y="255954"/>
                  </a:cubicBezTo>
                  <a:cubicBezTo>
                    <a:pt x="42672" y="255954"/>
                    <a:pt x="0" y="220521"/>
                    <a:pt x="0" y="165943"/>
                  </a:cubicBezTo>
                  <a:lnTo>
                    <a:pt x="0" y="3160"/>
                  </a:lnTo>
                  <a:lnTo>
                    <a:pt x="39148" y="3160"/>
                  </a:lnTo>
                  <a:lnTo>
                    <a:pt x="39148" y="165943"/>
                  </a:lnTo>
                  <a:cubicBezTo>
                    <a:pt x="39148" y="195470"/>
                    <a:pt x="63151" y="219473"/>
                    <a:pt x="92678" y="219473"/>
                  </a:cubicBezTo>
                  <a:cubicBezTo>
                    <a:pt x="122206" y="219473"/>
                    <a:pt x="146209" y="195470"/>
                    <a:pt x="146209" y="165943"/>
                  </a:cubicBezTo>
                  <a:lnTo>
                    <a:pt x="146113" y="165943"/>
                  </a:lnTo>
                  <a:close/>
                  <a:moveTo>
                    <a:pt x="434435" y="252239"/>
                  </a:moveTo>
                  <a:lnTo>
                    <a:pt x="398621" y="252239"/>
                  </a:lnTo>
                  <a:lnTo>
                    <a:pt x="291560" y="73931"/>
                  </a:lnTo>
                  <a:lnTo>
                    <a:pt x="291560" y="252239"/>
                  </a:lnTo>
                  <a:lnTo>
                    <a:pt x="253460" y="252239"/>
                  </a:lnTo>
                  <a:lnTo>
                    <a:pt x="253460" y="3065"/>
                  </a:lnTo>
                  <a:lnTo>
                    <a:pt x="290417" y="3065"/>
                  </a:lnTo>
                  <a:lnTo>
                    <a:pt x="396335" y="179944"/>
                  </a:lnTo>
                  <a:lnTo>
                    <a:pt x="396335" y="3065"/>
                  </a:lnTo>
                  <a:lnTo>
                    <a:pt x="434435" y="3065"/>
                  </a:lnTo>
                  <a:lnTo>
                    <a:pt x="434435" y="252239"/>
                  </a:lnTo>
                  <a:close/>
                  <a:moveTo>
                    <a:pt x="497014" y="3065"/>
                  </a:moveTo>
                  <a:lnTo>
                    <a:pt x="535114" y="3065"/>
                  </a:lnTo>
                  <a:lnTo>
                    <a:pt x="535114" y="252239"/>
                  </a:lnTo>
                  <a:lnTo>
                    <a:pt x="497014" y="252239"/>
                  </a:lnTo>
                  <a:lnTo>
                    <a:pt x="497014" y="3065"/>
                  </a:lnTo>
                  <a:close/>
                  <a:moveTo>
                    <a:pt x="622935" y="3065"/>
                  </a:moveTo>
                  <a:lnTo>
                    <a:pt x="676180" y="188231"/>
                  </a:lnTo>
                  <a:lnTo>
                    <a:pt x="729710" y="3065"/>
                  </a:lnTo>
                  <a:lnTo>
                    <a:pt x="769525" y="3065"/>
                  </a:lnTo>
                  <a:lnTo>
                    <a:pt x="694372" y="252239"/>
                  </a:lnTo>
                  <a:lnTo>
                    <a:pt x="658558" y="252239"/>
                  </a:lnTo>
                  <a:lnTo>
                    <a:pt x="583025" y="3065"/>
                  </a:lnTo>
                  <a:lnTo>
                    <a:pt x="623125" y="3065"/>
                  </a:lnTo>
                  <a:close/>
                  <a:moveTo>
                    <a:pt x="813911" y="3065"/>
                  </a:moveTo>
                  <a:lnTo>
                    <a:pt x="964025" y="3065"/>
                  </a:lnTo>
                  <a:lnTo>
                    <a:pt x="964025" y="38212"/>
                  </a:lnTo>
                  <a:lnTo>
                    <a:pt x="852297" y="38212"/>
                  </a:lnTo>
                  <a:lnTo>
                    <a:pt x="852297" y="111936"/>
                  </a:lnTo>
                  <a:lnTo>
                    <a:pt x="949928" y="111936"/>
                  </a:lnTo>
                  <a:lnTo>
                    <a:pt x="949928" y="146988"/>
                  </a:lnTo>
                  <a:lnTo>
                    <a:pt x="852297" y="146988"/>
                  </a:lnTo>
                  <a:lnTo>
                    <a:pt x="852297" y="216806"/>
                  </a:lnTo>
                  <a:lnTo>
                    <a:pt x="967645" y="216806"/>
                  </a:lnTo>
                  <a:lnTo>
                    <a:pt x="967645" y="251953"/>
                  </a:lnTo>
                  <a:lnTo>
                    <a:pt x="813911" y="251953"/>
                  </a:lnTo>
                  <a:lnTo>
                    <a:pt x="813911" y="3160"/>
                  </a:lnTo>
                  <a:close/>
                  <a:moveTo>
                    <a:pt x="1200436" y="252239"/>
                  </a:moveTo>
                  <a:lnTo>
                    <a:pt x="1153763" y="252239"/>
                  </a:lnTo>
                  <a:lnTo>
                    <a:pt x="1091565" y="160799"/>
                  </a:lnTo>
                  <a:lnTo>
                    <a:pt x="1064800" y="160799"/>
                  </a:lnTo>
                  <a:lnTo>
                    <a:pt x="1064800" y="252239"/>
                  </a:lnTo>
                  <a:lnTo>
                    <a:pt x="1026128" y="252239"/>
                  </a:lnTo>
                  <a:lnTo>
                    <a:pt x="1026128" y="3065"/>
                  </a:lnTo>
                  <a:lnTo>
                    <a:pt x="1123379" y="3065"/>
                  </a:lnTo>
                  <a:cubicBezTo>
                    <a:pt x="1176909" y="3065"/>
                    <a:pt x="1199483" y="42499"/>
                    <a:pt x="1199483" y="82218"/>
                  </a:cubicBezTo>
                  <a:cubicBezTo>
                    <a:pt x="1199483" y="118794"/>
                    <a:pt x="1181005" y="154227"/>
                    <a:pt x="1135094" y="159180"/>
                  </a:cubicBezTo>
                  <a:lnTo>
                    <a:pt x="1200245" y="252144"/>
                  </a:lnTo>
                  <a:close/>
                  <a:moveTo>
                    <a:pt x="1064895" y="38117"/>
                  </a:moveTo>
                  <a:lnTo>
                    <a:pt x="1064895" y="125271"/>
                  </a:lnTo>
                  <a:lnTo>
                    <a:pt x="1120616" y="125271"/>
                  </a:lnTo>
                  <a:cubicBezTo>
                    <a:pt x="1148524" y="125271"/>
                    <a:pt x="1159669" y="103173"/>
                    <a:pt x="1159669" y="81837"/>
                  </a:cubicBezTo>
                  <a:cubicBezTo>
                    <a:pt x="1159669" y="60501"/>
                    <a:pt x="1148810" y="38022"/>
                    <a:pt x="1121569" y="38022"/>
                  </a:cubicBezTo>
                  <a:lnTo>
                    <a:pt x="1064895" y="38022"/>
                  </a:lnTo>
                  <a:close/>
                  <a:moveTo>
                    <a:pt x="1290256" y="179849"/>
                  </a:moveTo>
                  <a:cubicBezTo>
                    <a:pt x="1291019" y="200137"/>
                    <a:pt x="1310164" y="220711"/>
                    <a:pt x="1339882" y="220711"/>
                  </a:cubicBezTo>
                  <a:cubicBezTo>
                    <a:pt x="1369600" y="220711"/>
                    <a:pt x="1384364" y="204805"/>
                    <a:pt x="1386935" y="186707"/>
                  </a:cubicBezTo>
                  <a:cubicBezTo>
                    <a:pt x="1388364" y="163561"/>
                    <a:pt x="1370648" y="151560"/>
                    <a:pt x="1347502" y="146131"/>
                  </a:cubicBezTo>
                  <a:lnTo>
                    <a:pt x="1315974" y="138225"/>
                  </a:lnTo>
                  <a:cubicBezTo>
                    <a:pt x="1262444" y="123747"/>
                    <a:pt x="1254062" y="93362"/>
                    <a:pt x="1254062" y="71550"/>
                  </a:cubicBezTo>
                  <a:cubicBezTo>
                    <a:pt x="1254062" y="28878"/>
                    <a:pt x="1292162" y="303"/>
                    <a:pt x="1336072" y="303"/>
                  </a:cubicBezTo>
                  <a:cubicBezTo>
                    <a:pt x="1379982" y="303"/>
                    <a:pt x="1417034" y="28878"/>
                    <a:pt x="1417034" y="74026"/>
                  </a:cubicBezTo>
                  <a:lnTo>
                    <a:pt x="1378934" y="74026"/>
                  </a:lnTo>
                  <a:cubicBezTo>
                    <a:pt x="1378934" y="51262"/>
                    <a:pt x="1361218" y="35926"/>
                    <a:pt x="1335500" y="35926"/>
                  </a:cubicBezTo>
                  <a:cubicBezTo>
                    <a:pt x="1312736" y="35926"/>
                    <a:pt x="1292447" y="49642"/>
                    <a:pt x="1292447" y="70312"/>
                  </a:cubicBezTo>
                  <a:cubicBezTo>
                    <a:pt x="1292447" y="79837"/>
                    <a:pt x="1296067" y="95267"/>
                    <a:pt x="1325785" y="102887"/>
                  </a:cubicBezTo>
                  <a:lnTo>
                    <a:pt x="1357598" y="111174"/>
                  </a:lnTo>
                  <a:cubicBezTo>
                    <a:pt x="1407890" y="124604"/>
                    <a:pt x="1428845" y="152798"/>
                    <a:pt x="1424940" y="188517"/>
                  </a:cubicBezTo>
                  <a:cubicBezTo>
                    <a:pt x="1421321" y="227569"/>
                    <a:pt x="1387697" y="255192"/>
                    <a:pt x="1339977" y="255192"/>
                  </a:cubicBezTo>
                  <a:cubicBezTo>
                    <a:pt x="1288256" y="255192"/>
                    <a:pt x="1252156" y="219759"/>
                    <a:pt x="1252156" y="179087"/>
                  </a:cubicBezTo>
                  <a:lnTo>
                    <a:pt x="1290256" y="179754"/>
                  </a:lnTo>
                  <a:close/>
                  <a:moveTo>
                    <a:pt x="1475041" y="2970"/>
                  </a:moveTo>
                  <a:lnTo>
                    <a:pt x="1513141" y="2970"/>
                  </a:lnTo>
                  <a:lnTo>
                    <a:pt x="1513141" y="252144"/>
                  </a:lnTo>
                  <a:lnTo>
                    <a:pt x="1475041" y="252144"/>
                  </a:lnTo>
                  <a:lnTo>
                    <a:pt x="1475041" y="2970"/>
                  </a:lnTo>
                  <a:close/>
                  <a:moveTo>
                    <a:pt x="1557147" y="2970"/>
                  </a:moveTo>
                  <a:lnTo>
                    <a:pt x="1742980" y="2970"/>
                  </a:lnTo>
                  <a:lnTo>
                    <a:pt x="1742980" y="38784"/>
                  </a:lnTo>
                  <a:lnTo>
                    <a:pt x="1669732" y="38784"/>
                  </a:lnTo>
                  <a:lnTo>
                    <a:pt x="1669732" y="252239"/>
                  </a:lnTo>
                  <a:lnTo>
                    <a:pt x="1630680" y="252239"/>
                  </a:lnTo>
                  <a:lnTo>
                    <a:pt x="1630680" y="38879"/>
                  </a:lnTo>
                  <a:lnTo>
                    <a:pt x="1557338" y="38879"/>
                  </a:lnTo>
                  <a:lnTo>
                    <a:pt x="1557338" y="2970"/>
                  </a:lnTo>
                  <a:close/>
                  <a:moveTo>
                    <a:pt x="1861375" y="252144"/>
                  </a:moveTo>
                  <a:lnTo>
                    <a:pt x="1861375" y="137939"/>
                  </a:lnTo>
                  <a:lnTo>
                    <a:pt x="1766221" y="3065"/>
                  </a:lnTo>
                  <a:lnTo>
                    <a:pt x="1812227" y="3065"/>
                  </a:lnTo>
                  <a:lnTo>
                    <a:pt x="1880997" y="102125"/>
                  </a:lnTo>
                  <a:lnTo>
                    <a:pt x="1950434" y="3065"/>
                  </a:lnTo>
                  <a:lnTo>
                    <a:pt x="1996440" y="3065"/>
                  </a:lnTo>
                  <a:lnTo>
                    <a:pt x="1900619" y="138320"/>
                  </a:lnTo>
                  <a:lnTo>
                    <a:pt x="1900619" y="252525"/>
                  </a:lnTo>
                  <a:lnTo>
                    <a:pt x="1861566" y="252144"/>
                  </a:lnTo>
                  <a:close/>
                  <a:moveTo>
                    <a:pt x="2238566" y="17"/>
                  </a:moveTo>
                  <a:cubicBezTo>
                    <a:pt x="2309146" y="-1126"/>
                    <a:pt x="2367248" y="55262"/>
                    <a:pt x="2368391" y="125842"/>
                  </a:cubicBezTo>
                  <a:cubicBezTo>
                    <a:pt x="2369534" y="196423"/>
                    <a:pt x="2313146" y="254525"/>
                    <a:pt x="2242566" y="255668"/>
                  </a:cubicBezTo>
                  <a:cubicBezTo>
                    <a:pt x="2171986" y="256811"/>
                    <a:pt x="2113883" y="200423"/>
                    <a:pt x="2112740" y="129843"/>
                  </a:cubicBezTo>
                  <a:cubicBezTo>
                    <a:pt x="2112740" y="129271"/>
                    <a:pt x="2112740" y="128605"/>
                    <a:pt x="2112740" y="128033"/>
                  </a:cubicBezTo>
                  <a:cubicBezTo>
                    <a:pt x="2111788" y="58310"/>
                    <a:pt x="2167604" y="970"/>
                    <a:pt x="2237327" y="17"/>
                  </a:cubicBezTo>
                  <a:cubicBezTo>
                    <a:pt x="2237708" y="17"/>
                    <a:pt x="2238184" y="17"/>
                    <a:pt x="2238566" y="17"/>
                  </a:cubicBezTo>
                  <a:close/>
                  <a:moveTo>
                    <a:pt x="2238566" y="218140"/>
                  </a:moveTo>
                  <a:cubicBezTo>
                    <a:pt x="2288381" y="219664"/>
                    <a:pt x="2330006" y="180516"/>
                    <a:pt x="2331530" y="130700"/>
                  </a:cubicBezTo>
                  <a:cubicBezTo>
                    <a:pt x="2333054" y="80884"/>
                    <a:pt x="2293906" y="39260"/>
                    <a:pt x="2244090" y="37736"/>
                  </a:cubicBezTo>
                  <a:cubicBezTo>
                    <a:pt x="2194274" y="36212"/>
                    <a:pt x="2152650" y="75360"/>
                    <a:pt x="2151126" y="125176"/>
                  </a:cubicBezTo>
                  <a:cubicBezTo>
                    <a:pt x="2151126" y="126128"/>
                    <a:pt x="2151126" y="127081"/>
                    <a:pt x="2151126" y="128128"/>
                  </a:cubicBezTo>
                  <a:cubicBezTo>
                    <a:pt x="2150078" y="176896"/>
                    <a:pt x="2188750" y="217187"/>
                    <a:pt x="2237423" y="218235"/>
                  </a:cubicBezTo>
                  <a:cubicBezTo>
                    <a:pt x="2237804" y="218235"/>
                    <a:pt x="2238184" y="218235"/>
                    <a:pt x="2238566" y="218235"/>
                  </a:cubicBezTo>
                  <a:lnTo>
                    <a:pt x="2238566" y="218235"/>
                  </a:lnTo>
                  <a:close/>
                  <a:moveTo>
                    <a:pt x="2413349" y="2970"/>
                  </a:moveTo>
                  <a:lnTo>
                    <a:pt x="2561558" y="2970"/>
                  </a:lnTo>
                  <a:lnTo>
                    <a:pt x="2561558" y="38117"/>
                  </a:lnTo>
                  <a:lnTo>
                    <a:pt x="2451640" y="38117"/>
                  </a:lnTo>
                  <a:lnTo>
                    <a:pt x="2451640" y="111841"/>
                  </a:lnTo>
                  <a:lnTo>
                    <a:pt x="2538413" y="111841"/>
                  </a:lnTo>
                  <a:lnTo>
                    <a:pt x="2538413" y="146893"/>
                  </a:lnTo>
                  <a:lnTo>
                    <a:pt x="2451640" y="146893"/>
                  </a:lnTo>
                  <a:lnTo>
                    <a:pt x="2451640" y="251572"/>
                  </a:lnTo>
                  <a:lnTo>
                    <a:pt x="2413540" y="251572"/>
                  </a:lnTo>
                  <a:lnTo>
                    <a:pt x="2413349" y="2970"/>
                  </a:lnTo>
                  <a:close/>
                  <a:moveTo>
                    <a:pt x="2842260" y="165752"/>
                  </a:moveTo>
                  <a:lnTo>
                    <a:pt x="2842260" y="2970"/>
                  </a:lnTo>
                  <a:lnTo>
                    <a:pt x="2881027" y="2970"/>
                  </a:lnTo>
                  <a:lnTo>
                    <a:pt x="2881027" y="165752"/>
                  </a:lnTo>
                  <a:cubicBezTo>
                    <a:pt x="2881598" y="214901"/>
                    <a:pt x="2842260" y="255287"/>
                    <a:pt x="2793111" y="255859"/>
                  </a:cubicBezTo>
                  <a:cubicBezTo>
                    <a:pt x="2791682" y="255859"/>
                    <a:pt x="2790254" y="255859"/>
                    <a:pt x="2788730" y="255859"/>
                  </a:cubicBezTo>
                  <a:cubicBezTo>
                    <a:pt x="2738819" y="255859"/>
                    <a:pt x="2696147" y="220426"/>
                    <a:pt x="2696147" y="165847"/>
                  </a:cubicBezTo>
                  <a:lnTo>
                    <a:pt x="2696147" y="3065"/>
                  </a:lnTo>
                  <a:lnTo>
                    <a:pt x="2735199" y="3065"/>
                  </a:lnTo>
                  <a:lnTo>
                    <a:pt x="2735199" y="165847"/>
                  </a:lnTo>
                  <a:cubicBezTo>
                    <a:pt x="2735199" y="195375"/>
                    <a:pt x="2759202" y="219378"/>
                    <a:pt x="2788730" y="219378"/>
                  </a:cubicBezTo>
                  <a:cubicBezTo>
                    <a:pt x="2818257" y="219378"/>
                    <a:pt x="2842260" y="195375"/>
                    <a:pt x="2842260" y="165847"/>
                  </a:cubicBezTo>
                  <a:close/>
                  <a:moveTo>
                    <a:pt x="2930461" y="2970"/>
                  </a:moveTo>
                  <a:lnTo>
                    <a:pt x="3116390" y="2970"/>
                  </a:lnTo>
                  <a:lnTo>
                    <a:pt x="3116390" y="38784"/>
                  </a:lnTo>
                  <a:lnTo>
                    <a:pt x="3043047" y="38784"/>
                  </a:lnTo>
                  <a:lnTo>
                    <a:pt x="3043047" y="252239"/>
                  </a:lnTo>
                  <a:lnTo>
                    <a:pt x="3003995" y="252239"/>
                  </a:lnTo>
                  <a:lnTo>
                    <a:pt x="3003995" y="38879"/>
                  </a:lnTo>
                  <a:lnTo>
                    <a:pt x="2930652" y="38879"/>
                  </a:lnTo>
                  <a:lnTo>
                    <a:pt x="2930652" y="2970"/>
                  </a:lnTo>
                  <a:close/>
                  <a:moveTo>
                    <a:pt x="3280315" y="190422"/>
                  </a:moveTo>
                  <a:lnTo>
                    <a:pt x="3179826" y="190422"/>
                  </a:lnTo>
                  <a:lnTo>
                    <a:pt x="3155919" y="252715"/>
                  </a:lnTo>
                  <a:lnTo>
                    <a:pt x="3115056" y="252715"/>
                  </a:lnTo>
                  <a:lnTo>
                    <a:pt x="3208782" y="3065"/>
                  </a:lnTo>
                  <a:lnTo>
                    <a:pt x="3250406" y="3065"/>
                  </a:lnTo>
                  <a:lnTo>
                    <a:pt x="3344418" y="252239"/>
                  </a:lnTo>
                  <a:lnTo>
                    <a:pt x="3303937" y="252239"/>
                  </a:lnTo>
                  <a:lnTo>
                    <a:pt x="3280220" y="190422"/>
                  </a:lnTo>
                  <a:close/>
                  <a:moveTo>
                    <a:pt x="3192780" y="156037"/>
                  </a:moveTo>
                  <a:lnTo>
                    <a:pt x="3267266" y="156037"/>
                  </a:lnTo>
                  <a:lnTo>
                    <a:pt x="3230023" y="51357"/>
                  </a:lnTo>
                  <a:lnTo>
                    <a:pt x="3192685" y="156037"/>
                  </a:lnTo>
                  <a:close/>
                  <a:moveTo>
                    <a:pt x="3580066" y="2970"/>
                  </a:moveTo>
                  <a:lnTo>
                    <a:pt x="3580066" y="252144"/>
                  </a:lnTo>
                  <a:lnTo>
                    <a:pt x="3541014" y="252144"/>
                  </a:lnTo>
                  <a:lnTo>
                    <a:pt x="3541014" y="145845"/>
                  </a:lnTo>
                  <a:lnTo>
                    <a:pt x="3428619" y="145845"/>
                  </a:lnTo>
                  <a:lnTo>
                    <a:pt x="3428619" y="252144"/>
                  </a:lnTo>
                  <a:lnTo>
                    <a:pt x="3390519" y="252144"/>
                  </a:lnTo>
                  <a:lnTo>
                    <a:pt x="3390519" y="2970"/>
                  </a:lnTo>
                  <a:lnTo>
                    <a:pt x="3428619" y="2970"/>
                  </a:lnTo>
                  <a:lnTo>
                    <a:pt x="3428619" y="110698"/>
                  </a:lnTo>
                  <a:lnTo>
                    <a:pt x="3541110" y="110698"/>
                  </a:lnTo>
                  <a:lnTo>
                    <a:pt x="3541110" y="2970"/>
                  </a:lnTo>
                  <a:lnTo>
                    <a:pt x="3580066" y="297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grpSp>
          <p:nvGrpSpPr>
            <p:cNvPr id="341" name="Google Shape;341;p57"/>
            <p:cNvGrpSpPr/>
            <p:nvPr/>
          </p:nvGrpSpPr>
          <p:grpSpPr>
            <a:xfrm>
              <a:off x="6455388" y="4102692"/>
              <a:ext cx="1601438" cy="1455705"/>
              <a:chOff x="3324225" y="2700241"/>
              <a:chExt cx="1601438" cy="1455705"/>
            </a:xfrm>
          </p:grpSpPr>
          <p:sp>
            <p:nvSpPr>
              <p:cNvPr id="342" name="Google Shape;342;p57"/>
              <p:cNvSpPr/>
              <p:nvPr/>
            </p:nvSpPr>
            <p:spPr>
              <a:xfrm>
                <a:off x="4540585" y="3230022"/>
                <a:ext cx="239250" cy="787908"/>
              </a:xfrm>
              <a:custGeom>
                <a:rect b="b" l="l" r="r" t="t"/>
                <a:pathLst>
                  <a:path extrusionOk="0" h="787908" w="239250">
                    <a:moveTo>
                      <a:pt x="14270" y="87440"/>
                    </a:moveTo>
                    <a:cubicBezTo>
                      <a:pt x="36273" y="66580"/>
                      <a:pt x="61895" y="37052"/>
                      <a:pt x="91994" y="12954"/>
                    </a:cubicBezTo>
                    <a:moveTo>
                      <a:pt x="239251" y="549307"/>
                    </a:moveTo>
                    <a:lnTo>
                      <a:pt x="239251" y="635603"/>
                    </a:lnTo>
                    <a:lnTo>
                      <a:pt x="85993" y="787908"/>
                    </a:lnTo>
                    <a:cubicBezTo>
                      <a:pt x="-131844" y="356330"/>
                      <a:pt x="118569" y="176879"/>
                      <a:pt x="239251" y="0"/>
                    </a:cubicBezTo>
                    <a:lnTo>
                      <a:pt x="239251" y="201263"/>
                    </a:lnTo>
                    <a:lnTo>
                      <a:pt x="210676" y="173927"/>
                    </a:lnTo>
                    <a:cubicBezTo>
                      <a:pt x="199817" y="163830"/>
                      <a:pt x="182767" y="164402"/>
                      <a:pt x="172576" y="175165"/>
                    </a:cubicBezTo>
                    <a:cubicBezTo>
                      <a:pt x="162098" y="185738"/>
                      <a:pt x="162098" y="202692"/>
                      <a:pt x="172576" y="213265"/>
                    </a:cubicBezTo>
                    <a:lnTo>
                      <a:pt x="239251" y="276511"/>
                    </a:lnTo>
                    <a:lnTo>
                      <a:pt x="239251" y="350234"/>
                    </a:lnTo>
                    <a:lnTo>
                      <a:pt x="101709" y="343757"/>
                    </a:lnTo>
                    <a:cubicBezTo>
                      <a:pt x="86660" y="342995"/>
                      <a:pt x="73897" y="354521"/>
                      <a:pt x="73134" y="369570"/>
                    </a:cubicBezTo>
                    <a:cubicBezTo>
                      <a:pt x="73134" y="369570"/>
                      <a:pt x="73134" y="369570"/>
                      <a:pt x="73134" y="369570"/>
                    </a:cubicBezTo>
                    <a:cubicBezTo>
                      <a:pt x="72087" y="384524"/>
                      <a:pt x="83136" y="397478"/>
                      <a:pt x="98090" y="398717"/>
                    </a:cubicBezTo>
                    <a:lnTo>
                      <a:pt x="239155" y="405289"/>
                    </a:lnTo>
                    <a:lnTo>
                      <a:pt x="239155" y="486728"/>
                    </a:lnTo>
                    <a:lnTo>
                      <a:pt x="89136" y="545973"/>
                    </a:lnTo>
                    <a:cubicBezTo>
                      <a:pt x="74468" y="551783"/>
                      <a:pt x="67324" y="568452"/>
                      <a:pt x="73230" y="583121"/>
                    </a:cubicBezTo>
                    <a:cubicBezTo>
                      <a:pt x="73230" y="583121"/>
                      <a:pt x="73230" y="583121"/>
                      <a:pt x="73230" y="583216"/>
                    </a:cubicBezTo>
                    <a:cubicBezTo>
                      <a:pt x="78468" y="598075"/>
                      <a:pt x="94756" y="605981"/>
                      <a:pt x="109615" y="600742"/>
                    </a:cubicBezTo>
                    <a:cubicBezTo>
                      <a:pt x="109615" y="600742"/>
                      <a:pt x="109615" y="600742"/>
                      <a:pt x="109615" y="600742"/>
                    </a:cubicBezTo>
                    <a:lnTo>
                      <a:pt x="238965" y="548831"/>
                    </a:lnTo>
                    <a:lnTo>
                      <a:pt x="239155" y="5492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343" name="Google Shape;343;p57"/>
              <p:cNvSpPr/>
              <p:nvPr/>
            </p:nvSpPr>
            <p:spPr>
              <a:xfrm>
                <a:off x="3324225" y="2700241"/>
                <a:ext cx="1601438" cy="1455705"/>
              </a:xfrm>
              <a:custGeom>
                <a:rect b="b" l="l" r="r" t="t"/>
                <a:pathLst>
                  <a:path extrusionOk="0" h="1455705" w="1601438">
                    <a:moveTo>
                      <a:pt x="1337977" y="82201"/>
                    </a:moveTo>
                    <a:lnTo>
                      <a:pt x="1377315" y="124206"/>
                    </a:lnTo>
                    <a:cubicBezTo>
                      <a:pt x="1383316" y="131159"/>
                      <a:pt x="1393793" y="131921"/>
                      <a:pt x="1400747" y="126016"/>
                    </a:cubicBezTo>
                    <a:cubicBezTo>
                      <a:pt x="1407414" y="119729"/>
                      <a:pt x="1407795" y="109252"/>
                      <a:pt x="1401509" y="102489"/>
                    </a:cubicBezTo>
                    <a:lnTo>
                      <a:pt x="1356836" y="54864"/>
                    </a:lnTo>
                    <a:cubicBezTo>
                      <a:pt x="1372076" y="34195"/>
                      <a:pt x="1390174" y="15716"/>
                      <a:pt x="1410557" y="0"/>
                    </a:cubicBezTo>
                    <a:lnTo>
                      <a:pt x="1601438" y="0"/>
                    </a:lnTo>
                    <a:lnTo>
                      <a:pt x="1601438" y="437864"/>
                    </a:lnTo>
                    <a:lnTo>
                      <a:pt x="1503331" y="437864"/>
                    </a:lnTo>
                    <a:cubicBezTo>
                      <a:pt x="1522381" y="377190"/>
                      <a:pt x="1516856" y="312134"/>
                      <a:pt x="1463802" y="233553"/>
                    </a:cubicBezTo>
                    <a:cubicBezTo>
                      <a:pt x="1609725" y="598361"/>
                      <a:pt x="853631" y="586835"/>
                      <a:pt x="1180910" y="1435703"/>
                    </a:cubicBezTo>
                    <a:lnTo>
                      <a:pt x="1163765" y="1455706"/>
                    </a:lnTo>
                    <a:lnTo>
                      <a:pt x="437769" y="1455706"/>
                    </a:lnTo>
                    <a:lnTo>
                      <a:pt x="146304" y="1165289"/>
                    </a:lnTo>
                    <a:lnTo>
                      <a:pt x="146304" y="437579"/>
                    </a:lnTo>
                    <a:lnTo>
                      <a:pt x="0" y="437579"/>
                    </a:lnTo>
                    <a:lnTo>
                      <a:pt x="0" y="95"/>
                    </a:lnTo>
                    <a:lnTo>
                      <a:pt x="727901" y="95"/>
                    </a:lnTo>
                    <a:lnTo>
                      <a:pt x="727901" y="437960"/>
                    </a:lnTo>
                    <a:lnTo>
                      <a:pt x="581882" y="437960"/>
                    </a:lnTo>
                    <a:lnTo>
                      <a:pt x="581882" y="1017937"/>
                    </a:lnTo>
                    <a:lnTo>
                      <a:pt x="1019747" y="1017937"/>
                    </a:lnTo>
                    <a:lnTo>
                      <a:pt x="1019747" y="437483"/>
                    </a:lnTo>
                    <a:lnTo>
                      <a:pt x="873728" y="437483"/>
                    </a:lnTo>
                    <a:lnTo>
                      <a:pt x="873728" y="95"/>
                    </a:lnTo>
                    <a:lnTo>
                      <a:pt x="1343025" y="95"/>
                    </a:lnTo>
                    <a:cubicBezTo>
                      <a:pt x="1189768" y="114300"/>
                      <a:pt x="1096232" y="410147"/>
                      <a:pt x="1230535" y="617411"/>
                    </a:cubicBezTo>
                    <a:cubicBezTo>
                      <a:pt x="1252538" y="596551"/>
                      <a:pt x="1278160" y="567023"/>
                      <a:pt x="1308259" y="542925"/>
                    </a:cubicBezTo>
                    <a:cubicBezTo>
                      <a:pt x="1294352" y="519684"/>
                      <a:pt x="1283589" y="494729"/>
                      <a:pt x="1276064" y="468725"/>
                    </a:cubicBezTo>
                    <a:lnTo>
                      <a:pt x="1433417" y="407765"/>
                    </a:lnTo>
                    <a:cubicBezTo>
                      <a:pt x="1442657" y="404336"/>
                      <a:pt x="1447324" y="394049"/>
                      <a:pt x="1443895" y="384810"/>
                    </a:cubicBezTo>
                    <a:cubicBezTo>
                      <a:pt x="1440466" y="375571"/>
                      <a:pt x="1430179" y="370904"/>
                      <a:pt x="1420939" y="374333"/>
                    </a:cubicBezTo>
                    <a:lnTo>
                      <a:pt x="1267778" y="433673"/>
                    </a:lnTo>
                    <a:cubicBezTo>
                      <a:pt x="1261110" y="396621"/>
                      <a:pt x="1259110" y="358807"/>
                      <a:pt x="1261967" y="321278"/>
                    </a:cubicBezTo>
                    <a:lnTo>
                      <a:pt x="1416082" y="316516"/>
                    </a:lnTo>
                    <a:cubicBezTo>
                      <a:pt x="1425797" y="316325"/>
                      <a:pt x="1433513" y="308420"/>
                      <a:pt x="1433417" y="298704"/>
                    </a:cubicBezTo>
                    <a:cubicBezTo>
                      <a:pt x="1433036" y="288989"/>
                      <a:pt x="1424940" y="281464"/>
                      <a:pt x="1415225" y="281750"/>
                    </a:cubicBezTo>
                    <a:lnTo>
                      <a:pt x="1265587" y="286322"/>
                    </a:lnTo>
                    <a:cubicBezTo>
                      <a:pt x="1270159" y="252698"/>
                      <a:pt x="1277874" y="219647"/>
                      <a:pt x="1288542" y="187452"/>
                    </a:cubicBezTo>
                    <a:lnTo>
                      <a:pt x="1394746" y="222314"/>
                    </a:lnTo>
                    <a:cubicBezTo>
                      <a:pt x="1403699" y="225552"/>
                      <a:pt x="1413510" y="220980"/>
                      <a:pt x="1416844" y="212122"/>
                    </a:cubicBezTo>
                    <a:cubicBezTo>
                      <a:pt x="1419797" y="203168"/>
                      <a:pt x="1414939" y="193453"/>
                      <a:pt x="1405985" y="190405"/>
                    </a:cubicBezTo>
                    <a:lnTo>
                      <a:pt x="1300258" y="155639"/>
                    </a:lnTo>
                    <a:cubicBezTo>
                      <a:pt x="1310640" y="130112"/>
                      <a:pt x="1323308" y="105537"/>
                      <a:pt x="1337977" y="82296"/>
                    </a:cubicBezTo>
                    <a:lnTo>
                      <a:pt x="1337977" y="8229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</p:grpSp>
      <p:sp>
        <p:nvSpPr>
          <p:cNvPr id="344" name="Google Shape;344;p57"/>
          <p:cNvSpPr txBox="1"/>
          <p:nvPr>
            <p:ph idx="1" type="body"/>
          </p:nvPr>
        </p:nvSpPr>
        <p:spPr>
          <a:xfrm>
            <a:off x="3886200" y="2048256"/>
            <a:ext cx="5349240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2pPr>
            <a:lvl3pPr indent="-3429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345" name="Google Shape;345;p57"/>
          <p:cNvGrpSpPr/>
          <p:nvPr/>
        </p:nvGrpSpPr>
        <p:grpSpPr>
          <a:xfrm>
            <a:off x="-3424512" y="-1"/>
            <a:ext cx="3208421" cy="6857999"/>
            <a:chOff x="-3424512" y="-1"/>
            <a:chExt cx="3208421" cy="6857999"/>
          </a:xfrm>
        </p:grpSpPr>
        <p:sp>
          <p:nvSpPr>
            <p:cNvPr id="346" name="Google Shape;346;p57"/>
            <p:cNvSpPr/>
            <p:nvPr/>
          </p:nvSpPr>
          <p:spPr>
            <a:xfrm>
              <a:off x="-3424512" y="-1"/>
              <a:ext cx="3208421" cy="685799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7" name="Google Shape;347;p57"/>
            <p:cNvSpPr txBox="1"/>
            <p:nvPr/>
          </p:nvSpPr>
          <p:spPr>
            <a:xfrm>
              <a:off x="-3267122" y="150741"/>
              <a:ext cx="2941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GB" sz="3200" u="none" cap="none" strike="noStrike">
                  <a:solidFill>
                    <a:schemeClr val="accen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Instruction 1: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57"/>
            <p:cNvSpPr txBox="1"/>
            <p:nvPr/>
          </p:nvSpPr>
          <p:spPr>
            <a:xfrm>
              <a:off x="-3267122" y="818147"/>
              <a:ext cx="294176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To underline keyword in title text box, highlight selected word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49" name="Google Shape;349;p5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143860" y="1824108"/>
              <a:ext cx="875152" cy="905001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350" name="Google Shape;350;p57"/>
            <p:cNvSpPr txBox="1"/>
            <p:nvPr/>
          </p:nvSpPr>
          <p:spPr>
            <a:xfrm>
              <a:off x="-3267122" y="2906262"/>
              <a:ext cx="2502568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2. Then go to 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‘Bold’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in the toolbar and then </a:t>
              </a:r>
              <a:b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‘underline’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after.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51" name="Google Shape;351;p57"/>
            <p:cNvPicPr preferRelativeResize="0"/>
            <p:nvPr/>
          </p:nvPicPr>
          <p:blipFill rotWithShape="1">
            <a:blip r:embed="rId3">
              <a:alphaModFix/>
            </a:blip>
            <a:srcRect b="-62788" l="0" r="0" t="-62788"/>
            <a:stretch/>
          </p:blipFill>
          <p:spPr>
            <a:xfrm>
              <a:off x="-3143862" y="4212225"/>
              <a:ext cx="1654280" cy="1614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57"/>
            <p:cNvSpPr/>
            <p:nvPr/>
          </p:nvSpPr>
          <p:spPr>
            <a:xfrm>
              <a:off x="-3095847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53" name="Google Shape;353;p57"/>
            <p:cNvSpPr/>
            <p:nvPr/>
          </p:nvSpPr>
          <p:spPr>
            <a:xfrm>
              <a:off x="-2236570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354" name="Google Shape;354;p57"/>
          <p:cNvSpPr txBox="1"/>
          <p:nvPr/>
        </p:nvSpPr>
        <p:spPr>
          <a:xfrm>
            <a:off x="274320" y="6375028"/>
            <a:ext cx="30289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A7A9A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UNIVERSITY OF UTAH HEALTH</a:t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355" name="Google Shape;355;p57"/>
          <p:cNvGrpSpPr/>
          <p:nvPr/>
        </p:nvGrpSpPr>
        <p:grpSpPr>
          <a:xfrm>
            <a:off x="-3424512" y="-1"/>
            <a:ext cx="3208421" cy="6857999"/>
            <a:chOff x="-3424512" y="-1"/>
            <a:chExt cx="3208421" cy="6857999"/>
          </a:xfrm>
        </p:grpSpPr>
        <p:sp>
          <p:nvSpPr>
            <p:cNvPr id="356" name="Google Shape;356;p57"/>
            <p:cNvSpPr/>
            <p:nvPr/>
          </p:nvSpPr>
          <p:spPr>
            <a:xfrm>
              <a:off x="-3424512" y="-1"/>
              <a:ext cx="3208421" cy="685799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57" name="Google Shape;357;p57"/>
            <p:cNvSpPr txBox="1"/>
            <p:nvPr/>
          </p:nvSpPr>
          <p:spPr>
            <a:xfrm>
              <a:off x="-3267122" y="150741"/>
              <a:ext cx="2941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GB" sz="3200" u="none" cap="none" strike="noStrike">
                  <a:solidFill>
                    <a:schemeClr val="accen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Instruction: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57"/>
            <p:cNvSpPr txBox="1"/>
            <p:nvPr/>
          </p:nvSpPr>
          <p:spPr>
            <a:xfrm>
              <a:off x="-3267122" y="818147"/>
              <a:ext cx="294176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To underline keyword in title text box, highlight selected word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59" name="Google Shape;359;p5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143860" y="1824108"/>
              <a:ext cx="875152" cy="905001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360" name="Google Shape;360;p57"/>
            <p:cNvSpPr txBox="1"/>
            <p:nvPr/>
          </p:nvSpPr>
          <p:spPr>
            <a:xfrm>
              <a:off x="-3267122" y="2906262"/>
              <a:ext cx="2502568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2. Then go to 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‘Bold’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in the toolbar and then </a:t>
              </a:r>
              <a:b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‘underline’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after.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61" name="Google Shape;361;p57"/>
            <p:cNvPicPr preferRelativeResize="0"/>
            <p:nvPr/>
          </p:nvPicPr>
          <p:blipFill rotWithShape="1">
            <a:blip r:embed="rId3">
              <a:alphaModFix/>
            </a:blip>
            <a:srcRect b="-62788" l="0" r="0" t="-62788"/>
            <a:stretch/>
          </p:blipFill>
          <p:spPr>
            <a:xfrm>
              <a:off x="-3143862" y="4212225"/>
              <a:ext cx="1654280" cy="1614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2" name="Google Shape;362;p57"/>
            <p:cNvSpPr/>
            <p:nvPr/>
          </p:nvSpPr>
          <p:spPr>
            <a:xfrm>
              <a:off x="-3095847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63" name="Google Shape;363;p57"/>
            <p:cNvSpPr/>
            <p:nvPr/>
          </p:nvSpPr>
          <p:spPr>
            <a:xfrm>
              <a:off x="-2236570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364" name="Google Shape;364;p57"/>
          <p:cNvSpPr txBox="1"/>
          <p:nvPr>
            <p:ph idx="2" type="body"/>
          </p:nvPr>
        </p:nvSpPr>
        <p:spPr>
          <a:xfrm>
            <a:off x="3886200" y="3950208"/>
            <a:ext cx="5349240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2pPr>
            <a:lvl3pPr indent="-3429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5" name="Google Shape;365;p57"/>
          <p:cNvSpPr txBox="1"/>
          <p:nvPr>
            <p:ph type="title"/>
          </p:nvPr>
        </p:nvSpPr>
        <p:spPr>
          <a:xfrm>
            <a:off x="365760" y="365760"/>
            <a:ext cx="10958513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6" name="Google Shape;366;p57"/>
          <p:cNvSpPr txBox="1"/>
          <p:nvPr>
            <p:ph idx="3" type="body"/>
          </p:nvPr>
        </p:nvSpPr>
        <p:spPr>
          <a:xfrm>
            <a:off x="365760" y="1097280"/>
            <a:ext cx="1095697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7" name="Google Shape;367;p57"/>
          <p:cNvSpPr txBox="1"/>
          <p:nvPr>
            <p:ph idx="4" type="body"/>
          </p:nvPr>
        </p:nvSpPr>
        <p:spPr>
          <a:xfrm>
            <a:off x="274320" y="5943600"/>
            <a:ext cx="10672763" cy="3304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indent="-342900" lvl="1" marL="9144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a Title, Content and Image">
  <p:cSld name="1a Title, Content and Image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9"/>
          <p:cNvSpPr txBox="1"/>
          <p:nvPr>
            <p:ph idx="1" type="body"/>
          </p:nvPr>
        </p:nvSpPr>
        <p:spPr>
          <a:xfrm>
            <a:off x="901700" y="1627632"/>
            <a:ext cx="4489704" cy="4178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 sz="1800"/>
            </a:lvl1pPr>
            <a:lvl2pPr indent="-342900" lvl="1" marL="914400" algn="l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 sz="1800"/>
            </a:lvl2pPr>
            <a:lvl3pPr indent="-342900" lvl="2" marL="1371600" algn="l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42900" lvl="3" marL="1828800" algn="l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 sz="1800"/>
            </a:lvl4pPr>
            <a:lvl5pPr indent="-342900" lvl="4" marL="2286000" algn="l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370" name="Google Shape;370;p59"/>
          <p:cNvGrpSpPr/>
          <p:nvPr/>
        </p:nvGrpSpPr>
        <p:grpSpPr>
          <a:xfrm>
            <a:off x="-3424512" y="-1"/>
            <a:ext cx="3208421" cy="6857999"/>
            <a:chOff x="-3424512" y="-1"/>
            <a:chExt cx="3208421" cy="6857999"/>
          </a:xfrm>
        </p:grpSpPr>
        <p:sp>
          <p:nvSpPr>
            <p:cNvPr id="371" name="Google Shape;371;p59"/>
            <p:cNvSpPr/>
            <p:nvPr/>
          </p:nvSpPr>
          <p:spPr>
            <a:xfrm>
              <a:off x="-3424512" y="-1"/>
              <a:ext cx="3208421" cy="685799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72" name="Google Shape;372;p59"/>
            <p:cNvSpPr txBox="1"/>
            <p:nvPr/>
          </p:nvSpPr>
          <p:spPr>
            <a:xfrm>
              <a:off x="-3267122" y="150741"/>
              <a:ext cx="2941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GB" sz="3200" u="none" cap="none" strike="noStrike">
                  <a:solidFill>
                    <a:schemeClr val="accen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Instruction 1: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59"/>
            <p:cNvSpPr txBox="1"/>
            <p:nvPr/>
          </p:nvSpPr>
          <p:spPr>
            <a:xfrm>
              <a:off x="-3267122" y="818147"/>
              <a:ext cx="294176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To underline keyword in title text box, highlight selected word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74" name="Google Shape;374;p5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143860" y="1824108"/>
              <a:ext cx="875152" cy="905001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375" name="Google Shape;375;p59"/>
            <p:cNvSpPr txBox="1"/>
            <p:nvPr/>
          </p:nvSpPr>
          <p:spPr>
            <a:xfrm>
              <a:off x="-3267122" y="2906262"/>
              <a:ext cx="2502568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2. Then go to 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‘Bold’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in the toolbar and then </a:t>
              </a:r>
              <a:b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‘underline’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after.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76" name="Google Shape;376;p59"/>
            <p:cNvPicPr preferRelativeResize="0"/>
            <p:nvPr/>
          </p:nvPicPr>
          <p:blipFill rotWithShape="1">
            <a:blip r:embed="rId3">
              <a:alphaModFix/>
            </a:blip>
            <a:srcRect b="-62788" l="0" r="0" t="-62788"/>
            <a:stretch/>
          </p:blipFill>
          <p:spPr>
            <a:xfrm>
              <a:off x="-3143862" y="4212225"/>
              <a:ext cx="1654280" cy="1614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7" name="Google Shape;377;p59"/>
            <p:cNvSpPr/>
            <p:nvPr/>
          </p:nvSpPr>
          <p:spPr>
            <a:xfrm>
              <a:off x="-3095847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78" name="Google Shape;378;p59"/>
            <p:cNvSpPr/>
            <p:nvPr/>
          </p:nvSpPr>
          <p:spPr>
            <a:xfrm>
              <a:off x="-2236570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379" name="Google Shape;379;p59"/>
          <p:cNvGrpSpPr/>
          <p:nvPr/>
        </p:nvGrpSpPr>
        <p:grpSpPr>
          <a:xfrm>
            <a:off x="10729913" y="6334847"/>
            <a:ext cx="1126458" cy="295807"/>
            <a:chOff x="6455388" y="4102692"/>
            <a:chExt cx="5543454" cy="1455705"/>
          </a:xfrm>
        </p:grpSpPr>
        <p:sp>
          <p:nvSpPr>
            <p:cNvPr id="380" name="Google Shape;380;p59"/>
            <p:cNvSpPr/>
            <p:nvPr/>
          </p:nvSpPr>
          <p:spPr>
            <a:xfrm>
              <a:off x="8423253" y="4383013"/>
              <a:ext cx="3575494" cy="683609"/>
            </a:xfrm>
            <a:custGeom>
              <a:rect b="b" l="l" r="r" t="t"/>
              <a:pathLst>
                <a:path extrusionOk="0" h="683609" w="3575494">
                  <a:moveTo>
                    <a:pt x="527495" y="0"/>
                  </a:moveTo>
                  <a:lnTo>
                    <a:pt x="527495" y="683133"/>
                  </a:lnTo>
                  <a:lnTo>
                    <a:pt x="399669" y="683133"/>
                  </a:lnTo>
                  <a:lnTo>
                    <a:pt x="399669" y="400622"/>
                  </a:lnTo>
                  <a:lnTo>
                    <a:pt x="125921" y="400622"/>
                  </a:lnTo>
                  <a:lnTo>
                    <a:pt x="125921" y="683228"/>
                  </a:lnTo>
                  <a:lnTo>
                    <a:pt x="0" y="683228"/>
                  </a:lnTo>
                  <a:lnTo>
                    <a:pt x="0" y="0"/>
                  </a:lnTo>
                  <a:lnTo>
                    <a:pt x="125921" y="0"/>
                  </a:lnTo>
                  <a:lnTo>
                    <a:pt x="125921" y="286607"/>
                  </a:lnTo>
                  <a:lnTo>
                    <a:pt x="399574" y="286607"/>
                  </a:lnTo>
                  <a:lnTo>
                    <a:pt x="399574" y="0"/>
                  </a:lnTo>
                  <a:lnTo>
                    <a:pt x="527495" y="0"/>
                  </a:lnTo>
                  <a:close/>
                  <a:moveTo>
                    <a:pt x="715994" y="0"/>
                  </a:moveTo>
                  <a:lnTo>
                    <a:pt x="1138809" y="0"/>
                  </a:lnTo>
                  <a:lnTo>
                    <a:pt x="1138809" y="113062"/>
                  </a:lnTo>
                  <a:lnTo>
                    <a:pt x="841915" y="113062"/>
                  </a:lnTo>
                  <a:lnTo>
                    <a:pt x="841915" y="290989"/>
                  </a:lnTo>
                  <a:lnTo>
                    <a:pt x="1101662" y="290989"/>
                  </a:lnTo>
                  <a:lnTo>
                    <a:pt x="1101662" y="403003"/>
                  </a:lnTo>
                  <a:lnTo>
                    <a:pt x="841915" y="403003"/>
                  </a:lnTo>
                  <a:lnTo>
                    <a:pt x="841915" y="570548"/>
                  </a:lnTo>
                  <a:lnTo>
                    <a:pt x="1148334" y="570548"/>
                  </a:lnTo>
                  <a:lnTo>
                    <a:pt x="1148334" y="683609"/>
                  </a:lnTo>
                  <a:lnTo>
                    <a:pt x="715994" y="683609"/>
                  </a:lnTo>
                  <a:lnTo>
                    <a:pt x="715994" y="0"/>
                  </a:lnTo>
                  <a:close/>
                  <a:moveTo>
                    <a:pt x="1686687" y="517589"/>
                  </a:moveTo>
                  <a:lnTo>
                    <a:pt x="1431893" y="517589"/>
                  </a:lnTo>
                  <a:lnTo>
                    <a:pt x="1369409" y="683228"/>
                  </a:lnTo>
                  <a:lnTo>
                    <a:pt x="1234535" y="683228"/>
                  </a:lnTo>
                  <a:lnTo>
                    <a:pt x="1490377" y="95"/>
                  </a:lnTo>
                  <a:lnTo>
                    <a:pt x="1627251" y="95"/>
                  </a:lnTo>
                  <a:lnTo>
                    <a:pt x="1883092" y="683228"/>
                  </a:lnTo>
                  <a:lnTo>
                    <a:pt x="1749171" y="683228"/>
                  </a:lnTo>
                  <a:lnTo>
                    <a:pt x="1686592" y="517589"/>
                  </a:lnTo>
                  <a:close/>
                  <a:moveTo>
                    <a:pt x="1474470" y="406527"/>
                  </a:moveTo>
                  <a:lnTo>
                    <a:pt x="1645063" y="406527"/>
                  </a:lnTo>
                  <a:lnTo>
                    <a:pt x="1558862" y="145733"/>
                  </a:lnTo>
                  <a:lnTo>
                    <a:pt x="1474565" y="406527"/>
                  </a:lnTo>
                  <a:close/>
                  <a:moveTo>
                    <a:pt x="1995392" y="0"/>
                  </a:moveTo>
                  <a:lnTo>
                    <a:pt x="2121980" y="0"/>
                  </a:lnTo>
                  <a:lnTo>
                    <a:pt x="2121980" y="570167"/>
                  </a:lnTo>
                  <a:lnTo>
                    <a:pt x="2385632" y="570167"/>
                  </a:lnTo>
                  <a:lnTo>
                    <a:pt x="2385632" y="683228"/>
                  </a:lnTo>
                  <a:lnTo>
                    <a:pt x="1995392" y="683228"/>
                  </a:lnTo>
                  <a:lnTo>
                    <a:pt x="1995392" y="0"/>
                  </a:lnTo>
                  <a:close/>
                  <a:moveTo>
                    <a:pt x="2395157" y="0"/>
                  </a:moveTo>
                  <a:lnTo>
                    <a:pt x="2907792" y="0"/>
                  </a:lnTo>
                  <a:lnTo>
                    <a:pt x="2907792" y="116014"/>
                  </a:lnTo>
                  <a:lnTo>
                    <a:pt x="2715863" y="116014"/>
                  </a:lnTo>
                  <a:lnTo>
                    <a:pt x="2715863" y="683228"/>
                  </a:lnTo>
                  <a:lnTo>
                    <a:pt x="2587942" y="683228"/>
                  </a:lnTo>
                  <a:lnTo>
                    <a:pt x="2587942" y="116014"/>
                  </a:lnTo>
                  <a:lnTo>
                    <a:pt x="2395061" y="116014"/>
                  </a:lnTo>
                  <a:lnTo>
                    <a:pt x="2395061" y="0"/>
                  </a:lnTo>
                  <a:close/>
                  <a:moveTo>
                    <a:pt x="3575494" y="0"/>
                  </a:moveTo>
                  <a:lnTo>
                    <a:pt x="3575494" y="683133"/>
                  </a:lnTo>
                  <a:lnTo>
                    <a:pt x="3447764" y="683133"/>
                  </a:lnTo>
                  <a:lnTo>
                    <a:pt x="3447764" y="400622"/>
                  </a:lnTo>
                  <a:lnTo>
                    <a:pt x="3174111" y="400622"/>
                  </a:lnTo>
                  <a:lnTo>
                    <a:pt x="3174111" y="683228"/>
                  </a:lnTo>
                  <a:lnTo>
                    <a:pt x="3048191" y="683228"/>
                  </a:lnTo>
                  <a:lnTo>
                    <a:pt x="3048191" y="0"/>
                  </a:lnTo>
                  <a:lnTo>
                    <a:pt x="3174111" y="0"/>
                  </a:lnTo>
                  <a:lnTo>
                    <a:pt x="3174111" y="286607"/>
                  </a:lnTo>
                  <a:lnTo>
                    <a:pt x="3447764" y="286607"/>
                  </a:lnTo>
                  <a:lnTo>
                    <a:pt x="3447764" y="0"/>
                  </a:lnTo>
                  <a:lnTo>
                    <a:pt x="35754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81" name="Google Shape;381;p59"/>
            <p:cNvSpPr/>
            <p:nvPr/>
          </p:nvSpPr>
          <p:spPr>
            <a:xfrm>
              <a:off x="8418776" y="5302158"/>
              <a:ext cx="3580066" cy="255953"/>
            </a:xfrm>
            <a:custGeom>
              <a:rect b="b" l="l" r="r" t="t"/>
              <a:pathLst>
                <a:path extrusionOk="0" h="255953" w="3580066">
                  <a:moveTo>
                    <a:pt x="146113" y="165847"/>
                  </a:moveTo>
                  <a:lnTo>
                    <a:pt x="146113" y="3065"/>
                  </a:lnTo>
                  <a:lnTo>
                    <a:pt x="184880" y="3065"/>
                  </a:lnTo>
                  <a:lnTo>
                    <a:pt x="184880" y="165847"/>
                  </a:lnTo>
                  <a:cubicBezTo>
                    <a:pt x="185452" y="214996"/>
                    <a:pt x="146113" y="255382"/>
                    <a:pt x="96964" y="255954"/>
                  </a:cubicBezTo>
                  <a:cubicBezTo>
                    <a:pt x="95536" y="255954"/>
                    <a:pt x="94107" y="255954"/>
                    <a:pt x="92583" y="255954"/>
                  </a:cubicBezTo>
                  <a:cubicBezTo>
                    <a:pt x="42672" y="255954"/>
                    <a:pt x="0" y="220521"/>
                    <a:pt x="0" y="165943"/>
                  </a:cubicBezTo>
                  <a:lnTo>
                    <a:pt x="0" y="3160"/>
                  </a:lnTo>
                  <a:lnTo>
                    <a:pt x="39148" y="3160"/>
                  </a:lnTo>
                  <a:lnTo>
                    <a:pt x="39148" y="165943"/>
                  </a:lnTo>
                  <a:cubicBezTo>
                    <a:pt x="39148" y="195470"/>
                    <a:pt x="63151" y="219473"/>
                    <a:pt x="92678" y="219473"/>
                  </a:cubicBezTo>
                  <a:cubicBezTo>
                    <a:pt x="122206" y="219473"/>
                    <a:pt x="146209" y="195470"/>
                    <a:pt x="146209" y="165943"/>
                  </a:cubicBezTo>
                  <a:lnTo>
                    <a:pt x="146113" y="165943"/>
                  </a:lnTo>
                  <a:close/>
                  <a:moveTo>
                    <a:pt x="434435" y="252239"/>
                  </a:moveTo>
                  <a:lnTo>
                    <a:pt x="398621" y="252239"/>
                  </a:lnTo>
                  <a:lnTo>
                    <a:pt x="291560" y="73931"/>
                  </a:lnTo>
                  <a:lnTo>
                    <a:pt x="291560" y="252239"/>
                  </a:lnTo>
                  <a:lnTo>
                    <a:pt x="253460" y="252239"/>
                  </a:lnTo>
                  <a:lnTo>
                    <a:pt x="253460" y="3065"/>
                  </a:lnTo>
                  <a:lnTo>
                    <a:pt x="290417" y="3065"/>
                  </a:lnTo>
                  <a:lnTo>
                    <a:pt x="396335" y="179944"/>
                  </a:lnTo>
                  <a:lnTo>
                    <a:pt x="396335" y="3065"/>
                  </a:lnTo>
                  <a:lnTo>
                    <a:pt x="434435" y="3065"/>
                  </a:lnTo>
                  <a:lnTo>
                    <a:pt x="434435" y="252239"/>
                  </a:lnTo>
                  <a:close/>
                  <a:moveTo>
                    <a:pt x="497014" y="3065"/>
                  </a:moveTo>
                  <a:lnTo>
                    <a:pt x="535114" y="3065"/>
                  </a:lnTo>
                  <a:lnTo>
                    <a:pt x="535114" y="252239"/>
                  </a:lnTo>
                  <a:lnTo>
                    <a:pt x="497014" y="252239"/>
                  </a:lnTo>
                  <a:lnTo>
                    <a:pt x="497014" y="3065"/>
                  </a:lnTo>
                  <a:close/>
                  <a:moveTo>
                    <a:pt x="622935" y="3065"/>
                  </a:moveTo>
                  <a:lnTo>
                    <a:pt x="676180" y="188231"/>
                  </a:lnTo>
                  <a:lnTo>
                    <a:pt x="729710" y="3065"/>
                  </a:lnTo>
                  <a:lnTo>
                    <a:pt x="769525" y="3065"/>
                  </a:lnTo>
                  <a:lnTo>
                    <a:pt x="694372" y="252239"/>
                  </a:lnTo>
                  <a:lnTo>
                    <a:pt x="658558" y="252239"/>
                  </a:lnTo>
                  <a:lnTo>
                    <a:pt x="583025" y="3065"/>
                  </a:lnTo>
                  <a:lnTo>
                    <a:pt x="623125" y="3065"/>
                  </a:lnTo>
                  <a:close/>
                  <a:moveTo>
                    <a:pt x="813911" y="3065"/>
                  </a:moveTo>
                  <a:lnTo>
                    <a:pt x="964025" y="3065"/>
                  </a:lnTo>
                  <a:lnTo>
                    <a:pt x="964025" y="38212"/>
                  </a:lnTo>
                  <a:lnTo>
                    <a:pt x="852297" y="38212"/>
                  </a:lnTo>
                  <a:lnTo>
                    <a:pt x="852297" y="111936"/>
                  </a:lnTo>
                  <a:lnTo>
                    <a:pt x="949928" y="111936"/>
                  </a:lnTo>
                  <a:lnTo>
                    <a:pt x="949928" y="146988"/>
                  </a:lnTo>
                  <a:lnTo>
                    <a:pt x="852297" y="146988"/>
                  </a:lnTo>
                  <a:lnTo>
                    <a:pt x="852297" y="216806"/>
                  </a:lnTo>
                  <a:lnTo>
                    <a:pt x="967645" y="216806"/>
                  </a:lnTo>
                  <a:lnTo>
                    <a:pt x="967645" y="251953"/>
                  </a:lnTo>
                  <a:lnTo>
                    <a:pt x="813911" y="251953"/>
                  </a:lnTo>
                  <a:lnTo>
                    <a:pt x="813911" y="3160"/>
                  </a:lnTo>
                  <a:close/>
                  <a:moveTo>
                    <a:pt x="1200436" y="252239"/>
                  </a:moveTo>
                  <a:lnTo>
                    <a:pt x="1153763" y="252239"/>
                  </a:lnTo>
                  <a:lnTo>
                    <a:pt x="1091565" y="160799"/>
                  </a:lnTo>
                  <a:lnTo>
                    <a:pt x="1064800" y="160799"/>
                  </a:lnTo>
                  <a:lnTo>
                    <a:pt x="1064800" y="252239"/>
                  </a:lnTo>
                  <a:lnTo>
                    <a:pt x="1026128" y="252239"/>
                  </a:lnTo>
                  <a:lnTo>
                    <a:pt x="1026128" y="3065"/>
                  </a:lnTo>
                  <a:lnTo>
                    <a:pt x="1123379" y="3065"/>
                  </a:lnTo>
                  <a:cubicBezTo>
                    <a:pt x="1176909" y="3065"/>
                    <a:pt x="1199483" y="42499"/>
                    <a:pt x="1199483" y="82218"/>
                  </a:cubicBezTo>
                  <a:cubicBezTo>
                    <a:pt x="1199483" y="118794"/>
                    <a:pt x="1181005" y="154227"/>
                    <a:pt x="1135094" y="159180"/>
                  </a:cubicBezTo>
                  <a:lnTo>
                    <a:pt x="1200245" y="252144"/>
                  </a:lnTo>
                  <a:close/>
                  <a:moveTo>
                    <a:pt x="1064895" y="38117"/>
                  </a:moveTo>
                  <a:lnTo>
                    <a:pt x="1064895" y="125271"/>
                  </a:lnTo>
                  <a:lnTo>
                    <a:pt x="1120616" y="125271"/>
                  </a:lnTo>
                  <a:cubicBezTo>
                    <a:pt x="1148524" y="125271"/>
                    <a:pt x="1159669" y="103173"/>
                    <a:pt x="1159669" y="81837"/>
                  </a:cubicBezTo>
                  <a:cubicBezTo>
                    <a:pt x="1159669" y="60501"/>
                    <a:pt x="1148810" y="38022"/>
                    <a:pt x="1121569" y="38022"/>
                  </a:cubicBezTo>
                  <a:lnTo>
                    <a:pt x="1064895" y="38022"/>
                  </a:lnTo>
                  <a:close/>
                  <a:moveTo>
                    <a:pt x="1290256" y="179849"/>
                  </a:moveTo>
                  <a:cubicBezTo>
                    <a:pt x="1291019" y="200137"/>
                    <a:pt x="1310164" y="220711"/>
                    <a:pt x="1339882" y="220711"/>
                  </a:cubicBezTo>
                  <a:cubicBezTo>
                    <a:pt x="1369600" y="220711"/>
                    <a:pt x="1384364" y="204805"/>
                    <a:pt x="1386935" y="186707"/>
                  </a:cubicBezTo>
                  <a:cubicBezTo>
                    <a:pt x="1388364" y="163561"/>
                    <a:pt x="1370648" y="151560"/>
                    <a:pt x="1347502" y="146131"/>
                  </a:cubicBezTo>
                  <a:lnTo>
                    <a:pt x="1315974" y="138225"/>
                  </a:lnTo>
                  <a:cubicBezTo>
                    <a:pt x="1262444" y="123747"/>
                    <a:pt x="1254062" y="93362"/>
                    <a:pt x="1254062" y="71550"/>
                  </a:cubicBezTo>
                  <a:cubicBezTo>
                    <a:pt x="1254062" y="28878"/>
                    <a:pt x="1292162" y="303"/>
                    <a:pt x="1336072" y="303"/>
                  </a:cubicBezTo>
                  <a:cubicBezTo>
                    <a:pt x="1379982" y="303"/>
                    <a:pt x="1417034" y="28878"/>
                    <a:pt x="1417034" y="74026"/>
                  </a:cubicBezTo>
                  <a:lnTo>
                    <a:pt x="1378934" y="74026"/>
                  </a:lnTo>
                  <a:cubicBezTo>
                    <a:pt x="1378934" y="51262"/>
                    <a:pt x="1361218" y="35926"/>
                    <a:pt x="1335500" y="35926"/>
                  </a:cubicBezTo>
                  <a:cubicBezTo>
                    <a:pt x="1312736" y="35926"/>
                    <a:pt x="1292447" y="49642"/>
                    <a:pt x="1292447" y="70312"/>
                  </a:cubicBezTo>
                  <a:cubicBezTo>
                    <a:pt x="1292447" y="79837"/>
                    <a:pt x="1296067" y="95267"/>
                    <a:pt x="1325785" y="102887"/>
                  </a:cubicBezTo>
                  <a:lnTo>
                    <a:pt x="1357598" y="111174"/>
                  </a:lnTo>
                  <a:cubicBezTo>
                    <a:pt x="1407890" y="124604"/>
                    <a:pt x="1428845" y="152798"/>
                    <a:pt x="1424940" y="188517"/>
                  </a:cubicBezTo>
                  <a:cubicBezTo>
                    <a:pt x="1421321" y="227569"/>
                    <a:pt x="1387697" y="255192"/>
                    <a:pt x="1339977" y="255192"/>
                  </a:cubicBezTo>
                  <a:cubicBezTo>
                    <a:pt x="1288256" y="255192"/>
                    <a:pt x="1252156" y="219759"/>
                    <a:pt x="1252156" y="179087"/>
                  </a:cubicBezTo>
                  <a:lnTo>
                    <a:pt x="1290256" y="179754"/>
                  </a:lnTo>
                  <a:close/>
                  <a:moveTo>
                    <a:pt x="1475041" y="2970"/>
                  </a:moveTo>
                  <a:lnTo>
                    <a:pt x="1513141" y="2970"/>
                  </a:lnTo>
                  <a:lnTo>
                    <a:pt x="1513141" y="252144"/>
                  </a:lnTo>
                  <a:lnTo>
                    <a:pt x="1475041" y="252144"/>
                  </a:lnTo>
                  <a:lnTo>
                    <a:pt x="1475041" y="2970"/>
                  </a:lnTo>
                  <a:close/>
                  <a:moveTo>
                    <a:pt x="1557147" y="2970"/>
                  </a:moveTo>
                  <a:lnTo>
                    <a:pt x="1742980" y="2970"/>
                  </a:lnTo>
                  <a:lnTo>
                    <a:pt x="1742980" y="38784"/>
                  </a:lnTo>
                  <a:lnTo>
                    <a:pt x="1669732" y="38784"/>
                  </a:lnTo>
                  <a:lnTo>
                    <a:pt x="1669732" y="252239"/>
                  </a:lnTo>
                  <a:lnTo>
                    <a:pt x="1630680" y="252239"/>
                  </a:lnTo>
                  <a:lnTo>
                    <a:pt x="1630680" y="38879"/>
                  </a:lnTo>
                  <a:lnTo>
                    <a:pt x="1557338" y="38879"/>
                  </a:lnTo>
                  <a:lnTo>
                    <a:pt x="1557338" y="2970"/>
                  </a:lnTo>
                  <a:close/>
                  <a:moveTo>
                    <a:pt x="1861375" y="252144"/>
                  </a:moveTo>
                  <a:lnTo>
                    <a:pt x="1861375" y="137939"/>
                  </a:lnTo>
                  <a:lnTo>
                    <a:pt x="1766221" y="3065"/>
                  </a:lnTo>
                  <a:lnTo>
                    <a:pt x="1812227" y="3065"/>
                  </a:lnTo>
                  <a:lnTo>
                    <a:pt x="1880997" y="102125"/>
                  </a:lnTo>
                  <a:lnTo>
                    <a:pt x="1950434" y="3065"/>
                  </a:lnTo>
                  <a:lnTo>
                    <a:pt x="1996440" y="3065"/>
                  </a:lnTo>
                  <a:lnTo>
                    <a:pt x="1900619" y="138320"/>
                  </a:lnTo>
                  <a:lnTo>
                    <a:pt x="1900619" y="252525"/>
                  </a:lnTo>
                  <a:lnTo>
                    <a:pt x="1861566" y="252144"/>
                  </a:lnTo>
                  <a:close/>
                  <a:moveTo>
                    <a:pt x="2238566" y="17"/>
                  </a:moveTo>
                  <a:cubicBezTo>
                    <a:pt x="2309146" y="-1126"/>
                    <a:pt x="2367248" y="55262"/>
                    <a:pt x="2368391" y="125842"/>
                  </a:cubicBezTo>
                  <a:cubicBezTo>
                    <a:pt x="2369534" y="196423"/>
                    <a:pt x="2313146" y="254525"/>
                    <a:pt x="2242566" y="255668"/>
                  </a:cubicBezTo>
                  <a:cubicBezTo>
                    <a:pt x="2171986" y="256811"/>
                    <a:pt x="2113883" y="200423"/>
                    <a:pt x="2112740" y="129843"/>
                  </a:cubicBezTo>
                  <a:cubicBezTo>
                    <a:pt x="2112740" y="129271"/>
                    <a:pt x="2112740" y="128605"/>
                    <a:pt x="2112740" y="128033"/>
                  </a:cubicBezTo>
                  <a:cubicBezTo>
                    <a:pt x="2111788" y="58310"/>
                    <a:pt x="2167604" y="970"/>
                    <a:pt x="2237327" y="17"/>
                  </a:cubicBezTo>
                  <a:cubicBezTo>
                    <a:pt x="2237708" y="17"/>
                    <a:pt x="2238184" y="17"/>
                    <a:pt x="2238566" y="17"/>
                  </a:cubicBezTo>
                  <a:close/>
                  <a:moveTo>
                    <a:pt x="2238566" y="218140"/>
                  </a:moveTo>
                  <a:cubicBezTo>
                    <a:pt x="2288381" y="219664"/>
                    <a:pt x="2330006" y="180516"/>
                    <a:pt x="2331530" y="130700"/>
                  </a:cubicBezTo>
                  <a:cubicBezTo>
                    <a:pt x="2333054" y="80884"/>
                    <a:pt x="2293906" y="39260"/>
                    <a:pt x="2244090" y="37736"/>
                  </a:cubicBezTo>
                  <a:cubicBezTo>
                    <a:pt x="2194274" y="36212"/>
                    <a:pt x="2152650" y="75360"/>
                    <a:pt x="2151126" y="125176"/>
                  </a:cubicBezTo>
                  <a:cubicBezTo>
                    <a:pt x="2151126" y="126128"/>
                    <a:pt x="2151126" y="127081"/>
                    <a:pt x="2151126" y="128128"/>
                  </a:cubicBezTo>
                  <a:cubicBezTo>
                    <a:pt x="2150078" y="176896"/>
                    <a:pt x="2188750" y="217187"/>
                    <a:pt x="2237423" y="218235"/>
                  </a:cubicBezTo>
                  <a:cubicBezTo>
                    <a:pt x="2237804" y="218235"/>
                    <a:pt x="2238184" y="218235"/>
                    <a:pt x="2238566" y="218235"/>
                  </a:cubicBezTo>
                  <a:lnTo>
                    <a:pt x="2238566" y="218235"/>
                  </a:lnTo>
                  <a:close/>
                  <a:moveTo>
                    <a:pt x="2413349" y="2970"/>
                  </a:moveTo>
                  <a:lnTo>
                    <a:pt x="2561558" y="2970"/>
                  </a:lnTo>
                  <a:lnTo>
                    <a:pt x="2561558" y="38117"/>
                  </a:lnTo>
                  <a:lnTo>
                    <a:pt x="2451640" y="38117"/>
                  </a:lnTo>
                  <a:lnTo>
                    <a:pt x="2451640" y="111841"/>
                  </a:lnTo>
                  <a:lnTo>
                    <a:pt x="2538413" y="111841"/>
                  </a:lnTo>
                  <a:lnTo>
                    <a:pt x="2538413" y="146893"/>
                  </a:lnTo>
                  <a:lnTo>
                    <a:pt x="2451640" y="146893"/>
                  </a:lnTo>
                  <a:lnTo>
                    <a:pt x="2451640" y="251572"/>
                  </a:lnTo>
                  <a:lnTo>
                    <a:pt x="2413540" y="251572"/>
                  </a:lnTo>
                  <a:lnTo>
                    <a:pt x="2413349" y="2970"/>
                  </a:lnTo>
                  <a:close/>
                  <a:moveTo>
                    <a:pt x="2842260" y="165752"/>
                  </a:moveTo>
                  <a:lnTo>
                    <a:pt x="2842260" y="2970"/>
                  </a:lnTo>
                  <a:lnTo>
                    <a:pt x="2881027" y="2970"/>
                  </a:lnTo>
                  <a:lnTo>
                    <a:pt x="2881027" y="165752"/>
                  </a:lnTo>
                  <a:cubicBezTo>
                    <a:pt x="2881598" y="214901"/>
                    <a:pt x="2842260" y="255287"/>
                    <a:pt x="2793111" y="255859"/>
                  </a:cubicBezTo>
                  <a:cubicBezTo>
                    <a:pt x="2791682" y="255859"/>
                    <a:pt x="2790254" y="255859"/>
                    <a:pt x="2788730" y="255859"/>
                  </a:cubicBezTo>
                  <a:cubicBezTo>
                    <a:pt x="2738819" y="255859"/>
                    <a:pt x="2696147" y="220426"/>
                    <a:pt x="2696147" y="165847"/>
                  </a:cubicBezTo>
                  <a:lnTo>
                    <a:pt x="2696147" y="3065"/>
                  </a:lnTo>
                  <a:lnTo>
                    <a:pt x="2735199" y="3065"/>
                  </a:lnTo>
                  <a:lnTo>
                    <a:pt x="2735199" y="165847"/>
                  </a:lnTo>
                  <a:cubicBezTo>
                    <a:pt x="2735199" y="195375"/>
                    <a:pt x="2759202" y="219378"/>
                    <a:pt x="2788730" y="219378"/>
                  </a:cubicBezTo>
                  <a:cubicBezTo>
                    <a:pt x="2818257" y="219378"/>
                    <a:pt x="2842260" y="195375"/>
                    <a:pt x="2842260" y="165847"/>
                  </a:cubicBezTo>
                  <a:close/>
                  <a:moveTo>
                    <a:pt x="2930461" y="2970"/>
                  </a:moveTo>
                  <a:lnTo>
                    <a:pt x="3116390" y="2970"/>
                  </a:lnTo>
                  <a:lnTo>
                    <a:pt x="3116390" y="38784"/>
                  </a:lnTo>
                  <a:lnTo>
                    <a:pt x="3043047" y="38784"/>
                  </a:lnTo>
                  <a:lnTo>
                    <a:pt x="3043047" y="252239"/>
                  </a:lnTo>
                  <a:lnTo>
                    <a:pt x="3003995" y="252239"/>
                  </a:lnTo>
                  <a:lnTo>
                    <a:pt x="3003995" y="38879"/>
                  </a:lnTo>
                  <a:lnTo>
                    <a:pt x="2930652" y="38879"/>
                  </a:lnTo>
                  <a:lnTo>
                    <a:pt x="2930652" y="2970"/>
                  </a:lnTo>
                  <a:close/>
                  <a:moveTo>
                    <a:pt x="3280315" y="190422"/>
                  </a:moveTo>
                  <a:lnTo>
                    <a:pt x="3179826" y="190422"/>
                  </a:lnTo>
                  <a:lnTo>
                    <a:pt x="3155919" y="252715"/>
                  </a:lnTo>
                  <a:lnTo>
                    <a:pt x="3115056" y="252715"/>
                  </a:lnTo>
                  <a:lnTo>
                    <a:pt x="3208782" y="3065"/>
                  </a:lnTo>
                  <a:lnTo>
                    <a:pt x="3250406" y="3065"/>
                  </a:lnTo>
                  <a:lnTo>
                    <a:pt x="3344418" y="252239"/>
                  </a:lnTo>
                  <a:lnTo>
                    <a:pt x="3303937" y="252239"/>
                  </a:lnTo>
                  <a:lnTo>
                    <a:pt x="3280220" y="190422"/>
                  </a:lnTo>
                  <a:close/>
                  <a:moveTo>
                    <a:pt x="3192780" y="156037"/>
                  </a:moveTo>
                  <a:lnTo>
                    <a:pt x="3267266" y="156037"/>
                  </a:lnTo>
                  <a:lnTo>
                    <a:pt x="3230023" y="51357"/>
                  </a:lnTo>
                  <a:lnTo>
                    <a:pt x="3192685" y="156037"/>
                  </a:lnTo>
                  <a:close/>
                  <a:moveTo>
                    <a:pt x="3580066" y="2970"/>
                  </a:moveTo>
                  <a:lnTo>
                    <a:pt x="3580066" y="252144"/>
                  </a:lnTo>
                  <a:lnTo>
                    <a:pt x="3541014" y="252144"/>
                  </a:lnTo>
                  <a:lnTo>
                    <a:pt x="3541014" y="145845"/>
                  </a:lnTo>
                  <a:lnTo>
                    <a:pt x="3428619" y="145845"/>
                  </a:lnTo>
                  <a:lnTo>
                    <a:pt x="3428619" y="252144"/>
                  </a:lnTo>
                  <a:lnTo>
                    <a:pt x="3390519" y="252144"/>
                  </a:lnTo>
                  <a:lnTo>
                    <a:pt x="3390519" y="2970"/>
                  </a:lnTo>
                  <a:lnTo>
                    <a:pt x="3428619" y="2970"/>
                  </a:lnTo>
                  <a:lnTo>
                    <a:pt x="3428619" y="110698"/>
                  </a:lnTo>
                  <a:lnTo>
                    <a:pt x="3541110" y="110698"/>
                  </a:lnTo>
                  <a:lnTo>
                    <a:pt x="3541110" y="2970"/>
                  </a:lnTo>
                  <a:lnTo>
                    <a:pt x="3580066" y="297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grpSp>
          <p:nvGrpSpPr>
            <p:cNvPr id="382" name="Google Shape;382;p59"/>
            <p:cNvGrpSpPr/>
            <p:nvPr/>
          </p:nvGrpSpPr>
          <p:grpSpPr>
            <a:xfrm>
              <a:off x="6455388" y="4102692"/>
              <a:ext cx="1601438" cy="1455705"/>
              <a:chOff x="3324225" y="2700241"/>
              <a:chExt cx="1601438" cy="1455705"/>
            </a:xfrm>
          </p:grpSpPr>
          <p:sp>
            <p:nvSpPr>
              <p:cNvPr id="383" name="Google Shape;383;p59"/>
              <p:cNvSpPr/>
              <p:nvPr/>
            </p:nvSpPr>
            <p:spPr>
              <a:xfrm>
                <a:off x="4540585" y="3230022"/>
                <a:ext cx="239250" cy="787908"/>
              </a:xfrm>
              <a:custGeom>
                <a:rect b="b" l="l" r="r" t="t"/>
                <a:pathLst>
                  <a:path extrusionOk="0" h="787908" w="239250">
                    <a:moveTo>
                      <a:pt x="14270" y="87440"/>
                    </a:moveTo>
                    <a:cubicBezTo>
                      <a:pt x="36273" y="66580"/>
                      <a:pt x="61895" y="37052"/>
                      <a:pt x="91994" y="12954"/>
                    </a:cubicBezTo>
                    <a:moveTo>
                      <a:pt x="239251" y="549307"/>
                    </a:moveTo>
                    <a:lnTo>
                      <a:pt x="239251" y="635603"/>
                    </a:lnTo>
                    <a:lnTo>
                      <a:pt x="85993" y="787908"/>
                    </a:lnTo>
                    <a:cubicBezTo>
                      <a:pt x="-131844" y="356330"/>
                      <a:pt x="118569" y="176879"/>
                      <a:pt x="239251" y="0"/>
                    </a:cubicBezTo>
                    <a:lnTo>
                      <a:pt x="239251" y="201263"/>
                    </a:lnTo>
                    <a:lnTo>
                      <a:pt x="210676" y="173927"/>
                    </a:lnTo>
                    <a:cubicBezTo>
                      <a:pt x="199817" y="163830"/>
                      <a:pt x="182767" y="164402"/>
                      <a:pt x="172576" y="175165"/>
                    </a:cubicBezTo>
                    <a:cubicBezTo>
                      <a:pt x="162098" y="185738"/>
                      <a:pt x="162098" y="202692"/>
                      <a:pt x="172576" y="213265"/>
                    </a:cubicBezTo>
                    <a:lnTo>
                      <a:pt x="239251" y="276511"/>
                    </a:lnTo>
                    <a:lnTo>
                      <a:pt x="239251" y="350234"/>
                    </a:lnTo>
                    <a:lnTo>
                      <a:pt x="101709" y="343757"/>
                    </a:lnTo>
                    <a:cubicBezTo>
                      <a:pt x="86660" y="342995"/>
                      <a:pt x="73897" y="354521"/>
                      <a:pt x="73134" y="369570"/>
                    </a:cubicBezTo>
                    <a:cubicBezTo>
                      <a:pt x="73134" y="369570"/>
                      <a:pt x="73134" y="369570"/>
                      <a:pt x="73134" y="369570"/>
                    </a:cubicBezTo>
                    <a:cubicBezTo>
                      <a:pt x="72087" y="384524"/>
                      <a:pt x="83136" y="397478"/>
                      <a:pt x="98090" y="398717"/>
                    </a:cubicBezTo>
                    <a:lnTo>
                      <a:pt x="239155" y="405289"/>
                    </a:lnTo>
                    <a:lnTo>
                      <a:pt x="239155" y="486728"/>
                    </a:lnTo>
                    <a:lnTo>
                      <a:pt x="89136" y="545973"/>
                    </a:lnTo>
                    <a:cubicBezTo>
                      <a:pt x="74468" y="551783"/>
                      <a:pt x="67324" y="568452"/>
                      <a:pt x="73230" y="583121"/>
                    </a:cubicBezTo>
                    <a:cubicBezTo>
                      <a:pt x="73230" y="583121"/>
                      <a:pt x="73230" y="583121"/>
                      <a:pt x="73230" y="583216"/>
                    </a:cubicBezTo>
                    <a:cubicBezTo>
                      <a:pt x="78468" y="598075"/>
                      <a:pt x="94756" y="605981"/>
                      <a:pt x="109615" y="600742"/>
                    </a:cubicBezTo>
                    <a:cubicBezTo>
                      <a:pt x="109615" y="600742"/>
                      <a:pt x="109615" y="600742"/>
                      <a:pt x="109615" y="600742"/>
                    </a:cubicBezTo>
                    <a:lnTo>
                      <a:pt x="238965" y="548831"/>
                    </a:lnTo>
                    <a:lnTo>
                      <a:pt x="239155" y="5492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384" name="Google Shape;384;p59"/>
              <p:cNvSpPr/>
              <p:nvPr/>
            </p:nvSpPr>
            <p:spPr>
              <a:xfrm>
                <a:off x="3324225" y="2700241"/>
                <a:ext cx="1601438" cy="1455705"/>
              </a:xfrm>
              <a:custGeom>
                <a:rect b="b" l="l" r="r" t="t"/>
                <a:pathLst>
                  <a:path extrusionOk="0" h="1455705" w="1601438">
                    <a:moveTo>
                      <a:pt x="1337977" y="82201"/>
                    </a:moveTo>
                    <a:lnTo>
                      <a:pt x="1377315" y="124206"/>
                    </a:lnTo>
                    <a:cubicBezTo>
                      <a:pt x="1383316" y="131159"/>
                      <a:pt x="1393793" y="131921"/>
                      <a:pt x="1400747" y="126016"/>
                    </a:cubicBezTo>
                    <a:cubicBezTo>
                      <a:pt x="1407414" y="119729"/>
                      <a:pt x="1407795" y="109252"/>
                      <a:pt x="1401509" y="102489"/>
                    </a:cubicBezTo>
                    <a:lnTo>
                      <a:pt x="1356836" y="54864"/>
                    </a:lnTo>
                    <a:cubicBezTo>
                      <a:pt x="1372076" y="34195"/>
                      <a:pt x="1390174" y="15716"/>
                      <a:pt x="1410557" y="0"/>
                    </a:cubicBezTo>
                    <a:lnTo>
                      <a:pt x="1601438" y="0"/>
                    </a:lnTo>
                    <a:lnTo>
                      <a:pt x="1601438" y="437864"/>
                    </a:lnTo>
                    <a:lnTo>
                      <a:pt x="1503331" y="437864"/>
                    </a:lnTo>
                    <a:cubicBezTo>
                      <a:pt x="1522381" y="377190"/>
                      <a:pt x="1516856" y="312134"/>
                      <a:pt x="1463802" y="233553"/>
                    </a:cubicBezTo>
                    <a:cubicBezTo>
                      <a:pt x="1609725" y="598361"/>
                      <a:pt x="853631" y="586835"/>
                      <a:pt x="1180910" y="1435703"/>
                    </a:cubicBezTo>
                    <a:lnTo>
                      <a:pt x="1163765" y="1455706"/>
                    </a:lnTo>
                    <a:lnTo>
                      <a:pt x="437769" y="1455706"/>
                    </a:lnTo>
                    <a:lnTo>
                      <a:pt x="146304" y="1165289"/>
                    </a:lnTo>
                    <a:lnTo>
                      <a:pt x="146304" y="437579"/>
                    </a:lnTo>
                    <a:lnTo>
                      <a:pt x="0" y="437579"/>
                    </a:lnTo>
                    <a:lnTo>
                      <a:pt x="0" y="95"/>
                    </a:lnTo>
                    <a:lnTo>
                      <a:pt x="727901" y="95"/>
                    </a:lnTo>
                    <a:lnTo>
                      <a:pt x="727901" y="437960"/>
                    </a:lnTo>
                    <a:lnTo>
                      <a:pt x="581882" y="437960"/>
                    </a:lnTo>
                    <a:lnTo>
                      <a:pt x="581882" y="1017937"/>
                    </a:lnTo>
                    <a:lnTo>
                      <a:pt x="1019747" y="1017937"/>
                    </a:lnTo>
                    <a:lnTo>
                      <a:pt x="1019747" y="437483"/>
                    </a:lnTo>
                    <a:lnTo>
                      <a:pt x="873728" y="437483"/>
                    </a:lnTo>
                    <a:lnTo>
                      <a:pt x="873728" y="95"/>
                    </a:lnTo>
                    <a:lnTo>
                      <a:pt x="1343025" y="95"/>
                    </a:lnTo>
                    <a:cubicBezTo>
                      <a:pt x="1189768" y="114300"/>
                      <a:pt x="1096232" y="410147"/>
                      <a:pt x="1230535" y="617411"/>
                    </a:cubicBezTo>
                    <a:cubicBezTo>
                      <a:pt x="1252538" y="596551"/>
                      <a:pt x="1278160" y="567023"/>
                      <a:pt x="1308259" y="542925"/>
                    </a:cubicBezTo>
                    <a:cubicBezTo>
                      <a:pt x="1294352" y="519684"/>
                      <a:pt x="1283589" y="494729"/>
                      <a:pt x="1276064" y="468725"/>
                    </a:cubicBezTo>
                    <a:lnTo>
                      <a:pt x="1433417" y="407765"/>
                    </a:lnTo>
                    <a:cubicBezTo>
                      <a:pt x="1442657" y="404336"/>
                      <a:pt x="1447324" y="394049"/>
                      <a:pt x="1443895" y="384810"/>
                    </a:cubicBezTo>
                    <a:cubicBezTo>
                      <a:pt x="1440466" y="375571"/>
                      <a:pt x="1430179" y="370904"/>
                      <a:pt x="1420939" y="374333"/>
                    </a:cubicBezTo>
                    <a:lnTo>
                      <a:pt x="1267778" y="433673"/>
                    </a:lnTo>
                    <a:cubicBezTo>
                      <a:pt x="1261110" y="396621"/>
                      <a:pt x="1259110" y="358807"/>
                      <a:pt x="1261967" y="321278"/>
                    </a:cubicBezTo>
                    <a:lnTo>
                      <a:pt x="1416082" y="316516"/>
                    </a:lnTo>
                    <a:cubicBezTo>
                      <a:pt x="1425797" y="316325"/>
                      <a:pt x="1433513" y="308420"/>
                      <a:pt x="1433417" y="298704"/>
                    </a:cubicBezTo>
                    <a:cubicBezTo>
                      <a:pt x="1433036" y="288989"/>
                      <a:pt x="1424940" y="281464"/>
                      <a:pt x="1415225" y="281750"/>
                    </a:cubicBezTo>
                    <a:lnTo>
                      <a:pt x="1265587" y="286322"/>
                    </a:lnTo>
                    <a:cubicBezTo>
                      <a:pt x="1270159" y="252698"/>
                      <a:pt x="1277874" y="219647"/>
                      <a:pt x="1288542" y="187452"/>
                    </a:cubicBezTo>
                    <a:lnTo>
                      <a:pt x="1394746" y="222314"/>
                    </a:lnTo>
                    <a:cubicBezTo>
                      <a:pt x="1403699" y="225552"/>
                      <a:pt x="1413510" y="220980"/>
                      <a:pt x="1416844" y="212122"/>
                    </a:cubicBezTo>
                    <a:cubicBezTo>
                      <a:pt x="1419797" y="203168"/>
                      <a:pt x="1414939" y="193453"/>
                      <a:pt x="1405985" y="190405"/>
                    </a:cubicBezTo>
                    <a:lnTo>
                      <a:pt x="1300258" y="155639"/>
                    </a:lnTo>
                    <a:cubicBezTo>
                      <a:pt x="1310640" y="130112"/>
                      <a:pt x="1323308" y="105537"/>
                      <a:pt x="1337977" y="82296"/>
                    </a:cubicBezTo>
                    <a:lnTo>
                      <a:pt x="1337977" y="8229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</p:grpSp>
      <p:sp>
        <p:nvSpPr>
          <p:cNvPr id="385" name="Google Shape;385;p59"/>
          <p:cNvSpPr txBox="1"/>
          <p:nvPr/>
        </p:nvSpPr>
        <p:spPr>
          <a:xfrm>
            <a:off x="274320" y="6375028"/>
            <a:ext cx="30289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A7A9A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UNIVERSITY OF UTAH HEALTH</a:t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6" name="Google Shape;386;p59"/>
          <p:cNvSpPr txBox="1"/>
          <p:nvPr>
            <p:ph type="title"/>
          </p:nvPr>
        </p:nvSpPr>
        <p:spPr>
          <a:xfrm>
            <a:off x="365760" y="365760"/>
            <a:ext cx="10958513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7" name="Google Shape;387;p59"/>
          <p:cNvSpPr txBox="1"/>
          <p:nvPr>
            <p:ph idx="2" type="body"/>
          </p:nvPr>
        </p:nvSpPr>
        <p:spPr>
          <a:xfrm>
            <a:off x="365760" y="1095208"/>
            <a:ext cx="1095697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388" name="Google Shape;388;p59"/>
          <p:cNvGrpSpPr/>
          <p:nvPr/>
        </p:nvGrpSpPr>
        <p:grpSpPr>
          <a:xfrm>
            <a:off x="-3424512" y="-1"/>
            <a:ext cx="3208421" cy="6857999"/>
            <a:chOff x="-3424512" y="-1"/>
            <a:chExt cx="3208421" cy="6857999"/>
          </a:xfrm>
        </p:grpSpPr>
        <p:sp>
          <p:nvSpPr>
            <p:cNvPr id="389" name="Google Shape;389;p59"/>
            <p:cNvSpPr/>
            <p:nvPr/>
          </p:nvSpPr>
          <p:spPr>
            <a:xfrm>
              <a:off x="-3424512" y="-1"/>
              <a:ext cx="3208421" cy="685799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90" name="Google Shape;390;p59"/>
            <p:cNvSpPr txBox="1"/>
            <p:nvPr/>
          </p:nvSpPr>
          <p:spPr>
            <a:xfrm>
              <a:off x="-3267122" y="150741"/>
              <a:ext cx="2941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GB" sz="3200" u="none" cap="none" strike="noStrike">
                  <a:solidFill>
                    <a:schemeClr val="accen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Instruction: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59"/>
            <p:cNvSpPr txBox="1"/>
            <p:nvPr/>
          </p:nvSpPr>
          <p:spPr>
            <a:xfrm>
              <a:off x="-3267122" y="818147"/>
              <a:ext cx="294176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To underline keyword in title text box, highlight selected word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92" name="Google Shape;392;p5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143860" y="1824108"/>
              <a:ext cx="875152" cy="905001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393" name="Google Shape;393;p59"/>
            <p:cNvSpPr txBox="1"/>
            <p:nvPr/>
          </p:nvSpPr>
          <p:spPr>
            <a:xfrm>
              <a:off x="-3267122" y="2906262"/>
              <a:ext cx="2502568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2. Then go to 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‘Bold’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in the toolbar and then </a:t>
              </a:r>
              <a:b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‘underline’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after.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94" name="Google Shape;394;p59"/>
            <p:cNvPicPr preferRelativeResize="0"/>
            <p:nvPr/>
          </p:nvPicPr>
          <p:blipFill rotWithShape="1">
            <a:blip r:embed="rId3">
              <a:alphaModFix/>
            </a:blip>
            <a:srcRect b="-62788" l="0" r="0" t="-62788"/>
            <a:stretch/>
          </p:blipFill>
          <p:spPr>
            <a:xfrm>
              <a:off x="-3143862" y="4212225"/>
              <a:ext cx="1654280" cy="1614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59"/>
            <p:cNvSpPr/>
            <p:nvPr/>
          </p:nvSpPr>
          <p:spPr>
            <a:xfrm>
              <a:off x="-3095847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96" name="Google Shape;396;p59"/>
            <p:cNvSpPr/>
            <p:nvPr/>
          </p:nvSpPr>
          <p:spPr>
            <a:xfrm>
              <a:off x="-2236570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397" name="Google Shape;397;p59"/>
          <p:cNvSpPr txBox="1"/>
          <p:nvPr>
            <p:ph idx="3" type="body"/>
          </p:nvPr>
        </p:nvSpPr>
        <p:spPr>
          <a:xfrm>
            <a:off x="274320" y="5943600"/>
            <a:ext cx="10672763" cy="3304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indent="-342900" lvl="1" marL="9144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8" name="Google Shape;398;p59"/>
          <p:cNvSpPr/>
          <p:nvPr>
            <p:ph idx="4" type="pic"/>
          </p:nvPr>
        </p:nvSpPr>
        <p:spPr>
          <a:xfrm>
            <a:off x="6249988" y="1617663"/>
            <a:ext cx="5942012" cy="420923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b Title, Content and Image">
  <p:cSld name="1b Title, Content and Image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0"/>
          <p:cNvSpPr/>
          <p:nvPr>
            <p:ph idx="2" type="pic"/>
          </p:nvPr>
        </p:nvSpPr>
        <p:spPr>
          <a:xfrm>
            <a:off x="0" y="1617663"/>
            <a:ext cx="5942012" cy="420923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401" name="Google Shape;401;p60"/>
          <p:cNvSpPr txBox="1"/>
          <p:nvPr>
            <p:ph idx="1" type="body"/>
          </p:nvPr>
        </p:nvSpPr>
        <p:spPr>
          <a:xfrm>
            <a:off x="6711696" y="1627632"/>
            <a:ext cx="4489704" cy="4178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 sz="1800"/>
            </a:lvl1pPr>
            <a:lvl2pPr indent="-342900" lvl="1" marL="914400" algn="l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 sz="1800"/>
            </a:lvl2pPr>
            <a:lvl3pPr indent="-342900" lvl="2" marL="1371600" algn="l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42900" lvl="3" marL="1828800" algn="l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 sz="1800"/>
            </a:lvl4pPr>
            <a:lvl5pPr indent="-342900" lvl="4" marL="2286000" algn="l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402" name="Google Shape;402;p60"/>
          <p:cNvGrpSpPr/>
          <p:nvPr/>
        </p:nvGrpSpPr>
        <p:grpSpPr>
          <a:xfrm>
            <a:off x="-3424512" y="-1"/>
            <a:ext cx="3208421" cy="6857999"/>
            <a:chOff x="-3424512" y="-1"/>
            <a:chExt cx="3208421" cy="6857999"/>
          </a:xfrm>
        </p:grpSpPr>
        <p:sp>
          <p:nvSpPr>
            <p:cNvPr id="403" name="Google Shape;403;p60"/>
            <p:cNvSpPr/>
            <p:nvPr/>
          </p:nvSpPr>
          <p:spPr>
            <a:xfrm>
              <a:off x="-3424512" y="-1"/>
              <a:ext cx="3208421" cy="685799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04" name="Google Shape;404;p60"/>
            <p:cNvSpPr txBox="1"/>
            <p:nvPr/>
          </p:nvSpPr>
          <p:spPr>
            <a:xfrm>
              <a:off x="-3267122" y="150741"/>
              <a:ext cx="2941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GB" sz="3200" u="none" cap="none" strike="noStrike">
                  <a:solidFill>
                    <a:schemeClr val="accen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Instruction 1: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60"/>
            <p:cNvSpPr txBox="1"/>
            <p:nvPr/>
          </p:nvSpPr>
          <p:spPr>
            <a:xfrm>
              <a:off x="-3267122" y="818147"/>
              <a:ext cx="294176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To underline keyword in title text box, highlight selected word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06" name="Google Shape;406;p6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143860" y="1824108"/>
              <a:ext cx="875152" cy="905001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407" name="Google Shape;407;p60"/>
            <p:cNvSpPr txBox="1"/>
            <p:nvPr/>
          </p:nvSpPr>
          <p:spPr>
            <a:xfrm>
              <a:off x="-3267122" y="2906262"/>
              <a:ext cx="2502568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2. Then go to 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‘Bold’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in the toolbar and then </a:t>
              </a:r>
              <a:b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‘underline’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after.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08" name="Google Shape;408;p60"/>
            <p:cNvPicPr preferRelativeResize="0"/>
            <p:nvPr/>
          </p:nvPicPr>
          <p:blipFill rotWithShape="1">
            <a:blip r:embed="rId3">
              <a:alphaModFix/>
            </a:blip>
            <a:srcRect b="-62788" l="0" r="0" t="-62788"/>
            <a:stretch/>
          </p:blipFill>
          <p:spPr>
            <a:xfrm>
              <a:off x="-3143862" y="4212225"/>
              <a:ext cx="1654280" cy="1614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9" name="Google Shape;409;p60"/>
            <p:cNvSpPr/>
            <p:nvPr/>
          </p:nvSpPr>
          <p:spPr>
            <a:xfrm>
              <a:off x="-3095847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10" name="Google Shape;410;p60"/>
            <p:cNvSpPr/>
            <p:nvPr/>
          </p:nvSpPr>
          <p:spPr>
            <a:xfrm>
              <a:off x="-2236570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411" name="Google Shape;411;p60"/>
          <p:cNvGrpSpPr/>
          <p:nvPr/>
        </p:nvGrpSpPr>
        <p:grpSpPr>
          <a:xfrm>
            <a:off x="10729913" y="6334847"/>
            <a:ext cx="1126458" cy="295807"/>
            <a:chOff x="6455388" y="4102692"/>
            <a:chExt cx="5543454" cy="1455705"/>
          </a:xfrm>
        </p:grpSpPr>
        <p:sp>
          <p:nvSpPr>
            <p:cNvPr id="412" name="Google Shape;412;p60"/>
            <p:cNvSpPr/>
            <p:nvPr/>
          </p:nvSpPr>
          <p:spPr>
            <a:xfrm>
              <a:off x="8423253" y="4383013"/>
              <a:ext cx="3575494" cy="683609"/>
            </a:xfrm>
            <a:custGeom>
              <a:rect b="b" l="l" r="r" t="t"/>
              <a:pathLst>
                <a:path extrusionOk="0" h="683609" w="3575494">
                  <a:moveTo>
                    <a:pt x="527495" y="0"/>
                  </a:moveTo>
                  <a:lnTo>
                    <a:pt x="527495" y="683133"/>
                  </a:lnTo>
                  <a:lnTo>
                    <a:pt x="399669" y="683133"/>
                  </a:lnTo>
                  <a:lnTo>
                    <a:pt x="399669" y="400622"/>
                  </a:lnTo>
                  <a:lnTo>
                    <a:pt x="125921" y="400622"/>
                  </a:lnTo>
                  <a:lnTo>
                    <a:pt x="125921" y="683228"/>
                  </a:lnTo>
                  <a:lnTo>
                    <a:pt x="0" y="683228"/>
                  </a:lnTo>
                  <a:lnTo>
                    <a:pt x="0" y="0"/>
                  </a:lnTo>
                  <a:lnTo>
                    <a:pt x="125921" y="0"/>
                  </a:lnTo>
                  <a:lnTo>
                    <a:pt x="125921" y="286607"/>
                  </a:lnTo>
                  <a:lnTo>
                    <a:pt x="399574" y="286607"/>
                  </a:lnTo>
                  <a:lnTo>
                    <a:pt x="399574" y="0"/>
                  </a:lnTo>
                  <a:lnTo>
                    <a:pt x="527495" y="0"/>
                  </a:lnTo>
                  <a:close/>
                  <a:moveTo>
                    <a:pt x="715994" y="0"/>
                  </a:moveTo>
                  <a:lnTo>
                    <a:pt x="1138809" y="0"/>
                  </a:lnTo>
                  <a:lnTo>
                    <a:pt x="1138809" y="113062"/>
                  </a:lnTo>
                  <a:lnTo>
                    <a:pt x="841915" y="113062"/>
                  </a:lnTo>
                  <a:lnTo>
                    <a:pt x="841915" y="290989"/>
                  </a:lnTo>
                  <a:lnTo>
                    <a:pt x="1101662" y="290989"/>
                  </a:lnTo>
                  <a:lnTo>
                    <a:pt x="1101662" y="403003"/>
                  </a:lnTo>
                  <a:lnTo>
                    <a:pt x="841915" y="403003"/>
                  </a:lnTo>
                  <a:lnTo>
                    <a:pt x="841915" y="570548"/>
                  </a:lnTo>
                  <a:lnTo>
                    <a:pt x="1148334" y="570548"/>
                  </a:lnTo>
                  <a:lnTo>
                    <a:pt x="1148334" y="683609"/>
                  </a:lnTo>
                  <a:lnTo>
                    <a:pt x="715994" y="683609"/>
                  </a:lnTo>
                  <a:lnTo>
                    <a:pt x="715994" y="0"/>
                  </a:lnTo>
                  <a:close/>
                  <a:moveTo>
                    <a:pt x="1686687" y="517589"/>
                  </a:moveTo>
                  <a:lnTo>
                    <a:pt x="1431893" y="517589"/>
                  </a:lnTo>
                  <a:lnTo>
                    <a:pt x="1369409" y="683228"/>
                  </a:lnTo>
                  <a:lnTo>
                    <a:pt x="1234535" y="683228"/>
                  </a:lnTo>
                  <a:lnTo>
                    <a:pt x="1490377" y="95"/>
                  </a:lnTo>
                  <a:lnTo>
                    <a:pt x="1627251" y="95"/>
                  </a:lnTo>
                  <a:lnTo>
                    <a:pt x="1883092" y="683228"/>
                  </a:lnTo>
                  <a:lnTo>
                    <a:pt x="1749171" y="683228"/>
                  </a:lnTo>
                  <a:lnTo>
                    <a:pt x="1686592" y="517589"/>
                  </a:lnTo>
                  <a:close/>
                  <a:moveTo>
                    <a:pt x="1474470" y="406527"/>
                  </a:moveTo>
                  <a:lnTo>
                    <a:pt x="1645063" y="406527"/>
                  </a:lnTo>
                  <a:lnTo>
                    <a:pt x="1558862" y="145733"/>
                  </a:lnTo>
                  <a:lnTo>
                    <a:pt x="1474565" y="406527"/>
                  </a:lnTo>
                  <a:close/>
                  <a:moveTo>
                    <a:pt x="1995392" y="0"/>
                  </a:moveTo>
                  <a:lnTo>
                    <a:pt x="2121980" y="0"/>
                  </a:lnTo>
                  <a:lnTo>
                    <a:pt x="2121980" y="570167"/>
                  </a:lnTo>
                  <a:lnTo>
                    <a:pt x="2385632" y="570167"/>
                  </a:lnTo>
                  <a:lnTo>
                    <a:pt x="2385632" y="683228"/>
                  </a:lnTo>
                  <a:lnTo>
                    <a:pt x="1995392" y="683228"/>
                  </a:lnTo>
                  <a:lnTo>
                    <a:pt x="1995392" y="0"/>
                  </a:lnTo>
                  <a:close/>
                  <a:moveTo>
                    <a:pt x="2395157" y="0"/>
                  </a:moveTo>
                  <a:lnTo>
                    <a:pt x="2907792" y="0"/>
                  </a:lnTo>
                  <a:lnTo>
                    <a:pt x="2907792" y="116014"/>
                  </a:lnTo>
                  <a:lnTo>
                    <a:pt x="2715863" y="116014"/>
                  </a:lnTo>
                  <a:lnTo>
                    <a:pt x="2715863" y="683228"/>
                  </a:lnTo>
                  <a:lnTo>
                    <a:pt x="2587942" y="683228"/>
                  </a:lnTo>
                  <a:lnTo>
                    <a:pt x="2587942" y="116014"/>
                  </a:lnTo>
                  <a:lnTo>
                    <a:pt x="2395061" y="116014"/>
                  </a:lnTo>
                  <a:lnTo>
                    <a:pt x="2395061" y="0"/>
                  </a:lnTo>
                  <a:close/>
                  <a:moveTo>
                    <a:pt x="3575494" y="0"/>
                  </a:moveTo>
                  <a:lnTo>
                    <a:pt x="3575494" y="683133"/>
                  </a:lnTo>
                  <a:lnTo>
                    <a:pt x="3447764" y="683133"/>
                  </a:lnTo>
                  <a:lnTo>
                    <a:pt x="3447764" y="400622"/>
                  </a:lnTo>
                  <a:lnTo>
                    <a:pt x="3174111" y="400622"/>
                  </a:lnTo>
                  <a:lnTo>
                    <a:pt x="3174111" y="683228"/>
                  </a:lnTo>
                  <a:lnTo>
                    <a:pt x="3048191" y="683228"/>
                  </a:lnTo>
                  <a:lnTo>
                    <a:pt x="3048191" y="0"/>
                  </a:lnTo>
                  <a:lnTo>
                    <a:pt x="3174111" y="0"/>
                  </a:lnTo>
                  <a:lnTo>
                    <a:pt x="3174111" y="286607"/>
                  </a:lnTo>
                  <a:lnTo>
                    <a:pt x="3447764" y="286607"/>
                  </a:lnTo>
                  <a:lnTo>
                    <a:pt x="3447764" y="0"/>
                  </a:lnTo>
                  <a:lnTo>
                    <a:pt x="35754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13" name="Google Shape;413;p60"/>
            <p:cNvSpPr/>
            <p:nvPr/>
          </p:nvSpPr>
          <p:spPr>
            <a:xfrm>
              <a:off x="8418776" y="5302158"/>
              <a:ext cx="3580066" cy="255953"/>
            </a:xfrm>
            <a:custGeom>
              <a:rect b="b" l="l" r="r" t="t"/>
              <a:pathLst>
                <a:path extrusionOk="0" h="255953" w="3580066">
                  <a:moveTo>
                    <a:pt x="146113" y="165847"/>
                  </a:moveTo>
                  <a:lnTo>
                    <a:pt x="146113" y="3065"/>
                  </a:lnTo>
                  <a:lnTo>
                    <a:pt x="184880" y="3065"/>
                  </a:lnTo>
                  <a:lnTo>
                    <a:pt x="184880" y="165847"/>
                  </a:lnTo>
                  <a:cubicBezTo>
                    <a:pt x="185452" y="214996"/>
                    <a:pt x="146113" y="255382"/>
                    <a:pt x="96964" y="255954"/>
                  </a:cubicBezTo>
                  <a:cubicBezTo>
                    <a:pt x="95536" y="255954"/>
                    <a:pt x="94107" y="255954"/>
                    <a:pt x="92583" y="255954"/>
                  </a:cubicBezTo>
                  <a:cubicBezTo>
                    <a:pt x="42672" y="255954"/>
                    <a:pt x="0" y="220521"/>
                    <a:pt x="0" y="165943"/>
                  </a:cubicBezTo>
                  <a:lnTo>
                    <a:pt x="0" y="3160"/>
                  </a:lnTo>
                  <a:lnTo>
                    <a:pt x="39148" y="3160"/>
                  </a:lnTo>
                  <a:lnTo>
                    <a:pt x="39148" y="165943"/>
                  </a:lnTo>
                  <a:cubicBezTo>
                    <a:pt x="39148" y="195470"/>
                    <a:pt x="63151" y="219473"/>
                    <a:pt x="92678" y="219473"/>
                  </a:cubicBezTo>
                  <a:cubicBezTo>
                    <a:pt x="122206" y="219473"/>
                    <a:pt x="146209" y="195470"/>
                    <a:pt x="146209" y="165943"/>
                  </a:cubicBezTo>
                  <a:lnTo>
                    <a:pt x="146113" y="165943"/>
                  </a:lnTo>
                  <a:close/>
                  <a:moveTo>
                    <a:pt x="434435" y="252239"/>
                  </a:moveTo>
                  <a:lnTo>
                    <a:pt x="398621" y="252239"/>
                  </a:lnTo>
                  <a:lnTo>
                    <a:pt x="291560" y="73931"/>
                  </a:lnTo>
                  <a:lnTo>
                    <a:pt x="291560" y="252239"/>
                  </a:lnTo>
                  <a:lnTo>
                    <a:pt x="253460" y="252239"/>
                  </a:lnTo>
                  <a:lnTo>
                    <a:pt x="253460" y="3065"/>
                  </a:lnTo>
                  <a:lnTo>
                    <a:pt x="290417" y="3065"/>
                  </a:lnTo>
                  <a:lnTo>
                    <a:pt x="396335" y="179944"/>
                  </a:lnTo>
                  <a:lnTo>
                    <a:pt x="396335" y="3065"/>
                  </a:lnTo>
                  <a:lnTo>
                    <a:pt x="434435" y="3065"/>
                  </a:lnTo>
                  <a:lnTo>
                    <a:pt x="434435" y="252239"/>
                  </a:lnTo>
                  <a:close/>
                  <a:moveTo>
                    <a:pt x="497014" y="3065"/>
                  </a:moveTo>
                  <a:lnTo>
                    <a:pt x="535114" y="3065"/>
                  </a:lnTo>
                  <a:lnTo>
                    <a:pt x="535114" y="252239"/>
                  </a:lnTo>
                  <a:lnTo>
                    <a:pt x="497014" y="252239"/>
                  </a:lnTo>
                  <a:lnTo>
                    <a:pt x="497014" y="3065"/>
                  </a:lnTo>
                  <a:close/>
                  <a:moveTo>
                    <a:pt x="622935" y="3065"/>
                  </a:moveTo>
                  <a:lnTo>
                    <a:pt x="676180" y="188231"/>
                  </a:lnTo>
                  <a:lnTo>
                    <a:pt x="729710" y="3065"/>
                  </a:lnTo>
                  <a:lnTo>
                    <a:pt x="769525" y="3065"/>
                  </a:lnTo>
                  <a:lnTo>
                    <a:pt x="694372" y="252239"/>
                  </a:lnTo>
                  <a:lnTo>
                    <a:pt x="658558" y="252239"/>
                  </a:lnTo>
                  <a:lnTo>
                    <a:pt x="583025" y="3065"/>
                  </a:lnTo>
                  <a:lnTo>
                    <a:pt x="623125" y="3065"/>
                  </a:lnTo>
                  <a:close/>
                  <a:moveTo>
                    <a:pt x="813911" y="3065"/>
                  </a:moveTo>
                  <a:lnTo>
                    <a:pt x="964025" y="3065"/>
                  </a:lnTo>
                  <a:lnTo>
                    <a:pt x="964025" y="38212"/>
                  </a:lnTo>
                  <a:lnTo>
                    <a:pt x="852297" y="38212"/>
                  </a:lnTo>
                  <a:lnTo>
                    <a:pt x="852297" y="111936"/>
                  </a:lnTo>
                  <a:lnTo>
                    <a:pt x="949928" y="111936"/>
                  </a:lnTo>
                  <a:lnTo>
                    <a:pt x="949928" y="146988"/>
                  </a:lnTo>
                  <a:lnTo>
                    <a:pt x="852297" y="146988"/>
                  </a:lnTo>
                  <a:lnTo>
                    <a:pt x="852297" y="216806"/>
                  </a:lnTo>
                  <a:lnTo>
                    <a:pt x="967645" y="216806"/>
                  </a:lnTo>
                  <a:lnTo>
                    <a:pt x="967645" y="251953"/>
                  </a:lnTo>
                  <a:lnTo>
                    <a:pt x="813911" y="251953"/>
                  </a:lnTo>
                  <a:lnTo>
                    <a:pt x="813911" y="3160"/>
                  </a:lnTo>
                  <a:close/>
                  <a:moveTo>
                    <a:pt x="1200436" y="252239"/>
                  </a:moveTo>
                  <a:lnTo>
                    <a:pt x="1153763" y="252239"/>
                  </a:lnTo>
                  <a:lnTo>
                    <a:pt x="1091565" y="160799"/>
                  </a:lnTo>
                  <a:lnTo>
                    <a:pt x="1064800" y="160799"/>
                  </a:lnTo>
                  <a:lnTo>
                    <a:pt x="1064800" y="252239"/>
                  </a:lnTo>
                  <a:lnTo>
                    <a:pt x="1026128" y="252239"/>
                  </a:lnTo>
                  <a:lnTo>
                    <a:pt x="1026128" y="3065"/>
                  </a:lnTo>
                  <a:lnTo>
                    <a:pt x="1123379" y="3065"/>
                  </a:lnTo>
                  <a:cubicBezTo>
                    <a:pt x="1176909" y="3065"/>
                    <a:pt x="1199483" y="42499"/>
                    <a:pt x="1199483" y="82218"/>
                  </a:cubicBezTo>
                  <a:cubicBezTo>
                    <a:pt x="1199483" y="118794"/>
                    <a:pt x="1181005" y="154227"/>
                    <a:pt x="1135094" y="159180"/>
                  </a:cubicBezTo>
                  <a:lnTo>
                    <a:pt x="1200245" y="252144"/>
                  </a:lnTo>
                  <a:close/>
                  <a:moveTo>
                    <a:pt x="1064895" y="38117"/>
                  </a:moveTo>
                  <a:lnTo>
                    <a:pt x="1064895" y="125271"/>
                  </a:lnTo>
                  <a:lnTo>
                    <a:pt x="1120616" y="125271"/>
                  </a:lnTo>
                  <a:cubicBezTo>
                    <a:pt x="1148524" y="125271"/>
                    <a:pt x="1159669" y="103173"/>
                    <a:pt x="1159669" y="81837"/>
                  </a:cubicBezTo>
                  <a:cubicBezTo>
                    <a:pt x="1159669" y="60501"/>
                    <a:pt x="1148810" y="38022"/>
                    <a:pt x="1121569" y="38022"/>
                  </a:cubicBezTo>
                  <a:lnTo>
                    <a:pt x="1064895" y="38022"/>
                  </a:lnTo>
                  <a:close/>
                  <a:moveTo>
                    <a:pt x="1290256" y="179849"/>
                  </a:moveTo>
                  <a:cubicBezTo>
                    <a:pt x="1291019" y="200137"/>
                    <a:pt x="1310164" y="220711"/>
                    <a:pt x="1339882" y="220711"/>
                  </a:cubicBezTo>
                  <a:cubicBezTo>
                    <a:pt x="1369600" y="220711"/>
                    <a:pt x="1384364" y="204805"/>
                    <a:pt x="1386935" y="186707"/>
                  </a:cubicBezTo>
                  <a:cubicBezTo>
                    <a:pt x="1388364" y="163561"/>
                    <a:pt x="1370648" y="151560"/>
                    <a:pt x="1347502" y="146131"/>
                  </a:cubicBezTo>
                  <a:lnTo>
                    <a:pt x="1315974" y="138225"/>
                  </a:lnTo>
                  <a:cubicBezTo>
                    <a:pt x="1262444" y="123747"/>
                    <a:pt x="1254062" y="93362"/>
                    <a:pt x="1254062" y="71550"/>
                  </a:cubicBezTo>
                  <a:cubicBezTo>
                    <a:pt x="1254062" y="28878"/>
                    <a:pt x="1292162" y="303"/>
                    <a:pt x="1336072" y="303"/>
                  </a:cubicBezTo>
                  <a:cubicBezTo>
                    <a:pt x="1379982" y="303"/>
                    <a:pt x="1417034" y="28878"/>
                    <a:pt x="1417034" y="74026"/>
                  </a:cubicBezTo>
                  <a:lnTo>
                    <a:pt x="1378934" y="74026"/>
                  </a:lnTo>
                  <a:cubicBezTo>
                    <a:pt x="1378934" y="51262"/>
                    <a:pt x="1361218" y="35926"/>
                    <a:pt x="1335500" y="35926"/>
                  </a:cubicBezTo>
                  <a:cubicBezTo>
                    <a:pt x="1312736" y="35926"/>
                    <a:pt x="1292447" y="49642"/>
                    <a:pt x="1292447" y="70312"/>
                  </a:cubicBezTo>
                  <a:cubicBezTo>
                    <a:pt x="1292447" y="79837"/>
                    <a:pt x="1296067" y="95267"/>
                    <a:pt x="1325785" y="102887"/>
                  </a:cubicBezTo>
                  <a:lnTo>
                    <a:pt x="1357598" y="111174"/>
                  </a:lnTo>
                  <a:cubicBezTo>
                    <a:pt x="1407890" y="124604"/>
                    <a:pt x="1428845" y="152798"/>
                    <a:pt x="1424940" y="188517"/>
                  </a:cubicBezTo>
                  <a:cubicBezTo>
                    <a:pt x="1421321" y="227569"/>
                    <a:pt x="1387697" y="255192"/>
                    <a:pt x="1339977" y="255192"/>
                  </a:cubicBezTo>
                  <a:cubicBezTo>
                    <a:pt x="1288256" y="255192"/>
                    <a:pt x="1252156" y="219759"/>
                    <a:pt x="1252156" y="179087"/>
                  </a:cubicBezTo>
                  <a:lnTo>
                    <a:pt x="1290256" y="179754"/>
                  </a:lnTo>
                  <a:close/>
                  <a:moveTo>
                    <a:pt x="1475041" y="2970"/>
                  </a:moveTo>
                  <a:lnTo>
                    <a:pt x="1513141" y="2970"/>
                  </a:lnTo>
                  <a:lnTo>
                    <a:pt x="1513141" y="252144"/>
                  </a:lnTo>
                  <a:lnTo>
                    <a:pt x="1475041" y="252144"/>
                  </a:lnTo>
                  <a:lnTo>
                    <a:pt x="1475041" y="2970"/>
                  </a:lnTo>
                  <a:close/>
                  <a:moveTo>
                    <a:pt x="1557147" y="2970"/>
                  </a:moveTo>
                  <a:lnTo>
                    <a:pt x="1742980" y="2970"/>
                  </a:lnTo>
                  <a:lnTo>
                    <a:pt x="1742980" y="38784"/>
                  </a:lnTo>
                  <a:lnTo>
                    <a:pt x="1669732" y="38784"/>
                  </a:lnTo>
                  <a:lnTo>
                    <a:pt x="1669732" y="252239"/>
                  </a:lnTo>
                  <a:lnTo>
                    <a:pt x="1630680" y="252239"/>
                  </a:lnTo>
                  <a:lnTo>
                    <a:pt x="1630680" y="38879"/>
                  </a:lnTo>
                  <a:lnTo>
                    <a:pt x="1557338" y="38879"/>
                  </a:lnTo>
                  <a:lnTo>
                    <a:pt x="1557338" y="2970"/>
                  </a:lnTo>
                  <a:close/>
                  <a:moveTo>
                    <a:pt x="1861375" y="252144"/>
                  </a:moveTo>
                  <a:lnTo>
                    <a:pt x="1861375" y="137939"/>
                  </a:lnTo>
                  <a:lnTo>
                    <a:pt x="1766221" y="3065"/>
                  </a:lnTo>
                  <a:lnTo>
                    <a:pt x="1812227" y="3065"/>
                  </a:lnTo>
                  <a:lnTo>
                    <a:pt x="1880997" y="102125"/>
                  </a:lnTo>
                  <a:lnTo>
                    <a:pt x="1950434" y="3065"/>
                  </a:lnTo>
                  <a:lnTo>
                    <a:pt x="1996440" y="3065"/>
                  </a:lnTo>
                  <a:lnTo>
                    <a:pt x="1900619" y="138320"/>
                  </a:lnTo>
                  <a:lnTo>
                    <a:pt x="1900619" y="252525"/>
                  </a:lnTo>
                  <a:lnTo>
                    <a:pt x="1861566" y="252144"/>
                  </a:lnTo>
                  <a:close/>
                  <a:moveTo>
                    <a:pt x="2238566" y="17"/>
                  </a:moveTo>
                  <a:cubicBezTo>
                    <a:pt x="2309146" y="-1126"/>
                    <a:pt x="2367248" y="55262"/>
                    <a:pt x="2368391" y="125842"/>
                  </a:cubicBezTo>
                  <a:cubicBezTo>
                    <a:pt x="2369534" y="196423"/>
                    <a:pt x="2313146" y="254525"/>
                    <a:pt x="2242566" y="255668"/>
                  </a:cubicBezTo>
                  <a:cubicBezTo>
                    <a:pt x="2171986" y="256811"/>
                    <a:pt x="2113883" y="200423"/>
                    <a:pt x="2112740" y="129843"/>
                  </a:cubicBezTo>
                  <a:cubicBezTo>
                    <a:pt x="2112740" y="129271"/>
                    <a:pt x="2112740" y="128605"/>
                    <a:pt x="2112740" y="128033"/>
                  </a:cubicBezTo>
                  <a:cubicBezTo>
                    <a:pt x="2111788" y="58310"/>
                    <a:pt x="2167604" y="970"/>
                    <a:pt x="2237327" y="17"/>
                  </a:cubicBezTo>
                  <a:cubicBezTo>
                    <a:pt x="2237708" y="17"/>
                    <a:pt x="2238184" y="17"/>
                    <a:pt x="2238566" y="17"/>
                  </a:cubicBezTo>
                  <a:close/>
                  <a:moveTo>
                    <a:pt x="2238566" y="218140"/>
                  </a:moveTo>
                  <a:cubicBezTo>
                    <a:pt x="2288381" y="219664"/>
                    <a:pt x="2330006" y="180516"/>
                    <a:pt x="2331530" y="130700"/>
                  </a:cubicBezTo>
                  <a:cubicBezTo>
                    <a:pt x="2333054" y="80884"/>
                    <a:pt x="2293906" y="39260"/>
                    <a:pt x="2244090" y="37736"/>
                  </a:cubicBezTo>
                  <a:cubicBezTo>
                    <a:pt x="2194274" y="36212"/>
                    <a:pt x="2152650" y="75360"/>
                    <a:pt x="2151126" y="125176"/>
                  </a:cubicBezTo>
                  <a:cubicBezTo>
                    <a:pt x="2151126" y="126128"/>
                    <a:pt x="2151126" y="127081"/>
                    <a:pt x="2151126" y="128128"/>
                  </a:cubicBezTo>
                  <a:cubicBezTo>
                    <a:pt x="2150078" y="176896"/>
                    <a:pt x="2188750" y="217187"/>
                    <a:pt x="2237423" y="218235"/>
                  </a:cubicBezTo>
                  <a:cubicBezTo>
                    <a:pt x="2237804" y="218235"/>
                    <a:pt x="2238184" y="218235"/>
                    <a:pt x="2238566" y="218235"/>
                  </a:cubicBezTo>
                  <a:lnTo>
                    <a:pt x="2238566" y="218235"/>
                  </a:lnTo>
                  <a:close/>
                  <a:moveTo>
                    <a:pt x="2413349" y="2970"/>
                  </a:moveTo>
                  <a:lnTo>
                    <a:pt x="2561558" y="2970"/>
                  </a:lnTo>
                  <a:lnTo>
                    <a:pt x="2561558" y="38117"/>
                  </a:lnTo>
                  <a:lnTo>
                    <a:pt x="2451640" y="38117"/>
                  </a:lnTo>
                  <a:lnTo>
                    <a:pt x="2451640" y="111841"/>
                  </a:lnTo>
                  <a:lnTo>
                    <a:pt x="2538413" y="111841"/>
                  </a:lnTo>
                  <a:lnTo>
                    <a:pt x="2538413" y="146893"/>
                  </a:lnTo>
                  <a:lnTo>
                    <a:pt x="2451640" y="146893"/>
                  </a:lnTo>
                  <a:lnTo>
                    <a:pt x="2451640" y="251572"/>
                  </a:lnTo>
                  <a:lnTo>
                    <a:pt x="2413540" y="251572"/>
                  </a:lnTo>
                  <a:lnTo>
                    <a:pt x="2413349" y="2970"/>
                  </a:lnTo>
                  <a:close/>
                  <a:moveTo>
                    <a:pt x="2842260" y="165752"/>
                  </a:moveTo>
                  <a:lnTo>
                    <a:pt x="2842260" y="2970"/>
                  </a:lnTo>
                  <a:lnTo>
                    <a:pt x="2881027" y="2970"/>
                  </a:lnTo>
                  <a:lnTo>
                    <a:pt x="2881027" y="165752"/>
                  </a:lnTo>
                  <a:cubicBezTo>
                    <a:pt x="2881598" y="214901"/>
                    <a:pt x="2842260" y="255287"/>
                    <a:pt x="2793111" y="255859"/>
                  </a:cubicBezTo>
                  <a:cubicBezTo>
                    <a:pt x="2791682" y="255859"/>
                    <a:pt x="2790254" y="255859"/>
                    <a:pt x="2788730" y="255859"/>
                  </a:cubicBezTo>
                  <a:cubicBezTo>
                    <a:pt x="2738819" y="255859"/>
                    <a:pt x="2696147" y="220426"/>
                    <a:pt x="2696147" y="165847"/>
                  </a:cubicBezTo>
                  <a:lnTo>
                    <a:pt x="2696147" y="3065"/>
                  </a:lnTo>
                  <a:lnTo>
                    <a:pt x="2735199" y="3065"/>
                  </a:lnTo>
                  <a:lnTo>
                    <a:pt x="2735199" y="165847"/>
                  </a:lnTo>
                  <a:cubicBezTo>
                    <a:pt x="2735199" y="195375"/>
                    <a:pt x="2759202" y="219378"/>
                    <a:pt x="2788730" y="219378"/>
                  </a:cubicBezTo>
                  <a:cubicBezTo>
                    <a:pt x="2818257" y="219378"/>
                    <a:pt x="2842260" y="195375"/>
                    <a:pt x="2842260" y="165847"/>
                  </a:cubicBezTo>
                  <a:close/>
                  <a:moveTo>
                    <a:pt x="2930461" y="2970"/>
                  </a:moveTo>
                  <a:lnTo>
                    <a:pt x="3116390" y="2970"/>
                  </a:lnTo>
                  <a:lnTo>
                    <a:pt x="3116390" y="38784"/>
                  </a:lnTo>
                  <a:lnTo>
                    <a:pt x="3043047" y="38784"/>
                  </a:lnTo>
                  <a:lnTo>
                    <a:pt x="3043047" y="252239"/>
                  </a:lnTo>
                  <a:lnTo>
                    <a:pt x="3003995" y="252239"/>
                  </a:lnTo>
                  <a:lnTo>
                    <a:pt x="3003995" y="38879"/>
                  </a:lnTo>
                  <a:lnTo>
                    <a:pt x="2930652" y="38879"/>
                  </a:lnTo>
                  <a:lnTo>
                    <a:pt x="2930652" y="2970"/>
                  </a:lnTo>
                  <a:close/>
                  <a:moveTo>
                    <a:pt x="3280315" y="190422"/>
                  </a:moveTo>
                  <a:lnTo>
                    <a:pt x="3179826" y="190422"/>
                  </a:lnTo>
                  <a:lnTo>
                    <a:pt x="3155919" y="252715"/>
                  </a:lnTo>
                  <a:lnTo>
                    <a:pt x="3115056" y="252715"/>
                  </a:lnTo>
                  <a:lnTo>
                    <a:pt x="3208782" y="3065"/>
                  </a:lnTo>
                  <a:lnTo>
                    <a:pt x="3250406" y="3065"/>
                  </a:lnTo>
                  <a:lnTo>
                    <a:pt x="3344418" y="252239"/>
                  </a:lnTo>
                  <a:lnTo>
                    <a:pt x="3303937" y="252239"/>
                  </a:lnTo>
                  <a:lnTo>
                    <a:pt x="3280220" y="190422"/>
                  </a:lnTo>
                  <a:close/>
                  <a:moveTo>
                    <a:pt x="3192780" y="156037"/>
                  </a:moveTo>
                  <a:lnTo>
                    <a:pt x="3267266" y="156037"/>
                  </a:lnTo>
                  <a:lnTo>
                    <a:pt x="3230023" y="51357"/>
                  </a:lnTo>
                  <a:lnTo>
                    <a:pt x="3192685" y="156037"/>
                  </a:lnTo>
                  <a:close/>
                  <a:moveTo>
                    <a:pt x="3580066" y="2970"/>
                  </a:moveTo>
                  <a:lnTo>
                    <a:pt x="3580066" y="252144"/>
                  </a:lnTo>
                  <a:lnTo>
                    <a:pt x="3541014" y="252144"/>
                  </a:lnTo>
                  <a:lnTo>
                    <a:pt x="3541014" y="145845"/>
                  </a:lnTo>
                  <a:lnTo>
                    <a:pt x="3428619" y="145845"/>
                  </a:lnTo>
                  <a:lnTo>
                    <a:pt x="3428619" y="252144"/>
                  </a:lnTo>
                  <a:lnTo>
                    <a:pt x="3390519" y="252144"/>
                  </a:lnTo>
                  <a:lnTo>
                    <a:pt x="3390519" y="2970"/>
                  </a:lnTo>
                  <a:lnTo>
                    <a:pt x="3428619" y="2970"/>
                  </a:lnTo>
                  <a:lnTo>
                    <a:pt x="3428619" y="110698"/>
                  </a:lnTo>
                  <a:lnTo>
                    <a:pt x="3541110" y="110698"/>
                  </a:lnTo>
                  <a:lnTo>
                    <a:pt x="3541110" y="2970"/>
                  </a:lnTo>
                  <a:lnTo>
                    <a:pt x="3580066" y="297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grpSp>
          <p:nvGrpSpPr>
            <p:cNvPr id="414" name="Google Shape;414;p60"/>
            <p:cNvGrpSpPr/>
            <p:nvPr/>
          </p:nvGrpSpPr>
          <p:grpSpPr>
            <a:xfrm>
              <a:off x="6455388" y="4102692"/>
              <a:ext cx="1601438" cy="1455705"/>
              <a:chOff x="3324225" y="2700241"/>
              <a:chExt cx="1601438" cy="1455705"/>
            </a:xfrm>
          </p:grpSpPr>
          <p:sp>
            <p:nvSpPr>
              <p:cNvPr id="415" name="Google Shape;415;p60"/>
              <p:cNvSpPr/>
              <p:nvPr/>
            </p:nvSpPr>
            <p:spPr>
              <a:xfrm>
                <a:off x="4540585" y="3230022"/>
                <a:ext cx="239250" cy="787908"/>
              </a:xfrm>
              <a:custGeom>
                <a:rect b="b" l="l" r="r" t="t"/>
                <a:pathLst>
                  <a:path extrusionOk="0" h="787908" w="239250">
                    <a:moveTo>
                      <a:pt x="14270" y="87440"/>
                    </a:moveTo>
                    <a:cubicBezTo>
                      <a:pt x="36273" y="66580"/>
                      <a:pt x="61895" y="37052"/>
                      <a:pt x="91994" y="12954"/>
                    </a:cubicBezTo>
                    <a:moveTo>
                      <a:pt x="239251" y="549307"/>
                    </a:moveTo>
                    <a:lnTo>
                      <a:pt x="239251" y="635603"/>
                    </a:lnTo>
                    <a:lnTo>
                      <a:pt x="85993" y="787908"/>
                    </a:lnTo>
                    <a:cubicBezTo>
                      <a:pt x="-131844" y="356330"/>
                      <a:pt x="118569" y="176879"/>
                      <a:pt x="239251" y="0"/>
                    </a:cubicBezTo>
                    <a:lnTo>
                      <a:pt x="239251" y="201263"/>
                    </a:lnTo>
                    <a:lnTo>
                      <a:pt x="210676" y="173927"/>
                    </a:lnTo>
                    <a:cubicBezTo>
                      <a:pt x="199817" y="163830"/>
                      <a:pt x="182767" y="164402"/>
                      <a:pt x="172576" y="175165"/>
                    </a:cubicBezTo>
                    <a:cubicBezTo>
                      <a:pt x="162098" y="185738"/>
                      <a:pt x="162098" y="202692"/>
                      <a:pt x="172576" y="213265"/>
                    </a:cubicBezTo>
                    <a:lnTo>
                      <a:pt x="239251" y="276511"/>
                    </a:lnTo>
                    <a:lnTo>
                      <a:pt x="239251" y="350234"/>
                    </a:lnTo>
                    <a:lnTo>
                      <a:pt x="101709" y="343757"/>
                    </a:lnTo>
                    <a:cubicBezTo>
                      <a:pt x="86660" y="342995"/>
                      <a:pt x="73897" y="354521"/>
                      <a:pt x="73134" y="369570"/>
                    </a:cubicBezTo>
                    <a:cubicBezTo>
                      <a:pt x="73134" y="369570"/>
                      <a:pt x="73134" y="369570"/>
                      <a:pt x="73134" y="369570"/>
                    </a:cubicBezTo>
                    <a:cubicBezTo>
                      <a:pt x="72087" y="384524"/>
                      <a:pt x="83136" y="397478"/>
                      <a:pt x="98090" y="398717"/>
                    </a:cubicBezTo>
                    <a:lnTo>
                      <a:pt x="239155" y="405289"/>
                    </a:lnTo>
                    <a:lnTo>
                      <a:pt x="239155" y="486728"/>
                    </a:lnTo>
                    <a:lnTo>
                      <a:pt x="89136" y="545973"/>
                    </a:lnTo>
                    <a:cubicBezTo>
                      <a:pt x="74468" y="551783"/>
                      <a:pt x="67324" y="568452"/>
                      <a:pt x="73230" y="583121"/>
                    </a:cubicBezTo>
                    <a:cubicBezTo>
                      <a:pt x="73230" y="583121"/>
                      <a:pt x="73230" y="583121"/>
                      <a:pt x="73230" y="583216"/>
                    </a:cubicBezTo>
                    <a:cubicBezTo>
                      <a:pt x="78468" y="598075"/>
                      <a:pt x="94756" y="605981"/>
                      <a:pt x="109615" y="600742"/>
                    </a:cubicBezTo>
                    <a:cubicBezTo>
                      <a:pt x="109615" y="600742"/>
                      <a:pt x="109615" y="600742"/>
                      <a:pt x="109615" y="600742"/>
                    </a:cubicBezTo>
                    <a:lnTo>
                      <a:pt x="238965" y="548831"/>
                    </a:lnTo>
                    <a:lnTo>
                      <a:pt x="239155" y="5492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416" name="Google Shape;416;p60"/>
              <p:cNvSpPr/>
              <p:nvPr/>
            </p:nvSpPr>
            <p:spPr>
              <a:xfrm>
                <a:off x="3324225" y="2700241"/>
                <a:ext cx="1601438" cy="1455705"/>
              </a:xfrm>
              <a:custGeom>
                <a:rect b="b" l="l" r="r" t="t"/>
                <a:pathLst>
                  <a:path extrusionOk="0" h="1455705" w="1601438">
                    <a:moveTo>
                      <a:pt x="1337977" y="82201"/>
                    </a:moveTo>
                    <a:lnTo>
                      <a:pt x="1377315" y="124206"/>
                    </a:lnTo>
                    <a:cubicBezTo>
                      <a:pt x="1383316" y="131159"/>
                      <a:pt x="1393793" y="131921"/>
                      <a:pt x="1400747" y="126016"/>
                    </a:cubicBezTo>
                    <a:cubicBezTo>
                      <a:pt x="1407414" y="119729"/>
                      <a:pt x="1407795" y="109252"/>
                      <a:pt x="1401509" y="102489"/>
                    </a:cubicBezTo>
                    <a:lnTo>
                      <a:pt x="1356836" y="54864"/>
                    </a:lnTo>
                    <a:cubicBezTo>
                      <a:pt x="1372076" y="34195"/>
                      <a:pt x="1390174" y="15716"/>
                      <a:pt x="1410557" y="0"/>
                    </a:cubicBezTo>
                    <a:lnTo>
                      <a:pt x="1601438" y="0"/>
                    </a:lnTo>
                    <a:lnTo>
                      <a:pt x="1601438" y="437864"/>
                    </a:lnTo>
                    <a:lnTo>
                      <a:pt x="1503331" y="437864"/>
                    </a:lnTo>
                    <a:cubicBezTo>
                      <a:pt x="1522381" y="377190"/>
                      <a:pt x="1516856" y="312134"/>
                      <a:pt x="1463802" y="233553"/>
                    </a:cubicBezTo>
                    <a:cubicBezTo>
                      <a:pt x="1609725" y="598361"/>
                      <a:pt x="853631" y="586835"/>
                      <a:pt x="1180910" y="1435703"/>
                    </a:cubicBezTo>
                    <a:lnTo>
                      <a:pt x="1163765" y="1455706"/>
                    </a:lnTo>
                    <a:lnTo>
                      <a:pt x="437769" y="1455706"/>
                    </a:lnTo>
                    <a:lnTo>
                      <a:pt x="146304" y="1165289"/>
                    </a:lnTo>
                    <a:lnTo>
                      <a:pt x="146304" y="437579"/>
                    </a:lnTo>
                    <a:lnTo>
                      <a:pt x="0" y="437579"/>
                    </a:lnTo>
                    <a:lnTo>
                      <a:pt x="0" y="95"/>
                    </a:lnTo>
                    <a:lnTo>
                      <a:pt x="727901" y="95"/>
                    </a:lnTo>
                    <a:lnTo>
                      <a:pt x="727901" y="437960"/>
                    </a:lnTo>
                    <a:lnTo>
                      <a:pt x="581882" y="437960"/>
                    </a:lnTo>
                    <a:lnTo>
                      <a:pt x="581882" y="1017937"/>
                    </a:lnTo>
                    <a:lnTo>
                      <a:pt x="1019747" y="1017937"/>
                    </a:lnTo>
                    <a:lnTo>
                      <a:pt x="1019747" y="437483"/>
                    </a:lnTo>
                    <a:lnTo>
                      <a:pt x="873728" y="437483"/>
                    </a:lnTo>
                    <a:lnTo>
                      <a:pt x="873728" y="95"/>
                    </a:lnTo>
                    <a:lnTo>
                      <a:pt x="1343025" y="95"/>
                    </a:lnTo>
                    <a:cubicBezTo>
                      <a:pt x="1189768" y="114300"/>
                      <a:pt x="1096232" y="410147"/>
                      <a:pt x="1230535" y="617411"/>
                    </a:cubicBezTo>
                    <a:cubicBezTo>
                      <a:pt x="1252538" y="596551"/>
                      <a:pt x="1278160" y="567023"/>
                      <a:pt x="1308259" y="542925"/>
                    </a:cubicBezTo>
                    <a:cubicBezTo>
                      <a:pt x="1294352" y="519684"/>
                      <a:pt x="1283589" y="494729"/>
                      <a:pt x="1276064" y="468725"/>
                    </a:cubicBezTo>
                    <a:lnTo>
                      <a:pt x="1433417" y="407765"/>
                    </a:lnTo>
                    <a:cubicBezTo>
                      <a:pt x="1442657" y="404336"/>
                      <a:pt x="1447324" y="394049"/>
                      <a:pt x="1443895" y="384810"/>
                    </a:cubicBezTo>
                    <a:cubicBezTo>
                      <a:pt x="1440466" y="375571"/>
                      <a:pt x="1430179" y="370904"/>
                      <a:pt x="1420939" y="374333"/>
                    </a:cubicBezTo>
                    <a:lnTo>
                      <a:pt x="1267778" y="433673"/>
                    </a:lnTo>
                    <a:cubicBezTo>
                      <a:pt x="1261110" y="396621"/>
                      <a:pt x="1259110" y="358807"/>
                      <a:pt x="1261967" y="321278"/>
                    </a:cubicBezTo>
                    <a:lnTo>
                      <a:pt x="1416082" y="316516"/>
                    </a:lnTo>
                    <a:cubicBezTo>
                      <a:pt x="1425797" y="316325"/>
                      <a:pt x="1433513" y="308420"/>
                      <a:pt x="1433417" y="298704"/>
                    </a:cubicBezTo>
                    <a:cubicBezTo>
                      <a:pt x="1433036" y="288989"/>
                      <a:pt x="1424940" y="281464"/>
                      <a:pt x="1415225" y="281750"/>
                    </a:cubicBezTo>
                    <a:lnTo>
                      <a:pt x="1265587" y="286322"/>
                    </a:lnTo>
                    <a:cubicBezTo>
                      <a:pt x="1270159" y="252698"/>
                      <a:pt x="1277874" y="219647"/>
                      <a:pt x="1288542" y="187452"/>
                    </a:cubicBezTo>
                    <a:lnTo>
                      <a:pt x="1394746" y="222314"/>
                    </a:lnTo>
                    <a:cubicBezTo>
                      <a:pt x="1403699" y="225552"/>
                      <a:pt x="1413510" y="220980"/>
                      <a:pt x="1416844" y="212122"/>
                    </a:cubicBezTo>
                    <a:cubicBezTo>
                      <a:pt x="1419797" y="203168"/>
                      <a:pt x="1414939" y="193453"/>
                      <a:pt x="1405985" y="190405"/>
                    </a:cubicBezTo>
                    <a:lnTo>
                      <a:pt x="1300258" y="155639"/>
                    </a:lnTo>
                    <a:cubicBezTo>
                      <a:pt x="1310640" y="130112"/>
                      <a:pt x="1323308" y="105537"/>
                      <a:pt x="1337977" y="82296"/>
                    </a:cubicBezTo>
                    <a:lnTo>
                      <a:pt x="1337977" y="8229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</p:grpSp>
      <p:sp>
        <p:nvSpPr>
          <p:cNvPr id="417" name="Google Shape;417;p60"/>
          <p:cNvSpPr txBox="1"/>
          <p:nvPr/>
        </p:nvSpPr>
        <p:spPr>
          <a:xfrm>
            <a:off x="274320" y="6375028"/>
            <a:ext cx="30289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A7A9A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UNIVERSITY OF UTAH HEALTH</a:t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8" name="Google Shape;418;p60"/>
          <p:cNvSpPr txBox="1"/>
          <p:nvPr>
            <p:ph type="title"/>
          </p:nvPr>
        </p:nvSpPr>
        <p:spPr>
          <a:xfrm>
            <a:off x="365760" y="365760"/>
            <a:ext cx="10958513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9" name="Google Shape;419;p60"/>
          <p:cNvSpPr txBox="1"/>
          <p:nvPr>
            <p:ph idx="3" type="body"/>
          </p:nvPr>
        </p:nvSpPr>
        <p:spPr>
          <a:xfrm>
            <a:off x="365760" y="1095208"/>
            <a:ext cx="1095697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420" name="Google Shape;420;p60"/>
          <p:cNvGrpSpPr/>
          <p:nvPr/>
        </p:nvGrpSpPr>
        <p:grpSpPr>
          <a:xfrm>
            <a:off x="-3424512" y="-1"/>
            <a:ext cx="3208421" cy="6857999"/>
            <a:chOff x="-3424512" y="-1"/>
            <a:chExt cx="3208421" cy="6857999"/>
          </a:xfrm>
        </p:grpSpPr>
        <p:sp>
          <p:nvSpPr>
            <p:cNvPr id="421" name="Google Shape;421;p60"/>
            <p:cNvSpPr/>
            <p:nvPr/>
          </p:nvSpPr>
          <p:spPr>
            <a:xfrm>
              <a:off x="-3424512" y="-1"/>
              <a:ext cx="3208421" cy="685799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22" name="Google Shape;422;p60"/>
            <p:cNvSpPr txBox="1"/>
            <p:nvPr/>
          </p:nvSpPr>
          <p:spPr>
            <a:xfrm>
              <a:off x="-3267122" y="150741"/>
              <a:ext cx="2941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GB" sz="3200" u="none" cap="none" strike="noStrike">
                  <a:solidFill>
                    <a:schemeClr val="accen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Instruction: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60"/>
            <p:cNvSpPr txBox="1"/>
            <p:nvPr/>
          </p:nvSpPr>
          <p:spPr>
            <a:xfrm>
              <a:off x="-3267122" y="818147"/>
              <a:ext cx="294176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To underline keyword in title text box, highlight selected word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24" name="Google Shape;424;p6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143860" y="1824108"/>
              <a:ext cx="875152" cy="905001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425" name="Google Shape;425;p60"/>
            <p:cNvSpPr txBox="1"/>
            <p:nvPr/>
          </p:nvSpPr>
          <p:spPr>
            <a:xfrm>
              <a:off x="-3267122" y="2906262"/>
              <a:ext cx="2502568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2. Then go to 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‘Bold’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in the toolbar and then </a:t>
              </a:r>
              <a:b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‘underline’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after.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26" name="Google Shape;426;p60"/>
            <p:cNvPicPr preferRelativeResize="0"/>
            <p:nvPr/>
          </p:nvPicPr>
          <p:blipFill rotWithShape="1">
            <a:blip r:embed="rId3">
              <a:alphaModFix/>
            </a:blip>
            <a:srcRect b="-62788" l="0" r="0" t="-62788"/>
            <a:stretch/>
          </p:blipFill>
          <p:spPr>
            <a:xfrm>
              <a:off x="-3143862" y="4212225"/>
              <a:ext cx="1654280" cy="1614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60"/>
            <p:cNvSpPr/>
            <p:nvPr/>
          </p:nvSpPr>
          <p:spPr>
            <a:xfrm>
              <a:off x="-3095847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28" name="Google Shape;428;p60"/>
            <p:cNvSpPr/>
            <p:nvPr/>
          </p:nvSpPr>
          <p:spPr>
            <a:xfrm>
              <a:off x="-2236570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429" name="Google Shape;429;p60"/>
          <p:cNvSpPr txBox="1"/>
          <p:nvPr>
            <p:ph idx="4" type="body"/>
          </p:nvPr>
        </p:nvSpPr>
        <p:spPr>
          <a:xfrm>
            <a:off x="274320" y="5943600"/>
            <a:ext cx="10672763" cy="3304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indent="-342900" lvl="1" marL="9144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 x2">
  <p:cSld name="Title and Images x2"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1" name="Google Shape;431;p61"/>
          <p:cNvGrpSpPr/>
          <p:nvPr/>
        </p:nvGrpSpPr>
        <p:grpSpPr>
          <a:xfrm>
            <a:off x="-3424512" y="-1"/>
            <a:ext cx="3208421" cy="6857999"/>
            <a:chOff x="-3424512" y="-1"/>
            <a:chExt cx="3208421" cy="6857999"/>
          </a:xfrm>
        </p:grpSpPr>
        <p:sp>
          <p:nvSpPr>
            <p:cNvPr id="432" name="Google Shape;432;p61"/>
            <p:cNvSpPr/>
            <p:nvPr/>
          </p:nvSpPr>
          <p:spPr>
            <a:xfrm>
              <a:off x="-3424512" y="-1"/>
              <a:ext cx="3208421" cy="685799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33" name="Google Shape;433;p61"/>
            <p:cNvSpPr txBox="1"/>
            <p:nvPr/>
          </p:nvSpPr>
          <p:spPr>
            <a:xfrm>
              <a:off x="-3267122" y="150741"/>
              <a:ext cx="2941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GB" sz="3200" u="none" cap="none" strike="noStrike">
                  <a:solidFill>
                    <a:schemeClr val="accen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Instruction 1: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61"/>
            <p:cNvSpPr txBox="1"/>
            <p:nvPr/>
          </p:nvSpPr>
          <p:spPr>
            <a:xfrm>
              <a:off x="-3267122" y="818147"/>
              <a:ext cx="294176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To underline keyword in title text box, highlight selected word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35" name="Google Shape;435;p6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143860" y="1824108"/>
              <a:ext cx="875152" cy="905001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436" name="Google Shape;436;p61"/>
            <p:cNvSpPr txBox="1"/>
            <p:nvPr/>
          </p:nvSpPr>
          <p:spPr>
            <a:xfrm>
              <a:off x="-3267122" y="2906262"/>
              <a:ext cx="2502568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2. Then go to 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‘Bold’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in the toolbar and then </a:t>
              </a:r>
              <a:b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‘underline’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after.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37" name="Google Shape;437;p61"/>
            <p:cNvPicPr preferRelativeResize="0"/>
            <p:nvPr/>
          </p:nvPicPr>
          <p:blipFill rotWithShape="1">
            <a:blip r:embed="rId3">
              <a:alphaModFix/>
            </a:blip>
            <a:srcRect b="-62788" l="0" r="0" t="-62788"/>
            <a:stretch/>
          </p:blipFill>
          <p:spPr>
            <a:xfrm>
              <a:off x="-3143862" y="4212225"/>
              <a:ext cx="1654280" cy="1614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8" name="Google Shape;438;p61"/>
            <p:cNvSpPr/>
            <p:nvPr/>
          </p:nvSpPr>
          <p:spPr>
            <a:xfrm>
              <a:off x="-3095847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39" name="Google Shape;439;p61"/>
            <p:cNvSpPr/>
            <p:nvPr/>
          </p:nvSpPr>
          <p:spPr>
            <a:xfrm>
              <a:off x="-2236570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440" name="Google Shape;440;p61"/>
          <p:cNvGrpSpPr/>
          <p:nvPr/>
        </p:nvGrpSpPr>
        <p:grpSpPr>
          <a:xfrm>
            <a:off x="10729913" y="6334847"/>
            <a:ext cx="1126458" cy="295807"/>
            <a:chOff x="6455388" y="4102692"/>
            <a:chExt cx="5543454" cy="1455705"/>
          </a:xfrm>
        </p:grpSpPr>
        <p:sp>
          <p:nvSpPr>
            <p:cNvPr id="441" name="Google Shape;441;p61"/>
            <p:cNvSpPr/>
            <p:nvPr/>
          </p:nvSpPr>
          <p:spPr>
            <a:xfrm>
              <a:off x="8423253" y="4383013"/>
              <a:ext cx="3575494" cy="683609"/>
            </a:xfrm>
            <a:custGeom>
              <a:rect b="b" l="l" r="r" t="t"/>
              <a:pathLst>
                <a:path extrusionOk="0" h="683609" w="3575494">
                  <a:moveTo>
                    <a:pt x="527495" y="0"/>
                  </a:moveTo>
                  <a:lnTo>
                    <a:pt x="527495" y="683133"/>
                  </a:lnTo>
                  <a:lnTo>
                    <a:pt x="399669" y="683133"/>
                  </a:lnTo>
                  <a:lnTo>
                    <a:pt x="399669" y="400622"/>
                  </a:lnTo>
                  <a:lnTo>
                    <a:pt x="125921" y="400622"/>
                  </a:lnTo>
                  <a:lnTo>
                    <a:pt x="125921" y="683228"/>
                  </a:lnTo>
                  <a:lnTo>
                    <a:pt x="0" y="683228"/>
                  </a:lnTo>
                  <a:lnTo>
                    <a:pt x="0" y="0"/>
                  </a:lnTo>
                  <a:lnTo>
                    <a:pt x="125921" y="0"/>
                  </a:lnTo>
                  <a:lnTo>
                    <a:pt x="125921" y="286607"/>
                  </a:lnTo>
                  <a:lnTo>
                    <a:pt x="399574" y="286607"/>
                  </a:lnTo>
                  <a:lnTo>
                    <a:pt x="399574" y="0"/>
                  </a:lnTo>
                  <a:lnTo>
                    <a:pt x="527495" y="0"/>
                  </a:lnTo>
                  <a:close/>
                  <a:moveTo>
                    <a:pt x="715994" y="0"/>
                  </a:moveTo>
                  <a:lnTo>
                    <a:pt x="1138809" y="0"/>
                  </a:lnTo>
                  <a:lnTo>
                    <a:pt x="1138809" y="113062"/>
                  </a:lnTo>
                  <a:lnTo>
                    <a:pt x="841915" y="113062"/>
                  </a:lnTo>
                  <a:lnTo>
                    <a:pt x="841915" y="290989"/>
                  </a:lnTo>
                  <a:lnTo>
                    <a:pt x="1101662" y="290989"/>
                  </a:lnTo>
                  <a:lnTo>
                    <a:pt x="1101662" y="403003"/>
                  </a:lnTo>
                  <a:lnTo>
                    <a:pt x="841915" y="403003"/>
                  </a:lnTo>
                  <a:lnTo>
                    <a:pt x="841915" y="570548"/>
                  </a:lnTo>
                  <a:lnTo>
                    <a:pt x="1148334" y="570548"/>
                  </a:lnTo>
                  <a:lnTo>
                    <a:pt x="1148334" y="683609"/>
                  </a:lnTo>
                  <a:lnTo>
                    <a:pt x="715994" y="683609"/>
                  </a:lnTo>
                  <a:lnTo>
                    <a:pt x="715994" y="0"/>
                  </a:lnTo>
                  <a:close/>
                  <a:moveTo>
                    <a:pt x="1686687" y="517589"/>
                  </a:moveTo>
                  <a:lnTo>
                    <a:pt x="1431893" y="517589"/>
                  </a:lnTo>
                  <a:lnTo>
                    <a:pt x="1369409" y="683228"/>
                  </a:lnTo>
                  <a:lnTo>
                    <a:pt x="1234535" y="683228"/>
                  </a:lnTo>
                  <a:lnTo>
                    <a:pt x="1490377" y="95"/>
                  </a:lnTo>
                  <a:lnTo>
                    <a:pt x="1627251" y="95"/>
                  </a:lnTo>
                  <a:lnTo>
                    <a:pt x="1883092" y="683228"/>
                  </a:lnTo>
                  <a:lnTo>
                    <a:pt x="1749171" y="683228"/>
                  </a:lnTo>
                  <a:lnTo>
                    <a:pt x="1686592" y="517589"/>
                  </a:lnTo>
                  <a:close/>
                  <a:moveTo>
                    <a:pt x="1474470" y="406527"/>
                  </a:moveTo>
                  <a:lnTo>
                    <a:pt x="1645063" y="406527"/>
                  </a:lnTo>
                  <a:lnTo>
                    <a:pt x="1558862" y="145733"/>
                  </a:lnTo>
                  <a:lnTo>
                    <a:pt x="1474565" y="406527"/>
                  </a:lnTo>
                  <a:close/>
                  <a:moveTo>
                    <a:pt x="1995392" y="0"/>
                  </a:moveTo>
                  <a:lnTo>
                    <a:pt x="2121980" y="0"/>
                  </a:lnTo>
                  <a:lnTo>
                    <a:pt x="2121980" y="570167"/>
                  </a:lnTo>
                  <a:lnTo>
                    <a:pt x="2385632" y="570167"/>
                  </a:lnTo>
                  <a:lnTo>
                    <a:pt x="2385632" y="683228"/>
                  </a:lnTo>
                  <a:lnTo>
                    <a:pt x="1995392" y="683228"/>
                  </a:lnTo>
                  <a:lnTo>
                    <a:pt x="1995392" y="0"/>
                  </a:lnTo>
                  <a:close/>
                  <a:moveTo>
                    <a:pt x="2395157" y="0"/>
                  </a:moveTo>
                  <a:lnTo>
                    <a:pt x="2907792" y="0"/>
                  </a:lnTo>
                  <a:lnTo>
                    <a:pt x="2907792" y="116014"/>
                  </a:lnTo>
                  <a:lnTo>
                    <a:pt x="2715863" y="116014"/>
                  </a:lnTo>
                  <a:lnTo>
                    <a:pt x="2715863" y="683228"/>
                  </a:lnTo>
                  <a:lnTo>
                    <a:pt x="2587942" y="683228"/>
                  </a:lnTo>
                  <a:lnTo>
                    <a:pt x="2587942" y="116014"/>
                  </a:lnTo>
                  <a:lnTo>
                    <a:pt x="2395061" y="116014"/>
                  </a:lnTo>
                  <a:lnTo>
                    <a:pt x="2395061" y="0"/>
                  </a:lnTo>
                  <a:close/>
                  <a:moveTo>
                    <a:pt x="3575494" y="0"/>
                  </a:moveTo>
                  <a:lnTo>
                    <a:pt x="3575494" y="683133"/>
                  </a:lnTo>
                  <a:lnTo>
                    <a:pt x="3447764" y="683133"/>
                  </a:lnTo>
                  <a:lnTo>
                    <a:pt x="3447764" y="400622"/>
                  </a:lnTo>
                  <a:lnTo>
                    <a:pt x="3174111" y="400622"/>
                  </a:lnTo>
                  <a:lnTo>
                    <a:pt x="3174111" y="683228"/>
                  </a:lnTo>
                  <a:lnTo>
                    <a:pt x="3048191" y="683228"/>
                  </a:lnTo>
                  <a:lnTo>
                    <a:pt x="3048191" y="0"/>
                  </a:lnTo>
                  <a:lnTo>
                    <a:pt x="3174111" y="0"/>
                  </a:lnTo>
                  <a:lnTo>
                    <a:pt x="3174111" y="286607"/>
                  </a:lnTo>
                  <a:lnTo>
                    <a:pt x="3447764" y="286607"/>
                  </a:lnTo>
                  <a:lnTo>
                    <a:pt x="3447764" y="0"/>
                  </a:lnTo>
                  <a:lnTo>
                    <a:pt x="35754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42" name="Google Shape;442;p61"/>
            <p:cNvSpPr/>
            <p:nvPr/>
          </p:nvSpPr>
          <p:spPr>
            <a:xfrm>
              <a:off x="8418776" y="5302158"/>
              <a:ext cx="3580066" cy="255953"/>
            </a:xfrm>
            <a:custGeom>
              <a:rect b="b" l="l" r="r" t="t"/>
              <a:pathLst>
                <a:path extrusionOk="0" h="255953" w="3580066">
                  <a:moveTo>
                    <a:pt x="146113" y="165847"/>
                  </a:moveTo>
                  <a:lnTo>
                    <a:pt x="146113" y="3065"/>
                  </a:lnTo>
                  <a:lnTo>
                    <a:pt x="184880" y="3065"/>
                  </a:lnTo>
                  <a:lnTo>
                    <a:pt x="184880" y="165847"/>
                  </a:lnTo>
                  <a:cubicBezTo>
                    <a:pt x="185452" y="214996"/>
                    <a:pt x="146113" y="255382"/>
                    <a:pt x="96964" y="255954"/>
                  </a:cubicBezTo>
                  <a:cubicBezTo>
                    <a:pt x="95536" y="255954"/>
                    <a:pt x="94107" y="255954"/>
                    <a:pt x="92583" y="255954"/>
                  </a:cubicBezTo>
                  <a:cubicBezTo>
                    <a:pt x="42672" y="255954"/>
                    <a:pt x="0" y="220521"/>
                    <a:pt x="0" y="165943"/>
                  </a:cubicBezTo>
                  <a:lnTo>
                    <a:pt x="0" y="3160"/>
                  </a:lnTo>
                  <a:lnTo>
                    <a:pt x="39148" y="3160"/>
                  </a:lnTo>
                  <a:lnTo>
                    <a:pt x="39148" y="165943"/>
                  </a:lnTo>
                  <a:cubicBezTo>
                    <a:pt x="39148" y="195470"/>
                    <a:pt x="63151" y="219473"/>
                    <a:pt x="92678" y="219473"/>
                  </a:cubicBezTo>
                  <a:cubicBezTo>
                    <a:pt x="122206" y="219473"/>
                    <a:pt x="146209" y="195470"/>
                    <a:pt x="146209" y="165943"/>
                  </a:cubicBezTo>
                  <a:lnTo>
                    <a:pt x="146113" y="165943"/>
                  </a:lnTo>
                  <a:close/>
                  <a:moveTo>
                    <a:pt x="434435" y="252239"/>
                  </a:moveTo>
                  <a:lnTo>
                    <a:pt x="398621" y="252239"/>
                  </a:lnTo>
                  <a:lnTo>
                    <a:pt x="291560" y="73931"/>
                  </a:lnTo>
                  <a:lnTo>
                    <a:pt x="291560" y="252239"/>
                  </a:lnTo>
                  <a:lnTo>
                    <a:pt x="253460" y="252239"/>
                  </a:lnTo>
                  <a:lnTo>
                    <a:pt x="253460" y="3065"/>
                  </a:lnTo>
                  <a:lnTo>
                    <a:pt x="290417" y="3065"/>
                  </a:lnTo>
                  <a:lnTo>
                    <a:pt x="396335" y="179944"/>
                  </a:lnTo>
                  <a:lnTo>
                    <a:pt x="396335" y="3065"/>
                  </a:lnTo>
                  <a:lnTo>
                    <a:pt x="434435" y="3065"/>
                  </a:lnTo>
                  <a:lnTo>
                    <a:pt x="434435" y="252239"/>
                  </a:lnTo>
                  <a:close/>
                  <a:moveTo>
                    <a:pt x="497014" y="3065"/>
                  </a:moveTo>
                  <a:lnTo>
                    <a:pt x="535114" y="3065"/>
                  </a:lnTo>
                  <a:lnTo>
                    <a:pt x="535114" y="252239"/>
                  </a:lnTo>
                  <a:lnTo>
                    <a:pt x="497014" y="252239"/>
                  </a:lnTo>
                  <a:lnTo>
                    <a:pt x="497014" y="3065"/>
                  </a:lnTo>
                  <a:close/>
                  <a:moveTo>
                    <a:pt x="622935" y="3065"/>
                  </a:moveTo>
                  <a:lnTo>
                    <a:pt x="676180" y="188231"/>
                  </a:lnTo>
                  <a:lnTo>
                    <a:pt x="729710" y="3065"/>
                  </a:lnTo>
                  <a:lnTo>
                    <a:pt x="769525" y="3065"/>
                  </a:lnTo>
                  <a:lnTo>
                    <a:pt x="694372" y="252239"/>
                  </a:lnTo>
                  <a:lnTo>
                    <a:pt x="658558" y="252239"/>
                  </a:lnTo>
                  <a:lnTo>
                    <a:pt x="583025" y="3065"/>
                  </a:lnTo>
                  <a:lnTo>
                    <a:pt x="623125" y="3065"/>
                  </a:lnTo>
                  <a:close/>
                  <a:moveTo>
                    <a:pt x="813911" y="3065"/>
                  </a:moveTo>
                  <a:lnTo>
                    <a:pt x="964025" y="3065"/>
                  </a:lnTo>
                  <a:lnTo>
                    <a:pt x="964025" y="38212"/>
                  </a:lnTo>
                  <a:lnTo>
                    <a:pt x="852297" y="38212"/>
                  </a:lnTo>
                  <a:lnTo>
                    <a:pt x="852297" y="111936"/>
                  </a:lnTo>
                  <a:lnTo>
                    <a:pt x="949928" y="111936"/>
                  </a:lnTo>
                  <a:lnTo>
                    <a:pt x="949928" y="146988"/>
                  </a:lnTo>
                  <a:lnTo>
                    <a:pt x="852297" y="146988"/>
                  </a:lnTo>
                  <a:lnTo>
                    <a:pt x="852297" y="216806"/>
                  </a:lnTo>
                  <a:lnTo>
                    <a:pt x="967645" y="216806"/>
                  </a:lnTo>
                  <a:lnTo>
                    <a:pt x="967645" y="251953"/>
                  </a:lnTo>
                  <a:lnTo>
                    <a:pt x="813911" y="251953"/>
                  </a:lnTo>
                  <a:lnTo>
                    <a:pt x="813911" y="3160"/>
                  </a:lnTo>
                  <a:close/>
                  <a:moveTo>
                    <a:pt x="1200436" y="252239"/>
                  </a:moveTo>
                  <a:lnTo>
                    <a:pt x="1153763" y="252239"/>
                  </a:lnTo>
                  <a:lnTo>
                    <a:pt x="1091565" y="160799"/>
                  </a:lnTo>
                  <a:lnTo>
                    <a:pt x="1064800" y="160799"/>
                  </a:lnTo>
                  <a:lnTo>
                    <a:pt x="1064800" y="252239"/>
                  </a:lnTo>
                  <a:lnTo>
                    <a:pt x="1026128" y="252239"/>
                  </a:lnTo>
                  <a:lnTo>
                    <a:pt x="1026128" y="3065"/>
                  </a:lnTo>
                  <a:lnTo>
                    <a:pt x="1123379" y="3065"/>
                  </a:lnTo>
                  <a:cubicBezTo>
                    <a:pt x="1176909" y="3065"/>
                    <a:pt x="1199483" y="42499"/>
                    <a:pt x="1199483" y="82218"/>
                  </a:cubicBezTo>
                  <a:cubicBezTo>
                    <a:pt x="1199483" y="118794"/>
                    <a:pt x="1181005" y="154227"/>
                    <a:pt x="1135094" y="159180"/>
                  </a:cubicBezTo>
                  <a:lnTo>
                    <a:pt x="1200245" y="252144"/>
                  </a:lnTo>
                  <a:close/>
                  <a:moveTo>
                    <a:pt x="1064895" y="38117"/>
                  </a:moveTo>
                  <a:lnTo>
                    <a:pt x="1064895" y="125271"/>
                  </a:lnTo>
                  <a:lnTo>
                    <a:pt x="1120616" y="125271"/>
                  </a:lnTo>
                  <a:cubicBezTo>
                    <a:pt x="1148524" y="125271"/>
                    <a:pt x="1159669" y="103173"/>
                    <a:pt x="1159669" y="81837"/>
                  </a:cubicBezTo>
                  <a:cubicBezTo>
                    <a:pt x="1159669" y="60501"/>
                    <a:pt x="1148810" y="38022"/>
                    <a:pt x="1121569" y="38022"/>
                  </a:cubicBezTo>
                  <a:lnTo>
                    <a:pt x="1064895" y="38022"/>
                  </a:lnTo>
                  <a:close/>
                  <a:moveTo>
                    <a:pt x="1290256" y="179849"/>
                  </a:moveTo>
                  <a:cubicBezTo>
                    <a:pt x="1291019" y="200137"/>
                    <a:pt x="1310164" y="220711"/>
                    <a:pt x="1339882" y="220711"/>
                  </a:cubicBezTo>
                  <a:cubicBezTo>
                    <a:pt x="1369600" y="220711"/>
                    <a:pt x="1384364" y="204805"/>
                    <a:pt x="1386935" y="186707"/>
                  </a:cubicBezTo>
                  <a:cubicBezTo>
                    <a:pt x="1388364" y="163561"/>
                    <a:pt x="1370648" y="151560"/>
                    <a:pt x="1347502" y="146131"/>
                  </a:cubicBezTo>
                  <a:lnTo>
                    <a:pt x="1315974" y="138225"/>
                  </a:lnTo>
                  <a:cubicBezTo>
                    <a:pt x="1262444" y="123747"/>
                    <a:pt x="1254062" y="93362"/>
                    <a:pt x="1254062" y="71550"/>
                  </a:cubicBezTo>
                  <a:cubicBezTo>
                    <a:pt x="1254062" y="28878"/>
                    <a:pt x="1292162" y="303"/>
                    <a:pt x="1336072" y="303"/>
                  </a:cubicBezTo>
                  <a:cubicBezTo>
                    <a:pt x="1379982" y="303"/>
                    <a:pt x="1417034" y="28878"/>
                    <a:pt x="1417034" y="74026"/>
                  </a:cubicBezTo>
                  <a:lnTo>
                    <a:pt x="1378934" y="74026"/>
                  </a:lnTo>
                  <a:cubicBezTo>
                    <a:pt x="1378934" y="51262"/>
                    <a:pt x="1361218" y="35926"/>
                    <a:pt x="1335500" y="35926"/>
                  </a:cubicBezTo>
                  <a:cubicBezTo>
                    <a:pt x="1312736" y="35926"/>
                    <a:pt x="1292447" y="49642"/>
                    <a:pt x="1292447" y="70312"/>
                  </a:cubicBezTo>
                  <a:cubicBezTo>
                    <a:pt x="1292447" y="79837"/>
                    <a:pt x="1296067" y="95267"/>
                    <a:pt x="1325785" y="102887"/>
                  </a:cubicBezTo>
                  <a:lnTo>
                    <a:pt x="1357598" y="111174"/>
                  </a:lnTo>
                  <a:cubicBezTo>
                    <a:pt x="1407890" y="124604"/>
                    <a:pt x="1428845" y="152798"/>
                    <a:pt x="1424940" y="188517"/>
                  </a:cubicBezTo>
                  <a:cubicBezTo>
                    <a:pt x="1421321" y="227569"/>
                    <a:pt x="1387697" y="255192"/>
                    <a:pt x="1339977" y="255192"/>
                  </a:cubicBezTo>
                  <a:cubicBezTo>
                    <a:pt x="1288256" y="255192"/>
                    <a:pt x="1252156" y="219759"/>
                    <a:pt x="1252156" y="179087"/>
                  </a:cubicBezTo>
                  <a:lnTo>
                    <a:pt x="1290256" y="179754"/>
                  </a:lnTo>
                  <a:close/>
                  <a:moveTo>
                    <a:pt x="1475041" y="2970"/>
                  </a:moveTo>
                  <a:lnTo>
                    <a:pt x="1513141" y="2970"/>
                  </a:lnTo>
                  <a:lnTo>
                    <a:pt x="1513141" y="252144"/>
                  </a:lnTo>
                  <a:lnTo>
                    <a:pt x="1475041" y="252144"/>
                  </a:lnTo>
                  <a:lnTo>
                    <a:pt x="1475041" y="2970"/>
                  </a:lnTo>
                  <a:close/>
                  <a:moveTo>
                    <a:pt x="1557147" y="2970"/>
                  </a:moveTo>
                  <a:lnTo>
                    <a:pt x="1742980" y="2970"/>
                  </a:lnTo>
                  <a:lnTo>
                    <a:pt x="1742980" y="38784"/>
                  </a:lnTo>
                  <a:lnTo>
                    <a:pt x="1669732" y="38784"/>
                  </a:lnTo>
                  <a:lnTo>
                    <a:pt x="1669732" y="252239"/>
                  </a:lnTo>
                  <a:lnTo>
                    <a:pt x="1630680" y="252239"/>
                  </a:lnTo>
                  <a:lnTo>
                    <a:pt x="1630680" y="38879"/>
                  </a:lnTo>
                  <a:lnTo>
                    <a:pt x="1557338" y="38879"/>
                  </a:lnTo>
                  <a:lnTo>
                    <a:pt x="1557338" y="2970"/>
                  </a:lnTo>
                  <a:close/>
                  <a:moveTo>
                    <a:pt x="1861375" y="252144"/>
                  </a:moveTo>
                  <a:lnTo>
                    <a:pt x="1861375" y="137939"/>
                  </a:lnTo>
                  <a:lnTo>
                    <a:pt x="1766221" y="3065"/>
                  </a:lnTo>
                  <a:lnTo>
                    <a:pt x="1812227" y="3065"/>
                  </a:lnTo>
                  <a:lnTo>
                    <a:pt x="1880997" y="102125"/>
                  </a:lnTo>
                  <a:lnTo>
                    <a:pt x="1950434" y="3065"/>
                  </a:lnTo>
                  <a:lnTo>
                    <a:pt x="1996440" y="3065"/>
                  </a:lnTo>
                  <a:lnTo>
                    <a:pt x="1900619" y="138320"/>
                  </a:lnTo>
                  <a:lnTo>
                    <a:pt x="1900619" y="252525"/>
                  </a:lnTo>
                  <a:lnTo>
                    <a:pt x="1861566" y="252144"/>
                  </a:lnTo>
                  <a:close/>
                  <a:moveTo>
                    <a:pt x="2238566" y="17"/>
                  </a:moveTo>
                  <a:cubicBezTo>
                    <a:pt x="2309146" y="-1126"/>
                    <a:pt x="2367248" y="55262"/>
                    <a:pt x="2368391" y="125842"/>
                  </a:cubicBezTo>
                  <a:cubicBezTo>
                    <a:pt x="2369534" y="196423"/>
                    <a:pt x="2313146" y="254525"/>
                    <a:pt x="2242566" y="255668"/>
                  </a:cubicBezTo>
                  <a:cubicBezTo>
                    <a:pt x="2171986" y="256811"/>
                    <a:pt x="2113883" y="200423"/>
                    <a:pt x="2112740" y="129843"/>
                  </a:cubicBezTo>
                  <a:cubicBezTo>
                    <a:pt x="2112740" y="129271"/>
                    <a:pt x="2112740" y="128605"/>
                    <a:pt x="2112740" y="128033"/>
                  </a:cubicBezTo>
                  <a:cubicBezTo>
                    <a:pt x="2111788" y="58310"/>
                    <a:pt x="2167604" y="970"/>
                    <a:pt x="2237327" y="17"/>
                  </a:cubicBezTo>
                  <a:cubicBezTo>
                    <a:pt x="2237708" y="17"/>
                    <a:pt x="2238184" y="17"/>
                    <a:pt x="2238566" y="17"/>
                  </a:cubicBezTo>
                  <a:close/>
                  <a:moveTo>
                    <a:pt x="2238566" y="218140"/>
                  </a:moveTo>
                  <a:cubicBezTo>
                    <a:pt x="2288381" y="219664"/>
                    <a:pt x="2330006" y="180516"/>
                    <a:pt x="2331530" y="130700"/>
                  </a:cubicBezTo>
                  <a:cubicBezTo>
                    <a:pt x="2333054" y="80884"/>
                    <a:pt x="2293906" y="39260"/>
                    <a:pt x="2244090" y="37736"/>
                  </a:cubicBezTo>
                  <a:cubicBezTo>
                    <a:pt x="2194274" y="36212"/>
                    <a:pt x="2152650" y="75360"/>
                    <a:pt x="2151126" y="125176"/>
                  </a:cubicBezTo>
                  <a:cubicBezTo>
                    <a:pt x="2151126" y="126128"/>
                    <a:pt x="2151126" y="127081"/>
                    <a:pt x="2151126" y="128128"/>
                  </a:cubicBezTo>
                  <a:cubicBezTo>
                    <a:pt x="2150078" y="176896"/>
                    <a:pt x="2188750" y="217187"/>
                    <a:pt x="2237423" y="218235"/>
                  </a:cubicBezTo>
                  <a:cubicBezTo>
                    <a:pt x="2237804" y="218235"/>
                    <a:pt x="2238184" y="218235"/>
                    <a:pt x="2238566" y="218235"/>
                  </a:cubicBezTo>
                  <a:lnTo>
                    <a:pt x="2238566" y="218235"/>
                  </a:lnTo>
                  <a:close/>
                  <a:moveTo>
                    <a:pt x="2413349" y="2970"/>
                  </a:moveTo>
                  <a:lnTo>
                    <a:pt x="2561558" y="2970"/>
                  </a:lnTo>
                  <a:lnTo>
                    <a:pt x="2561558" y="38117"/>
                  </a:lnTo>
                  <a:lnTo>
                    <a:pt x="2451640" y="38117"/>
                  </a:lnTo>
                  <a:lnTo>
                    <a:pt x="2451640" y="111841"/>
                  </a:lnTo>
                  <a:lnTo>
                    <a:pt x="2538413" y="111841"/>
                  </a:lnTo>
                  <a:lnTo>
                    <a:pt x="2538413" y="146893"/>
                  </a:lnTo>
                  <a:lnTo>
                    <a:pt x="2451640" y="146893"/>
                  </a:lnTo>
                  <a:lnTo>
                    <a:pt x="2451640" y="251572"/>
                  </a:lnTo>
                  <a:lnTo>
                    <a:pt x="2413540" y="251572"/>
                  </a:lnTo>
                  <a:lnTo>
                    <a:pt x="2413349" y="2970"/>
                  </a:lnTo>
                  <a:close/>
                  <a:moveTo>
                    <a:pt x="2842260" y="165752"/>
                  </a:moveTo>
                  <a:lnTo>
                    <a:pt x="2842260" y="2970"/>
                  </a:lnTo>
                  <a:lnTo>
                    <a:pt x="2881027" y="2970"/>
                  </a:lnTo>
                  <a:lnTo>
                    <a:pt x="2881027" y="165752"/>
                  </a:lnTo>
                  <a:cubicBezTo>
                    <a:pt x="2881598" y="214901"/>
                    <a:pt x="2842260" y="255287"/>
                    <a:pt x="2793111" y="255859"/>
                  </a:cubicBezTo>
                  <a:cubicBezTo>
                    <a:pt x="2791682" y="255859"/>
                    <a:pt x="2790254" y="255859"/>
                    <a:pt x="2788730" y="255859"/>
                  </a:cubicBezTo>
                  <a:cubicBezTo>
                    <a:pt x="2738819" y="255859"/>
                    <a:pt x="2696147" y="220426"/>
                    <a:pt x="2696147" y="165847"/>
                  </a:cubicBezTo>
                  <a:lnTo>
                    <a:pt x="2696147" y="3065"/>
                  </a:lnTo>
                  <a:lnTo>
                    <a:pt x="2735199" y="3065"/>
                  </a:lnTo>
                  <a:lnTo>
                    <a:pt x="2735199" y="165847"/>
                  </a:lnTo>
                  <a:cubicBezTo>
                    <a:pt x="2735199" y="195375"/>
                    <a:pt x="2759202" y="219378"/>
                    <a:pt x="2788730" y="219378"/>
                  </a:cubicBezTo>
                  <a:cubicBezTo>
                    <a:pt x="2818257" y="219378"/>
                    <a:pt x="2842260" y="195375"/>
                    <a:pt x="2842260" y="165847"/>
                  </a:cubicBezTo>
                  <a:close/>
                  <a:moveTo>
                    <a:pt x="2930461" y="2970"/>
                  </a:moveTo>
                  <a:lnTo>
                    <a:pt x="3116390" y="2970"/>
                  </a:lnTo>
                  <a:lnTo>
                    <a:pt x="3116390" y="38784"/>
                  </a:lnTo>
                  <a:lnTo>
                    <a:pt x="3043047" y="38784"/>
                  </a:lnTo>
                  <a:lnTo>
                    <a:pt x="3043047" y="252239"/>
                  </a:lnTo>
                  <a:lnTo>
                    <a:pt x="3003995" y="252239"/>
                  </a:lnTo>
                  <a:lnTo>
                    <a:pt x="3003995" y="38879"/>
                  </a:lnTo>
                  <a:lnTo>
                    <a:pt x="2930652" y="38879"/>
                  </a:lnTo>
                  <a:lnTo>
                    <a:pt x="2930652" y="2970"/>
                  </a:lnTo>
                  <a:close/>
                  <a:moveTo>
                    <a:pt x="3280315" y="190422"/>
                  </a:moveTo>
                  <a:lnTo>
                    <a:pt x="3179826" y="190422"/>
                  </a:lnTo>
                  <a:lnTo>
                    <a:pt x="3155919" y="252715"/>
                  </a:lnTo>
                  <a:lnTo>
                    <a:pt x="3115056" y="252715"/>
                  </a:lnTo>
                  <a:lnTo>
                    <a:pt x="3208782" y="3065"/>
                  </a:lnTo>
                  <a:lnTo>
                    <a:pt x="3250406" y="3065"/>
                  </a:lnTo>
                  <a:lnTo>
                    <a:pt x="3344418" y="252239"/>
                  </a:lnTo>
                  <a:lnTo>
                    <a:pt x="3303937" y="252239"/>
                  </a:lnTo>
                  <a:lnTo>
                    <a:pt x="3280220" y="190422"/>
                  </a:lnTo>
                  <a:close/>
                  <a:moveTo>
                    <a:pt x="3192780" y="156037"/>
                  </a:moveTo>
                  <a:lnTo>
                    <a:pt x="3267266" y="156037"/>
                  </a:lnTo>
                  <a:lnTo>
                    <a:pt x="3230023" y="51357"/>
                  </a:lnTo>
                  <a:lnTo>
                    <a:pt x="3192685" y="156037"/>
                  </a:lnTo>
                  <a:close/>
                  <a:moveTo>
                    <a:pt x="3580066" y="2970"/>
                  </a:moveTo>
                  <a:lnTo>
                    <a:pt x="3580066" y="252144"/>
                  </a:lnTo>
                  <a:lnTo>
                    <a:pt x="3541014" y="252144"/>
                  </a:lnTo>
                  <a:lnTo>
                    <a:pt x="3541014" y="145845"/>
                  </a:lnTo>
                  <a:lnTo>
                    <a:pt x="3428619" y="145845"/>
                  </a:lnTo>
                  <a:lnTo>
                    <a:pt x="3428619" y="252144"/>
                  </a:lnTo>
                  <a:lnTo>
                    <a:pt x="3390519" y="252144"/>
                  </a:lnTo>
                  <a:lnTo>
                    <a:pt x="3390519" y="2970"/>
                  </a:lnTo>
                  <a:lnTo>
                    <a:pt x="3428619" y="2970"/>
                  </a:lnTo>
                  <a:lnTo>
                    <a:pt x="3428619" y="110698"/>
                  </a:lnTo>
                  <a:lnTo>
                    <a:pt x="3541110" y="110698"/>
                  </a:lnTo>
                  <a:lnTo>
                    <a:pt x="3541110" y="2970"/>
                  </a:lnTo>
                  <a:lnTo>
                    <a:pt x="3580066" y="297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grpSp>
          <p:nvGrpSpPr>
            <p:cNvPr id="443" name="Google Shape;443;p61"/>
            <p:cNvGrpSpPr/>
            <p:nvPr/>
          </p:nvGrpSpPr>
          <p:grpSpPr>
            <a:xfrm>
              <a:off x="6455388" y="4102692"/>
              <a:ext cx="1601438" cy="1455705"/>
              <a:chOff x="3324225" y="2700241"/>
              <a:chExt cx="1601438" cy="1455705"/>
            </a:xfrm>
          </p:grpSpPr>
          <p:sp>
            <p:nvSpPr>
              <p:cNvPr id="444" name="Google Shape;444;p61"/>
              <p:cNvSpPr/>
              <p:nvPr/>
            </p:nvSpPr>
            <p:spPr>
              <a:xfrm>
                <a:off x="4540585" y="3230022"/>
                <a:ext cx="239250" cy="787908"/>
              </a:xfrm>
              <a:custGeom>
                <a:rect b="b" l="l" r="r" t="t"/>
                <a:pathLst>
                  <a:path extrusionOk="0" h="787908" w="239250">
                    <a:moveTo>
                      <a:pt x="14270" y="87440"/>
                    </a:moveTo>
                    <a:cubicBezTo>
                      <a:pt x="36273" y="66580"/>
                      <a:pt x="61895" y="37052"/>
                      <a:pt x="91994" y="12954"/>
                    </a:cubicBezTo>
                    <a:moveTo>
                      <a:pt x="239251" y="549307"/>
                    </a:moveTo>
                    <a:lnTo>
                      <a:pt x="239251" y="635603"/>
                    </a:lnTo>
                    <a:lnTo>
                      <a:pt x="85993" y="787908"/>
                    </a:lnTo>
                    <a:cubicBezTo>
                      <a:pt x="-131844" y="356330"/>
                      <a:pt x="118569" y="176879"/>
                      <a:pt x="239251" y="0"/>
                    </a:cubicBezTo>
                    <a:lnTo>
                      <a:pt x="239251" y="201263"/>
                    </a:lnTo>
                    <a:lnTo>
                      <a:pt x="210676" y="173927"/>
                    </a:lnTo>
                    <a:cubicBezTo>
                      <a:pt x="199817" y="163830"/>
                      <a:pt x="182767" y="164402"/>
                      <a:pt x="172576" y="175165"/>
                    </a:cubicBezTo>
                    <a:cubicBezTo>
                      <a:pt x="162098" y="185738"/>
                      <a:pt x="162098" y="202692"/>
                      <a:pt x="172576" y="213265"/>
                    </a:cubicBezTo>
                    <a:lnTo>
                      <a:pt x="239251" y="276511"/>
                    </a:lnTo>
                    <a:lnTo>
                      <a:pt x="239251" y="350234"/>
                    </a:lnTo>
                    <a:lnTo>
                      <a:pt x="101709" y="343757"/>
                    </a:lnTo>
                    <a:cubicBezTo>
                      <a:pt x="86660" y="342995"/>
                      <a:pt x="73897" y="354521"/>
                      <a:pt x="73134" y="369570"/>
                    </a:cubicBezTo>
                    <a:cubicBezTo>
                      <a:pt x="73134" y="369570"/>
                      <a:pt x="73134" y="369570"/>
                      <a:pt x="73134" y="369570"/>
                    </a:cubicBezTo>
                    <a:cubicBezTo>
                      <a:pt x="72087" y="384524"/>
                      <a:pt x="83136" y="397478"/>
                      <a:pt x="98090" y="398717"/>
                    </a:cubicBezTo>
                    <a:lnTo>
                      <a:pt x="239155" y="405289"/>
                    </a:lnTo>
                    <a:lnTo>
                      <a:pt x="239155" y="486728"/>
                    </a:lnTo>
                    <a:lnTo>
                      <a:pt x="89136" y="545973"/>
                    </a:lnTo>
                    <a:cubicBezTo>
                      <a:pt x="74468" y="551783"/>
                      <a:pt x="67324" y="568452"/>
                      <a:pt x="73230" y="583121"/>
                    </a:cubicBezTo>
                    <a:cubicBezTo>
                      <a:pt x="73230" y="583121"/>
                      <a:pt x="73230" y="583121"/>
                      <a:pt x="73230" y="583216"/>
                    </a:cubicBezTo>
                    <a:cubicBezTo>
                      <a:pt x="78468" y="598075"/>
                      <a:pt x="94756" y="605981"/>
                      <a:pt x="109615" y="600742"/>
                    </a:cubicBezTo>
                    <a:cubicBezTo>
                      <a:pt x="109615" y="600742"/>
                      <a:pt x="109615" y="600742"/>
                      <a:pt x="109615" y="600742"/>
                    </a:cubicBezTo>
                    <a:lnTo>
                      <a:pt x="238965" y="548831"/>
                    </a:lnTo>
                    <a:lnTo>
                      <a:pt x="239155" y="5492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445" name="Google Shape;445;p61"/>
              <p:cNvSpPr/>
              <p:nvPr/>
            </p:nvSpPr>
            <p:spPr>
              <a:xfrm>
                <a:off x="3324225" y="2700241"/>
                <a:ext cx="1601438" cy="1455705"/>
              </a:xfrm>
              <a:custGeom>
                <a:rect b="b" l="l" r="r" t="t"/>
                <a:pathLst>
                  <a:path extrusionOk="0" h="1455705" w="1601438">
                    <a:moveTo>
                      <a:pt x="1337977" y="82201"/>
                    </a:moveTo>
                    <a:lnTo>
                      <a:pt x="1377315" y="124206"/>
                    </a:lnTo>
                    <a:cubicBezTo>
                      <a:pt x="1383316" y="131159"/>
                      <a:pt x="1393793" y="131921"/>
                      <a:pt x="1400747" y="126016"/>
                    </a:cubicBezTo>
                    <a:cubicBezTo>
                      <a:pt x="1407414" y="119729"/>
                      <a:pt x="1407795" y="109252"/>
                      <a:pt x="1401509" y="102489"/>
                    </a:cubicBezTo>
                    <a:lnTo>
                      <a:pt x="1356836" y="54864"/>
                    </a:lnTo>
                    <a:cubicBezTo>
                      <a:pt x="1372076" y="34195"/>
                      <a:pt x="1390174" y="15716"/>
                      <a:pt x="1410557" y="0"/>
                    </a:cubicBezTo>
                    <a:lnTo>
                      <a:pt x="1601438" y="0"/>
                    </a:lnTo>
                    <a:lnTo>
                      <a:pt x="1601438" y="437864"/>
                    </a:lnTo>
                    <a:lnTo>
                      <a:pt x="1503331" y="437864"/>
                    </a:lnTo>
                    <a:cubicBezTo>
                      <a:pt x="1522381" y="377190"/>
                      <a:pt x="1516856" y="312134"/>
                      <a:pt x="1463802" y="233553"/>
                    </a:cubicBezTo>
                    <a:cubicBezTo>
                      <a:pt x="1609725" y="598361"/>
                      <a:pt x="853631" y="586835"/>
                      <a:pt x="1180910" y="1435703"/>
                    </a:cubicBezTo>
                    <a:lnTo>
                      <a:pt x="1163765" y="1455706"/>
                    </a:lnTo>
                    <a:lnTo>
                      <a:pt x="437769" y="1455706"/>
                    </a:lnTo>
                    <a:lnTo>
                      <a:pt x="146304" y="1165289"/>
                    </a:lnTo>
                    <a:lnTo>
                      <a:pt x="146304" y="437579"/>
                    </a:lnTo>
                    <a:lnTo>
                      <a:pt x="0" y="437579"/>
                    </a:lnTo>
                    <a:lnTo>
                      <a:pt x="0" y="95"/>
                    </a:lnTo>
                    <a:lnTo>
                      <a:pt x="727901" y="95"/>
                    </a:lnTo>
                    <a:lnTo>
                      <a:pt x="727901" y="437960"/>
                    </a:lnTo>
                    <a:lnTo>
                      <a:pt x="581882" y="437960"/>
                    </a:lnTo>
                    <a:lnTo>
                      <a:pt x="581882" y="1017937"/>
                    </a:lnTo>
                    <a:lnTo>
                      <a:pt x="1019747" y="1017937"/>
                    </a:lnTo>
                    <a:lnTo>
                      <a:pt x="1019747" y="437483"/>
                    </a:lnTo>
                    <a:lnTo>
                      <a:pt x="873728" y="437483"/>
                    </a:lnTo>
                    <a:lnTo>
                      <a:pt x="873728" y="95"/>
                    </a:lnTo>
                    <a:lnTo>
                      <a:pt x="1343025" y="95"/>
                    </a:lnTo>
                    <a:cubicBezTo>
                      <a:pt x="1189768" y="114300"/>
                      <a:pt x="1096232" y="410147"/>
                      <a:pt x="1230535" y="617411"/>
                    </a:cubicBezTo>
                    <a:cubicBezTo>
                      <a:pt x="1252538" y="596551"/>
                      <a:pt x="1278160" y="567023"/>
                      <a:pt x="1308259" y="542925"/>
                    </a:cubicBezTo>
                    <a:cubicBezTo>
                      <a:pt x="1294352" y="519684"/>
                      <a:pt x="1283589" y="494729"/>
                      <a:pt x="1276064" y="468725"/>
                    </a:cubicBezTo>
                    <a:lnTo>
                      <a:pt x="1433417" y="407765"/>
                    </a:lnTo>
                    <a:cubicBezTo>
                      <a:pt x="1442657" y="404336"/>
                      <a:pt x="1447324" y="394049"/>
                      <a:pt x="1443895" y="384810"/>
                    </a:cubicBezTo>
                    <a:cubicBezTo>
                      <a:pt x="1440466" y="375571"/>
                      <a:pt x="1430179" y="370904"/>
                      <a:pt x="1420939" y="374333"/>
                    </a:cubicBezTo>
                    <a:lnTo>
                      <a:pt x="1267778" y="433673"/>
                    </a:lnTo>
                    <a:cubicBezTo>
                      <a:pt x="1261110" y="396621"/>
                      <a:pt x="1259110" y="358807"/>
                      <a:pt x="1261967" y="321278"/>
                    </a:cubicBezTo>
                    <a:lnTo>
                      <a:pt x="1416082" y="316516"/>
                    </a:lnTo>
                    <a:cubicBezTo>
                      <a:pt x="1425797" y="316325"/>
                      <a:pt x="1433513" y="308420"/>
                      <a:pt x="1433417" y="298704"/>
                    </a:cubicBezTo>
                    <a:cubicBezTo>
                      <a:pt x="1433036" y="288989"/>
                      <a:pt x="1424940" y="281464"/>
                      <a:pt x="1415225" y="281750"/>
                    </a:cubicBezTo>
                    <a:lnTo>
                      <a:pt x="1265587" y="286322"/>
                    </a:lnTo>
                    <a:cubicBezTo>
                      <a:pt x="1270159" y="252698"/>
                      <a:pt x="1277874" y="219647"/>
                      <a:pt x="1288542" y="187452"/>
                    </a:cubicBezTo>
                    <a:lnTo>
                      <a:pt x="1394746" y="222314"/>
                    </a:lnTo>
                    <a:cubicBezTo>
                      <a:pt x="1403699" y="225552"/>
                      <a:pt x="1413510" y="220980"/>
                      <a:pt x="1416844" y="212122"/>
                    </a:cubicBezTo>
                    <a:cubicBezTo>
                      <a:pt x="1419797" y="203168"/>
                      <a:pt x="1414939" y="193453"/>
                      <a:pt x="1405985" y="190405"/>
                    </a:cubicBezTo>
                    <a:lnTo>
                      <a:pt x="1300258" y="155639"/>
                    </a:lnTo>
                    <a:cubicBezTo>
                      <a:pt x="1310640" y="130112"/>
                      <a:pt x="1323308" y="105537"/>
                      <a:pt x="1337977" y="82296"/>
                    </a:cubicBezTo>
                    <a:lnTo>
                      <a:pt x="1337977" y="8229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</p:grpSp>
      <p:sp>
        <p:nvSpPr>
          <p:cNvPr id="446" name="Google Shape;446;p61"/>
          <p:cNvSpPr txBox="1"/>
          <p:nvPr/>
        </p:nvSpPr>
        <p:spPr>
          <a:xfrm>
            <a:off x="274320" y="6375028"/>
            <a:ext cx="30289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A7A9A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UNIVERSITY OF UTAH HEALTH</a:t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7" name="Google Shape;447;p61"/>
          <p:cNvSpPr txBox="1"/>
          <p:nvPr>
            <p:ph type="title"/>
          </p:nvPr>
        </p:nvSpPr>
        <p:spPr>
          <a:xfrm>
            <a:off x="365760" y="365760"/>
            <a:ext cx="10958513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61"/>
          <p:cNvSpPr txBox="1"/>
          <p:nvPr>
            <p:ph idx="1" type="body"/>
          </p:nvPr>
        </p:nvSpPr>
        <p:spPr>
          <a:xfrm>
            <a:off x="365760" y="1095208"/>
            <a:ext cx="1095697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449" name="Google Shape;449;p61"/>
          <p:cNvGrpSpPr/>
          <p:nvPr/>
        </p:nvGrpSpPr>
        <p:grpSpPr>
          <a:xfrm>
            <a:off x="-3424512" y="-1"/>
            <a:ext cx="3208421" cy="6857999"/>
            <a:chOff x="-3424512" y="-1"/>
            <a:chExt cx="3208421" cy="6857999"/>
          </a:xfrm>
        </p:grpSpPr>
        <p:sp>
          <p:nvSpPr>
            <p:cNvPr id="450" name="Google Shape;450;p61"/>
            <p:cNvSpPr/>
            <p:nvPr/>
          </p:nvSpPr>
          <p:spPr>
            <a:xfrm>
              <a:off x="-3424512" y="-1"/>
              <a:ext cx="3208421" cy="685799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51" name="Google Shape;451;p61"/>
            <p:cNvSpPr txBox="1"/>
            <p:nvPr/>
          </p:nvSpPr>
          <p:spPr>
            <a:xfrm>
              <a:off x="-3267122" y="150741"/>
              <a:ext cx="2941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GB" sz="3200" u="none" cap="none" strike="noStrike">
                  <a:solidFill>
                    <a:schemeClr val="accen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Instruction: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61"/>
            <p:cNvSpPr txBox="1"/>
            <p:nvPr/>
          </p:nvSpPr>
          <p:spPr>
            <a:xfrm>
              <a:off x="-3267122" y="818147"/>
              <a:ext cx="294176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To underline keyword in title text box, highlight selected word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53" name="Google Shape;453;p6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143860" y="1824108"/>
              <a:ext cx="875152" cy="905001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454" name="Google Shape;454;p61"/>
            <p:cNvSpPr txBox="1"/>
            <p:nvPr/>
          </p:nvSpPr>
          <p:spPr>
            <a:xfrm>
              <a:off x="-3267122" y="2906262"/>
              <a:ext cx="2502568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2. Then go to 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‘Bold’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in the toolbar and then </a:t>
              </a:r>
              <a:b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‘underline’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after.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55" name="Google Shape;455;p61"/>
            <p:cNvPicPr preferRelativeResize="0"/>
            <p:nvPr/>
          </p:nvPicPr>
          <p:blipFill rotWithShape="1">
            <a:blip r:embed="rId3">
              <a:alphaModFix/>
            </a:blip>
            <a:srcRect b="-62788" l="0" r="0" t="-62788"/>
            <a:stretch/>
          </p:blipFill>
          <p:spPr>
            <a:xfrm>
              <a:off x="-3143862" y="4212225"/>
              <a:ext cx="1654280" cy="1614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6" name="Google Shape;456;p61"/>
            <p:cNvSpPr/>
            <p:nvPr/>
          </p:nvSpPr>
          <p:spPr>
            <a:xfrm>
              <a:off x="-3095847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57" name="Google Shape;457;p61"/>
            <p:cNvSpPr/>
            <p:nvPr/>
          </p:nvSpPr>
          <p:spPr>
            <a:xfrm>
              <a:off x="-2236570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458" name="Google Shape;458;p61"/>
          <p:cNvSpPr txBox="1"/>
          <p:nvPr>
            <p:ph idx="2" type="body"/>
          </p:nvPr>
        </p:nvSpPr>
        <p:spPr>
          <a:xfrm>
            <a:off x="274320" y="5943600"/>
            <a:ext cx="10672763" cy="3304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indent="-342900" lvl="1" marL="9144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9" name="Google Shape;459;p61"/>
          <p:cNvSpPr/>
          <p:nvPr>
            <p:ph idx="3" type="pic"/>
          </p:nvPr>
        </p:nvSpPr>
        <p:spPr>
          <a:xfrm>
            <a:off x="6249988" y="1617663"/>
            <a:ext cx="5942012" cy="420923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460" name="Google Shape;460;p61"/>
          <p:cNvSpPr/>
          <p:nvPr>
            <p:ph idx="4" type="pic"/>
          </p:nvPr>
        </p:nvSpPr>
        <p:spPr>
          <a:xfrm>
            <a:off x="0" y="1617663"/>
            <a:ext cx="5942012" cy="420923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 x3">
  <p:cSld name="Title and Images x3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2" name="Google Shape;462;p62"/>
          <p:cNvGrpSpPr/>
          <p:nvPr/>
        </p:nvGrpSpPr>
        <p:grpSpPr>
          <a:xfrm>
            <a:off x="-3424512" y="-1"/>
            <a:ext cx="3208421" cy="6857999"/>
            <a:chOff x="-3424512" y="-1"/>
            <a:chExt cx="3208421" cy="6857999"/>
          </a:xfrm>
        </p:grpSpPr>
        <p:sp>
          <p:nvSpPr>
            <p:cNvPr id="463" name="Google Shape;463;p62"/>
            <p:cNvSpPr/>
            <p:nvPr/>
          </p:nvSpPr>
          <p:spPr>
            <a:xfrm>
              <a:off x="-3424512" y="-1"/>
              <a:ext cx="3208421" cy="685799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64" name="Google Shape;464;p62"/>
            <p:cNvSpPr txBox="1"/>
            <p:nvPr/>
          </p:nvSpPr>
          <p:spPr>
            <a:xfrm>
              <a:off x="-3267122" y="150741"/>
              <a:ext cx="2941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GB" sz="3200" u="none" cap="none" strike="noStrike">
                  <a:solidFill>
                    <a:schemeClr val="accen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Instruction 1: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62"/>
            <p:cNvSpPr txBox="1"/>
            <p:nvPr/>
          </p:nvSpPr>
          <p:spPr>
            <a:xfrm>
              <a:off x="-3267122" y="818147"/>
              <a:ext cx="294176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To underline keyword in title text box, highlight selected word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66" name="Google Shape;466;p6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143860" y="1824108"/>
              <a:ext cx="875152" cy="905001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467" name="Google Shape;467;p62"/>
            <p:cNvSpPr txBox="1"/>
            <p:nvPr/>
          </p:nvSpPr>
          <p:spPr>
            <a:xfrm>
              <a:off x="-3267122" y="2906262"/>
              <a:ext cx="2502568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2. Then go to 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‘Bold’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in the toolbar and then </a:t>
              </a:r>
              <a:b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‘underline’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after.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68" name="Google Shape;468;p62"/>
            <p:cNvPicPr preferRelativeResize="0"/>
            <p:nvPr/>
          </p:nvPicPr>
          <p:blipFill rotWithShape="1">
            <a:blip r:embed="rId3">
              <a:alphaModFix/>
            </a:blip>
            <a:srcRect b="-62788" l="0" r="0" t="-62788"/>
            <a:stretch/>
          </p:blipFill>
          <p:spPr>
            <a:xfrm>
              <a:off x="-3143862" y="4212225"/>
              <a:ext cx="1654280" cy="1614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62"/>
            <p:cNvSpPr/>
            <p:nvPr/>
          </p:nvSpPr>
          <p:spPr>
            <a:xfrm>
              <a:off x="-3095847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70" name="Google Shape;470;p62"/>
            <p:cNvSpPr/>
            <p:nvPr/>
          </p:nvSpPr>
          <p:spPr>
            <a:xfrm>
              <a:off x="-2236570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471" name="Google Shape;471;p62"/>
          <p:cNvGrpSpPr/>
          <p:nvPr/>
        </p:nvGrpSpPr>
        <p:grpSpPr>
          <a:xfrm>
            <a:off x="10729913" y="6334847"/>
            <a:ext cx="1126458" cy="295807"/>
            <a:chOff x="6455388" y="4102692"/>
            <a:chExt cx="5543454" cy="1455705"/>
          </a:xfrm>
        </p:grpSpPr>
        <p:sp>
          <p:nvSpPr>
            <p:cNvPr id="472" name="Google Shape;472;p62"/>
            <p:cNvSpPr/>
            <p:nvPr/>
          </p:nvSpPr>
          <p:spPr>
            <a:xfrm>
              <a:off x="8423253" y="4383013"/>
              <a:ext cx="3575494" cy="683609"/>
            </a:xfrm>
            <a:custGeom>
              <a:rect b="b" l="l" r="r" t="t"/>
              <a:pathLst>
                <a:path extrusionOk="0" h="683609" w="3575494">
                  <a:moveTo>
                    <a:pt x="527495" y="0"/>
                  </a:moveTo>
                  <a:lnTo>
                    <a:pt x="527495" y="683133"/>
                  </a:lnTo>
                  <a:lnTo>
                    <a:pt x="399669" y="683133"/>
                  </a:lnTo>
                  <a:lnTo>
                    <a:pt x="399669" y="400622"/>
                  </a:lnTo>
                  <a:lnTo>
                    <a:pt x="125921" y="400622"/>
                  </a:lnTo>
                  <a:lnTo>
                    <a:pt x="125921" y="683228"/>
                  </a:lnTo>
                  <a:lnTo>
                    <a:pt x="0" y="683228"/>
                  </a:lnTo>
                  <a:lnTo>
                    <a:pt x="0" y="0"/>
                  </a:lnTo>
                  <a:lnTo>
                    <a:pt x="125921" y="0"/>
                  </a:lnTo>
                  <a:lnTo>
                    <a:pt x="125921" y="286607"/>
                  </a:lnTo>
                  <a:lnTo>
                    <a:pt x="399574" y="286607"/>
                  </a:lnTo>
                  <a:lnTo>
                    <a:pt x="399574" y="0"/>
                  </a:lnTo>
                  <a:lnTo>
                    <a:pt x="527495" y="0"/>
                  </a:lnTo>
                  <a:close/>
                  <a:moveTo>
                    <a:pt x="715994" y="0"/>
                  </a:moveTo>
                  <a:lnTo>
                    <a:pt x="1138809" y="0"/>
                  </a:lnTo>
                  <a:lnTo>
                    <a:pt x="1138809" y="113062"/>
                  </a:lnTo>
                  <a:lnTo>
                    <a:pt x="841915" y="113062"/>
                  </a:lnTo>
                  <a:lnTo>
                    <a:pt x="841915" y="290989"/>
                  </a:lnTo>
                  <a:lnTo>
                    <a:pt x="1101662" y="290989"/>
                  </a:lnTo>
                  <a:lnTo>
                    <a:pt x="1101662" y="403003"/>
                  </a:lnTo>
                  <a:lnTo>
                    <a:pt x="841915" y="403003"/>
                  </a:lnTo>
                  <a:lnTo>
                    <a:pt x="841915" y="570548"/>
                  </a:lnTo>
                  <a:lnTo>
                    <a:pt x="1148334" y="570548"/>
                  </a:lnTo>
                  <a:lnTo>
                    <a:pt x="1148334" y="683609"/>
                  </a:lnTo>
                  <a:lnTo>
                    <a:pt x="715994" y="683609"/>
                  </a:lnTo>
                  <a:lnTo>
                    <a:pt x="715994" y="0"/>
                  </a:lnTo>
                  <a:close/>
                  <a:moveTo>
                    <a:pt x="1686687" y="517589"/>
                  </a:moveTo>
                  <a:lnTo>
                    <a:pt x="1431893" y="517589"/>
                  </a:lnTo>
                  <a:lnTo>
                    <a:pt x="1369409" y="683228"/>
                  </a:lnTo>
                  <a:lnTo>
                    <a:pt x="1234535" y="683228"/>
                  </a:lnTo>
                  <a:lnTo>
                    <a:pt x="1490377" y="95"/>
                  </a:lnTo>
                  <a:lnTo>
                    <a:pt x="1627251" y="95"/>
                  </a:lnTo>
                  <a:lnTo>
                    <a:pt x="1883092" y="683228"/>
                  </a:lnTo>
                  <a:lnTo>
                    <a:pt x="1749171" y="683228"/>
                  </a:lnTo>
                  <a:lnTo>
                    <a:pt x="1686592" y="517589"/>
                  </a:lnTo>
                  <a:close/>
                  <a:moveTo>
                    <a:pt x="1474470" y="406527"/>
                  </a:moveTo>
                  <a:lnTo>
                    <a:pt x="1645063" y="406527"/>
                  </a:lnTo>
                  <a:lnTo>
                    <a:pt x="1558862" y="145733"/>
                  </a:lnTo>
                  <a:lnTo>
                    <a:pt x="1474565" y="406527"/>
                  </a:lnTo>
                  <a:close/>
                  <a:moveTo>
                    <a:pt x="1995392" y="0"/>
                  </a:moveTo>
                  <a:lnTo>
                    <a:pt x="2121980" y="0"/>
                  </a:lnTo>
                  <a:lnTo>
                    <a:pt x="2121980" y="570167"/>
                  </a:lnTo>
                  <a:lnTo>
                    <a:pt x="2385632" y="570167"/>
                  </a:lnTo>
                  <a:lnTo>
                    <a:pt x="2385632" y="683228"/>
                  </a:lnTo>
                  <a:lnTo>
                    <a:pt x="1995392" y="683228"/>
                  </a:lnTo>
                  <a:lnTo>
                    <a:pt x="1995392" y="0"/>
                  </a:lnTo>
                  <a:close/>
                  <a:moveTo>
                    <a:pt x="2395157" y="0"/>
                  </a:moveTo>
                  <a:lnTo>
                    <a:pt x="2907792" y="0"/>
                  </a:lnTo>
                  <a:lnTo>
                    <a:pt x="2907792" y="116014"/>
                  </a:lnTo>
                  <a:lnTo>
                    <a:pt x="2715863" y="116014"/>
                  </a:lnTo>
                  <a:lnTo>
                    <a:pt x="2715863" y="683228"/>
                  </a:lnTo>
                  <a:lnTo>
                    <a:pt x="2587942" y="683228"/>
                  </a:lnTo>
                  <a:lnTo>
                    <a:pt x="2587942" y="116014"/>
                  </a:lnTo>
                  <a:lnTo>
                    <a:pt x="2395061" y="116014"/>
                  </a:lnTo>
                  <a:lnTo>
                    <a:pt x="2395061" y="0"/>
                  </a:lnTo>
                  <a:close/>
                  <a:moveTo>
                    <a:pt x="3575494" y="0"/>
                  </a:moveTo>
                  <a:lnTo>
                    <a:pt x="3575494" y="683133"/>
                  </a:lnTo>
                  <a:lnTo>
                    <a:pt x="3447764" y="683133"/>
                  </a:lnTo>
                  <a:lnTo>
                    <a:pt x="3447764" y="400622"/>
                  </a:lnTo>
                  <a:lnTo>
                    <a:pt x="3174111" y="400622"/>
                  </a:lnTo>
                  <a:lnTo>
                    <a:pt x="3174111" y="683228"/>
                  </a:lnTo>
                  <a:lnTo>
                    <a:pt x="3048191" y="683228"/>
                  </a:lnTo>
                  <a:lnTo>
                    <a:pt x="3048191" y="0"/>
                  </a:lnTo>
                  <a:lnTo>
                    <a:pt x="3174111" y="0"/>
                  </a:lnTo>
                  <a:lnTo>
                    <a:pt x="3174111" y="286607"/>
                  </a:lnTo>
                  <a:lnTo>
                    <a:pt x="3447764" y="286607"/>
                  </a:lnTo>
                  <a:lnTo>
                    <a:pt x="3447764" y="0"/>
                  </a:lnTo>
                  <a:lnTo>
                    <a:pt x="35754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73" name="Google Shape;473;p62"/>
            <p:cNvSpPr/>
            <p:nvPr/>
          </p:nvSpPr>
          <p:spPr>
            <a:xfrm>
              <a:off x="8418776" y="5302158"/>
              <a:ext cx="3580066" cy="255953"/>
            </a:xfrm>
            <a:custGeom>
              <a:rect b="b" l="l" r="r" t="t"/>
              <a:pathLst>
                <a:path extrusionOk="0" h="255953" w="3580066">
                  <a:moveTo>
                    <a:pt x="146113" y="165847"/>
                  </a:moveTo>
                  <a:lnTo>
                    <a:pt x="146113" y="3065"/>
                  </a:lnTo>
                  <a:lnTo>
                    <a:pt x="184880" y="3065"/>
                  </a:lnTo>
                  <a:lnTo>
                    <a:pt x="184880" y="165847"/>
                  </a:lnTo>
                  <a:cubicBezTo>
                    <a:pt x="185452" y="214996"/>
                    <a:pt x="146113" y="255382"/>
                    <a:pt x="96964" y="255954"/>
                  </a:cubicBezTo>
                  <a:cubicBezTo>
                    <a:pt x="95536" y="255954"/>
                    <a:pt x="94107" y="255954"/>
                    <a:pt x="92583" y="255954"/>
                  </a:cubicBezTo>
                  <a:cubicBezTo>
                    <a:pt x="42672" y="255954"/>
                    <a:pt x="0" y="220521"/>
                    <a:pt x="0" y="165943"/>
                  </a:cubicBezTo>
                  <a:lnTo>
                    <a:pt x="0" y="3160"/>
                  </a:lnTo>
                  <a:lnTo>
                    <a:pt x="39148" y="3160"/>
                  </a:lnTo>
                  <a:lnTo>
                    <a:pt x="39148" y="165943"/>
                  </a:lnTo>
                  <a:cubicBezTo>
                    <a:pt x="39148" y="195470"/>
                    <a:pt x="63151" y="219473"/>
                    <a:pt x="92678" y="219473"/>
                  </a:cubicBezTo>
                  <a:cubicBezTo>
                    <a:pt x="122206" y="219473"/>
                    <a:pt x="146209" y="195470"/>
                    <a:pt x="146209" y="165943"/>
                  </a:cubicBezTo>
                  <a:lnTo>
                    <a:pt x="146113" y="165943"/>
                  </a:lnTo>
                  <a:close/>
                  <a:moveTo>
                    <a:pt x="434435" y="252239"/>
                  </a:moveTo>
                  <a:lnTo>
                    <a:pt x="398621" y="252239"/>
                  </a:lnTo>
                  <a:lnTo>
                    <a:pt x="291560" y="73931"/>
                  </a:lnTo>
                  <a:lnTo>
                    <a:pt x="291560" y="252239"/>
                  </a:lnTo>
                  <a:lnTo>
                    <a:pt x="253460" y="252239"/>
                  </a:lnTo>
                  <a:lnTo>
                    <a:pt x="253460" y="3065"/>
                  </a:lnTo>
                  <a:lnTo>
                    <a:pt x="290417" y="3065"/>
                  </a:lnTo>
                  <a:lnTo>
                    <a:pt x="396335" y="179944"/>
                  </a:lnTo>
                  <a:lnTo>
                    <a:pt x="396335" y="3065"/>
                  </a:lnTo>
                  <a:lnTo>
                    <a:pt x="434435" y="3065"/>
                  </a:lnTo>
                  <a:lnTo>
                    <a:pt x="434435" y="252239"/>
                  </a:lnTo>
                  <a:close/>
                  <a:moveTo>
                    <a:pt x="497014" y="3065"/>
                  </a:moveTo>
                  <a:lnTo>
                    <a:pt x="535114" y="3065"/>
                  </a:lnTo>
                  <a:lnTo>
                    <a:pt x="535114" y="252239"/>
                  </a:lnTo>
                  <a:lnTo>
                    <a:pt x="497014" y="252239"/>
                  </a:lnTo>
                  <a:lnTo>
                    <a:pt x="497014" y="3065"/>
                  </a:lnTo>
                  <a:close/>
                  <a:moveTo>
                    <a:pt x="622935" y="3065"/>
                  </a:moveTo>
                  <a:lnTo>
                    <a:pt x="676180" y="188231"/>
                  </a:lnTo>
                  <a:lnTo>
                    <a:pt x="729710" y="3065"/>
                  </a:lnTo>
                  <a:lnTo>
                    <a:pt x="769525" y="3065"/>
                  </a:lnTo>
                  <a:lnTo>
                    <a:pt x="694372" y="252239"/>
                  </a:lnTo>
                  <a:lnTo>
                    <a:pt x="658558" y="252239"/>
                  </a:lnTo>
                  <a:lnTo>
                    <a:pt x="583025" y="3065"/>
                  </a:lnTo>
                  <a:lnTo>
                    <a:pt x="623125" y="3065"/>
                  </a:lnTo>
                  <a:close/>
                  <a:moveTo>
                    <a:pt x="813911" y="3065"/>
                  </a:moveTo>
                  <a:lnTo>
                    <a:pt x="964025" y="3065"/>
                  </a:lnTo>
                  <a:lnTo>
                    <a:pt x="964025" y="38212"/>
                  </a:lnTo>
                  <a:lnTo>
                    <a:pt x="852297" y="38212"/>
                  </a:lnTo>
                  <a:lnTo>
                    <a:pt x="852297" y="111936"/>
                  </a:lnTo>
                  <a:lnTo>
                    <a:pt x="949928" y="111936"/>
                  </a:lnTo>
                  <a:lnTo>
                    <a:pt x="949928" y="146988"/>
                  </a:lnTo>
                  <a:lnTo>
                    <a:pt x="852297" y="146988"/>
                  </a:lnTo>
                  <a:lnTo>
                    <a:pt x="852297" y="216806"/>
                  </a:lnTo>
                  <a:lnTo>
                    <a:pt x="967645" y="216806"/>
                  </a:lnTo>
                  <a:lnTo>
                    <a:pt x="967645" y="251953"/>
                  </a:lnTo>
                  <a:lnTo>
                    <a:pt x="813911" y="251953"/>
                  </a:lnTo>
                  <a:lnTo>
                    <a:pt x="813911" y="3160"/>
                  </a:lnTo>
                  <a:close/>
                  <a:moveTo>
                    <a:pt x="1200436" y="252239"/>
                  </a:moveTo>
                  <a:lnTo>
                    <a:pt x="1153763" y="252239"/>
                  </a:lnTo>
                  <a:lnTo>
                    <a:pt x="1091565" y="160799"/>
                  </a:lnTo>
                  <a:lnTo>
                    <a:pt x="1064800" y="160799"/>
                  </a:lnTo>
                  <a:lnTo>
                    <a:pt x="1064800" y="252239"/>
                  </a:lnTo>
                  <a:lnTo>
                    <a:pt x="1026128" y="252239"/>
                  </a:lnTo>
                  <a:lnTo>
                    <a:pt x="1026128" y="3065"/>
                  </a:lnTo>
                  <a:lnTo>
                    <a:pt x="1123379" y="3065"/>
                  </a:lnTo>
                  <a:cubicBezTo>
                    <a:pt x="1176909" y="3065"/>
                    <a:pt x="1199483" y="42499"/>
                    <a:pt x="1199483" y="82218"/>
                  </a:cubicBezTo>
                  <a:cubicBezTo>
                    <a:pt x="1199483" y="118794"/>
                    <a:pt x="1181005" y="154227"/>
                    <a:pt x="1135094" y="159180"/>
                  </a:cubicBezTo>
                  <a:lnTo>
                    <a:pt x="1200245" y="252144"/>
                  </a:lnTo>
                  <a:close/>
                  <a:moveTo>
                    <a:pt x="1064895" y="38117"/>
                  </a:moveTo>
                  <a:lnTo>
                    <a:pt x="1064895" y="125271"/>
                  </a:lnTo>
                  <a:lnTo>
                    <a:pt x="1120616" y="125271"/>
                  </a:lnTo>
                  <a:cubicBezTo>
                    <a:pt x="1148524" y="125271"/>
                    <a:pt x="1159669" y="103173"/>
                    <a:pt x="1159669" y="81837"/>
                  </a:cubicBezTo>
                  <a:cubicBezTo>
                    <a:pt x="1159669" y="60501"/>
                    <a:pt x="1148810" y="38022"/>
                    <a:pt x="1121569" y="38022"/>
                  </a:cubicBezTo>
                  <a:lnTo>
                    <a:pt x="1064895" y="38022"/>
                  </a:lnTo>
                  <a:close/>
                  <a:moveTo>
                    <a:pt x="1290256" y="179849"/>
                  </a:moveTo>
                  <a:cubicBezTo>
                    <a:pt x="1291019" y="200137"/>
                    <a:pt x="1310164" y="220711"/>
                    <a:pt x="1339882" y="220711"/>
                  </a:cubicBezTo>
                  <a:cubicBezTo>
                    <a:pt x="1369600" y="220711"/>
                    <a:pt x="1384364" y="204805"/>
                    <a:pt x="1386935" y="186707"/>
                  </a:cubicBezTo>
                  <a:cubicBezTo>
                    <a:pt x="1388364" y="163561"/>
                    <a:pt x="1370648" y="151560"/>
                    <a:pt x="1347502" y="146131"/>
                  </a:cubicBezTo>
                  <a:lnTo>
                    <a:pt x="1315974" y="138225"/>
                  </a:lnTo>
                  <a:cubicBezTo>
                    <a:pt x="1262444" y="123747"/>
                    <a:pt x="1254062" y="93362"/>
                    <a:pt x="1254062" y="71550"/>
                  </a:cubicBezTo>
                  <a:cubicBezTo>
                    <a:pt x="1254062" y="28878"/>
                    <a:pt x="1292162" y="303"/>
                    <a:pt x="1336072" y="303"/>
                  </a:cubicBezTo>
                  <a:cubicBezTo>
                    <a:pt x="1379982" y="303"/>
                    <a:pt x="1417034" y="28878"/>
                    <a:pt x="1417034" y="74026"/>
                  </a:cubicBezTo>
                  <a:lnTo>
                    <a:pt x="1378934" y="74026"/>
                  </a:lnTo>
                  <a:cubicBezTo>
                    <a:pt x="1378934" y="51262"/>
                    <a:pt x="1361218" y="35926"/>
                    <a:pt x="1335500" y="35926"/>
                  </a:cubicBezTo>
                  <a:cubicBezTo>
                    <a:pt x="1312736" y="35926"/>
                    <a:pt x="1292447" y="49642"/>
                    <a:pt x="1292447" y="70312"/>
                  </a:cubicBezTo>
                  <a:cubicBezTo>
                    <a:pt x="1292447" y="79837"/>
                    <a:pt x="1296067" y="95267"/>
                    <a:pt x="1325785" y="102887"/>
                  </a:cubicBezTo>
                  <a:lnTo>
                    <a:pt x="1357598" y="111174"/>
                  </a:lnTo>
                  <a:cubicBezTo>
                    <a:pt x="1407890" y="124604"/>
                    <a:pt x="1428845" y="152798"/>
                    <a:pt x="1424940" y="188517"/>
                  </a:cubicBezTo>
                  <a:cubicBezTo>
                    <a:pt x="1421321" y="227569"/>
                    <a:pt x="1387697" y="255192"/>
                    <a:pt x="1339977" y="255192"/>
                  </a:cubicBezTo>
                  <a:cubicBezTo>
                    <a:pt x="1288256" y="255192"/>
                    <a:pt x="1252156" y="219759"/>
                    <a:pt x="1252156" y="179087"/>
                  </a:cubicBezTo>
                  <a:lnTo>
                    <a:pt x="1290256" y="179754"/>
                  </a:lnTo>
                  <a:close/>
                  <a:moveTo>
                    <a:pt x="1475041" y="2970"/>
                  </a:moveTo>
                  <a:lnTo>
                    <a:pt x="1513141" y="2970"/>
                  </a:lnTo>
                  <a:lnTo>
                    <a:pt x="1513141" y="252144"/>
                  </a:lnTo>
                  <a:lnTo>
                    <a:pt x="1475041" y="252144"/>
                  </a:lnTo>
                  <a:lnTo>
                    <a:pt x="1475041" y="2970"/>
                  </a:lnTo>
                  <a:close/>
                  <a:moveTo>
                    <a:pt x="1557147" y="2970"/>
                  </a:moveTo>
                  <a:lnTo>
                    <a:pt x="1742980" y="2970"/>
                  </a:lnTo>
                  <a:lnTo>
                    <a:pt x="1742980" y="38784"/>
                  </a:lnTo>
                  <a:lnTo>
                    <a:pt x="1669732" y="38784"/>
                  </a:lnTo>
                  <a:lnTo>
                    <a:pt x="1669732" y="252239"/>
                  </a:lnTo>
                  <a:lnTo>
                    <a:pt x="1630680" y="252239"/>
                  </a:lnTo>
                  <a:lnTo>
                    <a:pt x="1630680" y="38879"/>
                  </a:lnTo>
                  <a:lnTo>
                    <a:pt x="1557338" y="38879"/>
                  </a:lnTo>
                  <a:lnTo>
                    <a:pt x="1557338" y="2970"/>
                  </a:lnTo>
                  <a:close/>
                  <a:moveTo>
                    <a:pt x="1861375" y="252144"/>
                  </a:moveTo>
                  <a:lnTo>
                    <a:pt x="1861375" y="137939"/>
                  </a:lnTo>
                  <a:lnTo>
                    <a:pt x="1766221" y="3065"/>
                  </a:lnTo>
                  <a:lnTo>
                    <a:pt x="1812227" y="3065"/>
                  </a:lnTo>
                  <a:lnTo>
                    <a:pt x="1880997" y="102125"/>
                  </a:lnTo>
                  <a:lnTo>
                    <a:pt x="1950434" y="3065"/>
                  </a:lnTo>
                  <a:lnTo>
                    <a:pt x="1996440" y="3065"/>
                  </a:lnTo>
                  <a:lnTo>
                    <a:pt x="1900619" y="138320"/>
                  </a:lnTo>
                  <a:lnTo>
                    <a:pt x="1900619" y="252525"/>
                  </a:lnTo>
                  <a:lnTo>
                    <a:pt x="1861566" y="252144"/>
                  </a:lnTo>
                  <a:close/>
                  <a:moveTo>
                    <a:pt x="2238566" y="17"/>
                  </a:moveTo>
                  <a:cubicBezTo>
                    <a:pt x="2309146" y="-1126"/>
                    <a:pt x="2367248" y="55262"/>
                    <a:pt x="2368391" y="125842"/>
                  </a:cubicBezTo>
                  <a:cubicBezTo>
                    <a:pt x="2369534" y="196423"/>
                    <a:pt x="2313146" y="254525"/>
                    <a:pt x="2242566" y="255668"/>
                  </a:cubicBezTo>
                  <a:cubicBezTo>
                    <a:pt x="2171986" y="256811"/>
                    <a:pt x="2113883" y="200423"/>
                    <a:pt x="2112740" y="129843"/>
                  </a:cubicBezTo>
                  <a:cubicBezTo>
                    <a:pt x="2112740" y="129271"/>
                    <a:pt x="2112740" y="128605"/>
                    <a:pt x="2112740" y="128033"/>
                  </a:cubicBezTo>
                  <a:cubicBezTo>
                    <a:pt x="2111788" y="58310"/>
                    <a:pt x="2167604" y="970"/>
                    <a:pt x="2237327" y="17"/>
                  </a:cubicBezTo>
                  <a:cubicBezTo>
                    <a:pt x="2237708" y="17"/>
                    <a:pt x="2238184" y="17"/>
                    <a:pt x="2238566" y="17"/>
                  </a:cubicBezTo>
                  <a:close/>
                  <a:moveTo>
                    <a:pt x="2238566" y="218140"/>
                  </a:moveTo>
                  <a:cubicBezTo>
                    <a:pt x="2288381" y="219664"/>
                    <a:pt x="2330006" y="180516"/>
                    <a:pt x="2331530" y="130700"/>
                  </a:cubicBezTo>
                  <a:cubicBezTo>
                    <a:pt x="2333054" y="80884"/>
                    <a:pt x="2293906" y="39260"/>
                    <a:pt x="2244090" y="37736"/>
                  </a:cubicBezTo>
                  <a:cubicBezTo>
                    <a:pt x="2194274" y="36212"/>
                    <a:pt x="2152650" y="75360"/>
                    <a:pt x="2151126" y="125176"/>
                  </a:cubicBezTo>
                  <a:cubicBezTo>
                    <a:pt x="2151126" y="126128"/>
                    <a:pt x="2151126" y="127081"/>
                    <a:pt x="2151126" y="128128"/>
                  </a:cubicBezTo>
                  <a:cubicBezTo>
                    <a:pt x="2150078" y="176896"/>
                    <a:pt x="2188750" y="217187"/>
                    <a:pt x="2237423" y="218235"/>
                  </a:cubicBezTo>
                  <a:cubicBezTo>
                    <a:pt x="2237804" y="218235"/>
                    <a:pt x="2238184" y="218235"/>
                    <a:pt x="2238566" y="218235"/>
                  </a:cubicBezTo>
                  <a:lnTo>
                    <a:pt x="2238566" y="218235"/>
                  </a:lnTo>
                  <a:close/>
                  <a:moveTo>
                    <a:pt x="2413349" y="2970"/>
                  </a:moveTo>
                  <a:lnTo>
                    <a:pt x="2561558" y="2970"/>
                  </a:lnTo>
                  <a:lnTo>
                    <a:pt x="2561558" y="38117"/>
                  </a:lnTo>
                  <a:lnTo>
                    <a:pt x="2451640" y="38117"/>
                  </a:lnTo>
                  <a:lnTo>
                    <a:pt x="2451640" y="111841"/>
                  </a:lnTo>
                  <a:lnTo>
                    <a:pt x="2538413" y="111841"/>
                  </a:lnTo>
                  <a:lnTo>
                    <a:pt x="2538413" y="146893"/>
                  </a:lnTo>
                  <a:lnTo>
                    <a:pt x="2451640" y="146893"/>
                  </a:lnTo>
                  <a:lnTo>
                    <a:pt x="2451640" y="251572"/>
                  </a:lnTo>
                  <a:lnTo>
                    <a:pt x="2413540" y="251572"/>
                  </a:lnTo>
                  <a:lnTo>
                    <a:pt x="2413349" y="2970"/>
                  </a:lnTo>
                  <a:close/>
                  <a:moveTo>
                    <a:pt x="2842260" y="165752"/>
                  </a:moveTo>
                  <a:lnTo>
                    <a:pt x="2842260" y="2970"/>
                  </a:lnTo>
                  <a:lnTo>
                    <a:pt x="2881027" y="2970"/>
                  </a:lnTo>
                  <a:lnTo>
                    <a:pt x="2881027" y="165752"/>
                  </a:lnTo>
                  <a:cubicBezTo>
                    <a:pt x="2881598" y="214901"/>
                    <a:pt x="2842260" y="255287"/>
                    <a:pt x="2793111" y="255859"/>
                  </a:cubicBezTo>
                  <a:cubicBezTo>
                    <a:pt x="2791682" y="255859"/>
                    <a:pt x="2790254" y="255859"/>
                    <a:pt x="2788730" y="255859"/>
                  </a:cubicBezTo>
                  <a:cubicBezTo>
                    <a:pt x="2738819" y="255859"/>
                    <a:pt x="2696147" y="220426"/>
                    <a:pt x="2696147" y="165847"/>
                  </a:cubicBezTo>
                  <a:lnTo>
                    <a:pt x="2696147" y="3065"/>
                  </a:lnTo>
                  <a:lnTo>
                    <a:pt x="2735199" y="3065"/>
                  </a:lnTo>
                  <a:lnTo>
                    <a:pt x="2735199" y="165847"/>
                  </a:lnTo>
                  <a:cubicBezTo>
                    <a:pt x="2735199" y="195375"/>
                    <a:pt x="2759202" y="219378"/>
                    <a:pt x="2788730" y="219378"/>
                  </a:cubicBezTo>
                  <a:cubicBezTo>
                    <a:pt x="2818257" y="219378"/>
                    <a:pt x="2842260" y="195375"/>
                    <a:pt x="2842260" y="165847"/>
                  </a:cubicBezTo>
                  <a:close/>
                  <a:moveTo>
                    <a:pt x="2930461" y="2970"/>
                  </a:moveTo>
                  <a:lnTo>
                    <a:pt x="3116390" y="2970"/>
                  </a:lnTo>
                  <a:lnTo>
                    <a:pt x="3116390" y="38784"/>
                  </a:lnTo>
                  <a:lnTo>
                    <a:pt x="3043047" y="38784"/>
                  </a:lnTo>
                  <a:lnTo>
                    <a:pt x="3043047" y="252239"/>
                  </a:lnTo>
                  <a:lnTo>
                    <a:pt x="3003995" y="252239"/>
                  </a:lnTo>
                  <a:lnTo>
                    <a:pt x="3003995" y="38879"/>
                  </a:lnTo>
                  <a:lnTo>
                    <a:pt x="2930652" y="38879"/>
                  </a:lnTo>
                  <a:lnTo>
                    <a:pt x="2930652" y="2970"/>
                  </a:lnTo>
                  <a:close/>
                  <a:moveTo>
                    <a:pt x="3280315" y="190422"/>
                  </a:moveTo>
                  <a:lnTo>
                    <a:pt x="3179826" y="190422"/>
                  </a:lnTo>
                  <a:lnTo>
                    <a:pt x="3155919" y="252715"/>
                  </a:lnTo>
                  <a:lnTo>
                    <a:pt x="3115056" y="252715"/>
                  </a:lnTo>
                  <a:lnTo>
                    <a:pt x="3208782" y="3065"/>
                  </a:lnTo>
                  <a:lnTo>
                    <a:pt x="3250406" y="3065"/>
                  </a:lnTo>
                  <a:lnTo>
                    <a:pt x="3344418" y="252239"/>
                  </a:lnTo>
                  <a:lnTo>
                    <a:pt x="3303937" y="252239"/>
                  </a:lnTo>
                  <a:lnTo>
                    <a:pt x="3280220" y="190422"/>
                  </a:lnTo>
                  <a:close/>
                  <a:moveTo>
                    <a:pt x="3192780" y="156037"/>
                  </a:moveTo>
                  <a:lnTo>
                    <a:pt x="3267266" y="156037"/>
                  </a:lnTo>
                  <a:lnTo>
                    <a:pt x="3230023" y="51357"/>
                  </a:lnTo>
                  <a:lnTo>
                    <a:pt x="3192685" y="156037"/>
                  </a:lnTo>
                  <a:close/>
                  <a:moveTo>
                    <a:pt x="3580066" y="2970"/>
                  </a:moveTo>
                  <a:lnTo>
                    <a:pt x="3580066" y="252144"/>
                  </a:lnTo>
                  <a:lnTo>
                    <a:pt x="3541014" y="252144"/>
                  </a:lnTo>
                  <a:lnTo>
                    <a:pt x="3541014" y="145845"/>
                  </a:lnTo>
                  <a:lnTo>
                    <a:pt x="3428619" y="145845"/>
                  </a:lnTo>
                  <a:lnTo>
                    <a:pt x="3428619" y="252144"/>
                  </a:lnTo>
                  <a:lnTo>
                    <a:pt x="3390519" y="252144"/>
                  </a:lnTo>
                  <a:lnTo>
                    <a:pt x="3390519" y="2970"/>
                  </a:lnTo>
                  <a:lnTo>
                    <a:pt x="3428619" y="2970"/>
                  </a:lnTo>
                  <a:lnTo>
                    <a:pt x="3428619" y="110698"/>
                  </a:lnTo>
                  <a:lnTo>
                    <a:pt x="3541110" y="110698"/>
                  </a:lnTo>
                  <a:lnTo>
                    <a:pt x="3541110" y="2970"/>
                  </a:lnTo>
                  <a:lnTo>
                    <a:pt x="3580066" y="297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grpSp>
          <p:nvGrpSpPr>
            <p:cNvPr id="474" name="Google Shape;474;p62"/>
            <p:cNvGrpSpPr/>
            <p:nvPr/>
          </p:nvGrpSpPr>
          <p:grpSpPr>
            <a:xfrm>
              <a:off x="6455388" y="4102692"/>
              <a:ext cx="1601438" cy="1455705"/>
              <a:chOff x="3324225" y="2700241"/>
              <a:chExt cx="1601438" cy="1455705"/>
            </a:xfrm>
          </p:grpSpPr>
          <p:sp>
            <p:nvSpPr>
              <p:cNvPr id="475" name="Google Shape;475;p62"/>
              <p:cNvSpPr/>
              <p:nvPr/>
            </p:nvSpPr>
            <p:spPr>
              <a:xfrm>
                <a:off x="4540585" y="3230022"/>
                <a:ext cx="239250" cy="787908"/>
              </a:xfrm>
              <a:custGeom>
                <a:rect b="b" l="l" r="r" t="t"/>
                <a:pathLst>
                  <a:path extrusionOk="0" h="787908" w="239250">
                    <a:moveTo>
                      <a:pt x="14270" y="87440"/>
                    </a:moveTo>
                    <a:cubicBezTo>
                      <a:pt x="36273" y="66580"/>
                      <a:pt x="61895" y="37052"/>
                      <a:pt x="91994" y="12954"/>
                    </a:cubicBezTo>
                    <a:moveTo>
                      <a:pt x="239251" y="549307"/>
                    </a:moveTo>
                    <a:lnTo>
                      <a:pt x="239251" y="635603"/>
                    </a:lnTo>
                    <a:lnTo>
                      <a:pt x="85993" y="787908"/>
                    </a:lnTo>
                    <a:cubicBezTo>
                      <a:pt x="-131844" y="356330"/>
                      <a:pt x="118569" y="176879"/>
                      <a:pt x="239251" y="0"/>
                    </a:cubicBezTo>
                    <a:lnTo>
                      <a:pt x="239251" y="201263"/>
                    </a:lnTo>
                    <a:lnTo>
                      <a:pt x="210676" y="173927"/>
                    </a:lnTo>
                    <a:cubicBezTo>
                      <a:pt x="199817" y="163830"/>
                      <a:pt x="182767" y="164402"/>
                      <a:pt x="172576" y="175165"/>
                    </a:cubicBezTo>
                    <a:cubicBezTo>
                      <a:pt x="162098" y="185738"/>
                      <a:pt x="162098" y="202692"/>
                      <a:pt x="172576" y="213265"/>
                    </a:cubicBezTo>
                    <a:lnTo>
                      <a:pt x="239251" y="276511"/>
                    </a:lnTo>
                    <a:lnTo>
                      <a:pt x="239251" y="350234"/>
                    </a:lnTo>
                    <a:lnTo>
                      <a:pt x="101709" y="343757"/>
                    </a:lnTo>
                    <a:cubicBezTo>
                      <a:pt x="86660" y="342995"/>
                      <a:pt x="73897" y="354521"/>
                      <a:pt x="73134" y="369570"/>
                    </a:cubicBezTo>
                    <a:cubicBezTo>
                      <a:pt x="73134" y="369570"/>
                      <a:pt x="73134" y="369570"/>
                      <a:pt x="73134" y="369570"/>
                    </a:cubicBezTo>
                    <a:cubicBezTo>
                      <a:pt x="72087" y="384524"/>
                      <a:pt x="83136" y="397478"/>
                      <a:pt x="98090" y="398717"/>
                    </a:cubicBezTo>
                    <a:lnTo>
                      <a:pt x="239155" y="405289"/>
                    </a:lnTo>
                    <a:lnTo>
                      <a:pt x="239155" y="486728"/>
                    </a:lnTo>
                    <a:lnTo>
                      <a:pt x="89136" y="545973"/>
                    </a:lnTo>
                    <a:cubicBezTo>
                      <a:pt x="74468" y="551783"/>
                      <a:pt x="67324" y="568452"/>
                      <a:pt x="73230" y="583121"/>
                    </a:cubicBezTo>
                    <a:cubicBezTo>
                      <a:pt x="73230" y="583121"/>
                      <a:pt x="73230" y="583121"/>
                      <a:pt x="73230" y="583216"/>
                    </a:cubicBezTo>
                    <a:cubicBezTo>
                      <a:pt x="78468" y="598075"/>
                      <a:pt x="94756" y="605981"/>
                      <a:pt x="109615" y="600742"/>
                    </a:cubicBezTo>
                    <a:cubicBezTo>
                      <a:pt x="109615" y="600742"/>
                      <a:pt x="109615" y="600742"/>
                      <a:pt x="109615" y="600742"/>
                    </a:cubicBezTo>
                    <a:lnTo>
                      <a:pt x="238965" y="548831"/>
                    </a:lnTo>
                    <a:lnTo>
                      <a:pt x="239155" y="5492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476" name="Google Shape;476;p62"/>
              <p:cNvSpPr/>
              <p:nvPr/>
            </p:nvSpPr>
            <p:spPr>
              <a:xfrm>
                <a:off x="3324225" y="2700241"/>
                <a:ext cx="1601438" cy="1455705"/>
              </a:xfrm>
              <a:custGeom>
                <a:rect b="b" l="l" r="r" t="t"/>
                <a:pathLst>
                  <a:path extrusionOk="0" h="1455705" w="1601438">
                    <a:moveTo>
                      <a:pt x="1337977" y="82201"/>
                    </a:moveTo>
                    <a:lnTo>
                      <a:pt x="1377315" y="124206"/>
                    </a:lnTo>
                    <a:cubicBezTo>
                      <a:pt x="1383316" y="131159"/>
                      <a:pt x="1393793" y="131921"/>
                      <a:pt x="1400747" y="126016"/>
                    </a:cubicBezTo>
                    <a:cubicBezTo>
                      <a:pt x="1407414" y="119729"/>
                      <a:pt x="1407795" y="109252"/>
                      <a:pt x="1401509" y="102489"/>
                    </a:cubicBezTo>
                    <a:lnTo>
                      <a:pt x="1356836" y="54864"/>
                    </a:lnTo>
                    <a:cubicBezTo>
                      <a:pt x="1372076" y="34195"/>
                      <a:pt x="1390174" y="15716"/>
                      <a:pt x="1410557" y="0"/>
                    </a:cubicBezTo>
                    <a:lnTo>
                      <a:pt x="1601438" y="0"/>
                    </a:lnTo>
                    <a:lnTo>
                      <a:pt x="1601438" y="437864"/>
                    </a:lnTo>
                    <a:lnTo>
                      <a:pt x="1503331" y="437864"/>
                    </a:lnTo>
                    <a:cubicBezTo>
                      <a:pt x="1522381" y="377190"/>
                      <a:pt x="1516856" y="312134"/>
                      <a:pt x="1463802" y="233553"/>
                    </a:cubicBezTo>
                    <a:cubicBezTo>
                      <a:pt x="1609725" y="598361"/>
                      <a:pt x="853631" y="586835"/>
                      <a:pt x="1180910" y="1435703"/>
                    </a:cubicBezTo>
                    <a:lnTo>
                      <a:pt x="1163765" y="1455706"/>
                    </a:lnTo>
                    <a:lnTo>
                      <a:pt x="437769" y="1455706"/>
                    </a:lnTo>
                    <a:lnTo>
                      <a:pt x="146304" y="1165289"/>
                    </a:lnTo>
                    <a:lnTo>
                      <a:pt x="146304" y="437579"/>
                    </a:lnTo>
                    <a:lnTo>
                      <a:pt x="0" y="437579"/>
                    </a:lnTo>
                    <a:lnTo>
                      <a:pt x="0" y="95"/>
                    </a:lnTo>
                    <a:lnTo>
                      <a:pt x="727901" y="95"/>
                    </a:lnTo>
                    <a:lnTo>
                      <a:pt x="727901" y="437960"/>
                    </a:lnTo>
                    <a:lnTo>
                      <a:pt x="581882" y="437960"/>
                    </a:lnTo>
                    <a:lnTo>
                      <a:pt x="581882" y="1017937"/>
                    </a:lnTo>
                    <a:lnTo>
                      <a:pt x="1019747" y="1017937"/>
                    </a:lnTo>
                    <a:lnTo>
                      <a:pt x="1019747" y="437483"/>
                    </a:lnTo>
                    <a:lnTo>
                      <a:pt x="873728" y="437483"/>
                    </a:lnTo>
                    <a:lnTo>
                      <a:pt x="873728" y="95"/>
                    </a:lnTo>
                    <a:lnTo>
                      <a:pt x="1343025" y="95"/>
                    </a:lnTo>
                    <a:cubicBezTo>
                      <a:pt x="1189768" y="114300"/>
                      <a:pt x="1096232" y="410147"/>
                      <a:pt x="1230535" y="617411"/>
                    </a:cubicBezTo>
                    <a:cubicBezTo>
                      <a:pt x="1252538" y="596551"/>
                      <a:pt x="1278160" y="567023"/>
                      <a:pt x="1308259" y="542925"/>
                    </a:cubicBezTo>
                    <a:cubicBezTo>
                      <a:pt x="1294352" y="519684"/>
                      <a:pt x="1283589" y="494729"/>
                      <a:pt x="1276064" y="468725"/>
                    </a:cubicBezTo>
                    <a:lnTo>
                      <a:pt x="1433417" y="407765"/>
                    </a:lnTo>
                    <a:cubicBezTo>
                      <a:pt x="1442657" y="404336"/>
                      <a:pt x="1447324" y="394049"/>
                      <a:pt x="1443895" y="384810"/>
                    </a:cubicBezTo>
                    <a:cubicBezTo>
                      <a:pt x="1440466" y="375571"/>
                      <a:pt x="1430179" y="370904"/>
                      <a:pt x="1420939" y="374333"/>
                    </a:cubicBezTo>
                    <a:lnTo>
                      <a:pt x="1267778" y="433673"/>
                    </a:lnTo>
                    <a:cubicBezTo>
                      <a:pt x="1261110" y="396621"/>
                      <a:pt x="1259110" y="358807"/>
                      <a:pt x="1261967" y="321278"/>
                    </a:cubicBezTo>
                    <a:lnTo>
                      <a:pt x="1416082" y="316516"/>
                    </a:lnTo>
                    <a:cubicBezTo>
                      <a:pt x="1425797" y="316325"/>
                      <a:pt x="1433513" y="308420"/>
                      <a:pt x="1433417" y="298704"/>
                    </a:cubicBezTo>
                    <a:cubicBezTo>
                      <a:pt x="1433036" y="288989"/>
                      <a:pt x="1424940" y="281464"/>
                      <a:pt x="1415225" y="281750"/>
                    </a:cubicBezTo>
                    <a:lnTo>
                      <a:pt x="1265587" y="286322"/>
                    </a:lnTo>
                    <a:cubicBezTo>
                      <a:pt x="1270159" y="252698"/>
                      <a:pt x="1277874" y="219647"/>
                      <a:pt x="1288542" y="187452"/>
                    </a:cubicBezTo>
                    <a:lnTo>
                      <a:pt x="1394746" y="222314"/>
                    </a:lnTo>
                    <a:cubicBezTo>
                      <a:pt x="1403699" y="225552"/>
                      <a:pt x="1413510" y="220980"/>
                      <a:pt x="1416844" y="212122"/>
                    </a:cubicBezTo>
                    <a:cubicBezTo>
                      <a:pt x="1419797" y="203168"/>
                      <a:pt x="1414939" y="193453"/>
                      <a:pt x="1405985" y="190405"/>
                    </a:cubicBezTo>
                    <a:lnTo>
                      <a:pt x="1300258" y="155639"/>
                    </a:lnTo>
                    <a:cubicBezTo>
                      <a:pt x="1310640" y="130112"/>
                      <a:pt x="1323308" y="105537"/>
                      <a:pt x="1337977" y="82296"/>
                    </a:cubicBezTo>
                    <a:lnTo>
                      <a:pt x="1337977" y="8229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</p:grpSp>
      <p:sp>
        <p:nvSpPr>
          <p:cNvPr id="477" name="Google Shape;477;p62"/>
          <p:cNvSpPr txBox="1"/>
          <p:nvPr/>
        </p:nvSpPr>
        <p:spPr>
          <a:xfrm>
            <a:off x="274320" y="6375028"/>
            <a:ext cx="30289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A7A9A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UNIVERSITY OF UTAH HEALTH</a:t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478" name="Google Shape;478;p62"/>
          <p:cNvGrpSpPr/>
          <p:nvPr/>
        </p:nvGrpSpPr>
        <p:grpSpPr>
          <a:xfrm>
            <a:off x="-3424512" y="-1"/>
            <a:ext cx="3208421" cy="6857999"/>
            <a:chOff x="-3424512" y="-1"/>
            <a:chExt cx="3208421" cy="6857999"/>
          </a:xfrm>
        </p:grpSpPr>
        <p:sp>
          <p:nvSpPr>
            <p:cNvPr id="479" name="Google Shape;479;p62"/>
            <p:cNvSpPr/>
            <p:nvPr/>
          </p:nvSpPr>
          <p:spPr>
            <a:xfrm>
              <a:off x="-3424512" y="-1"/>
              <a:ext cx="3208421" cy="685799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80" name="Google Shape;480;p62"/>
            <p:cNvSpPr txBox="1"/>
            <p:nvPr/>
          </p:nvSpPr>
          <p:spPr>
            <a:xfrm>
              <a:off x="-3267122" y="150741"/>
              <a:ext cx="2941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GB" sz="3200" u="none" cap="none" strike="noStrike">
                  <a:solidFill>
                    <a:schemeClr val="accen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Instruction: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62"/>
            <p:cNvSpPr txBox="1"/>
            <p:nvPr/>
          </p:nvSpPr>
          <p:spPr>
            <a:xfrm>
              <a:off x="-3267122" y="818147"/>
              <a:ext cx="294176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To underline keyword in title text box, highlight selected word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82" name="Google Shape;482;p6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143860" y="1824108"/>
              <a:ext cx="875152" cy="905001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483" name="Google Shape;483;p62"/>
            <p:cNvSpPr txBox="1"/>
            <p:nvPr/>
          </p:nvSpPr>
          <p:spPr>
            <a:xfrm>
              <a:off x="-3267122" y="2906262"/>
              <a:ext cx="2502568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2. Then go to 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‘Bold’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in the toolbar and then </a:t>
              </a:r>
              <a:b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‘underline’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after.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84" name="Google Shape;484;p62"/>
            <p:cNvPicPr preferRelativeResize="0"/>
            <p:nvPr/>
          </p:nvPicPr>
          <p:blipFill rotWithShape="1">
            <a:blip r:embed="rId3">
              <a:alphaModFix/>
            </a:blip>
            <a:srcRect b="-62788" l="0" r="0" t="-62788"/>
            <a:stretch/>
          </p:blipFill>
          <p:spPr>
            <a:xfrm>
              <a:off x="-3143862" y="4212225"/>
              <a:ext cx="1654280" cy="1614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5" name="Google Shape;485;p62"/>
            <p:cNvSpPr/>
            <p:nvPr/>
          </p:nvSpPr>
          <p:spPr>
            <a:xfrm>
              <a:off x="-3095847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86" name="Google Shape;486;p62"/>
            <p:cNvSpPr/>
            <p:nvPr/>
          </p:nvSpPr>
          <p:spPr>
            <a:xfrm>
              <a:off x="-2236570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487" name="Google Shape;487;p62"/>
          <p:cNvSpPr txBox="1"/>
          <p:nvPr>
            <p:ph idx="1" type="body"/>
          </p:nvPr>
        </p:nvSpPr>
        <p:spPr>
          <a:xfrm>
            <a:off x="274320" y="5943600"/>
            <a:ext cx="10672763" cy="3304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indent="-342900" lvl="1" marL="9144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8" name="Google Shape;488;p62"/>
          <p:cNvSpPr/>
          <p:nvPr>
            <p:ph idx="2" type="pic"/>
          </p:nvPr>
        </p:nvSpPr>
        <p:spPr>
          <a:xfrm>
            <a:off x="6249988" y="0"/>
            <a:ext cx="5942012" cy="2743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489" name="Google Shape;489;p62"/>
          <p:cNvSpPr/>
          <p:nvPr>
            <p:ph idx="3" type="pic"/>
          </p:nvPr>
        </p:nvSpPr>
        <p:spPr>
          <a:xfrm>
            <a:off x="0" y="1"/>
            <a:ext cx="5942012" cy="582689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490" name="Google Shape;490;p62"/>
          <p:cNvSpPr/>
          <p:nvPr>
            <p:ph idx="4" type="pic"/>
          </p:nvPr>
        </p:nvSpPr>
        <p:spPr>
          <a:xfrm>
            <a:off x="6249988" y="3083696"/>
            <a:ext cx="5942012" cy="2743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 Placeholder" showMasterSp="0">
  <p:cSld name="Full Image Placeholder"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63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493" name="Google Shape;493;p63"/>
          <p:cNvSpPr txBox="1"/>
          <p:nvPr>
            <p:ph idx="1" type="body"/>
          </p:nvPr>
        </p:nvSpPr>
        <p:spPr>
          <a:xfrm>
            <a:off x="10729912" y="6334848"/>
            <a:ext cx="1126458" cy="29580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Video Placeholder" showMasterSp="0">
  <p:cSld name="Full Video Placeholder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64"/>
          <p:cNvSpPr/>
          <p:nvPr>
            <p:ph idx="2" type="media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1097275">
            <a:noAutofit/>
          </a:bodyPr>
          <a:lstStyle>
            <a:lvl1pPr lvl="0" marR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496" name="Google Shape;496;p64"/>
          <p:cNvSpPr txBox="1"/>
          <p:nvPr>
            <p:ph idx="1" type="body"/>
          </p:nvPr>
        </p:nvSpPr>
        <p:spPr>
          <a:xfrm>
            <a:off x="10729912" y="6334848"/>
            <a:ext cx="1126458" cy="29580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 2 x2">
  <p:cSld name="Title and Table 2 x2"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65"/>
          <p:cNvSpPr txBox="1"/>
          <p:nvPr>
            <p:ph type="title"/>
          </p:nvPr>
        </p:nvSpPr>
        <p:spPr>
          <a:xfrm>
            <a:off x="365760" y="365760"/>
            <a:ext cx="10958513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9" name="Google Shape;499;p65"/>
          <p:cNvSpPr/>
          <p:nvPr>
            <p:ph idx="1" type="body"/>
          </p:nvPr>
        </p:nvSpPr>
        <p:spPr>
          <a:xfrm>
            <a:off x="614954" y="1320876"/>
            <a:ext cx="2517100" cy="306467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  <a:defRPr b="1" sz="12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0" name="Google Shape;500;p65"/>
          <p:cNvSpPr/>
          <p:nvPr>
            <p:ph idx="2" type="body"/>
          </p:nvPr>
        </p:nvSpPr>
        <p:spPr>
          <a:xfrm>
            <a:off x="6299446" y="1320876"/>
            <a:ext cx="2517100" cy="306467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  <a:defRPr b="1" sz="12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501" name="Google Shape;501;p65"/>
          <p:cNvGrpSpPr/>
          <p:nvPr/>
        </p:nvGrpSpPr>
        <p:grpSpPr>
          <a:xfrm>
            <a:off x="-3424512" y="-1"/>
            <a:ext cx="3208421" cy="6857999"/>
            <a:chOff x="-3424512" y="-1"/>
            <a:chExt cx="3208421" cy="6857999"/>
          </a:xfrm>
        </p:grpSpPr>
        <p:sp>
          <p:nvSpPr>
            <p:cNvPr id="502" name="Google Shape;502;p65"/>
            <p:cNvSpPr/>
            <p:nvPr/>
          </p:nvSpPr>
          <p:spPr>
            <a:xfrm>
              <a:off x="-3424512" y="-1"/>
              <a:ext cx="3208421" cy="685799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03" name="Google Shape;503;p65"/>
            <p:cNvSpPr txBox="1"/>
            <p:nvPr/>
          </p:nvSpPr>
          <p:spPr>
            <a:xfrm>
              <a:off x="-3267122" y="150741"/>
              <a:ext cx="2941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GB" sz="3200" u="none" cap="none" strike="noStrike">
                  <a:solidFill>
                    <a:schemeClr val="accen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Instruction 1: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65"/>
            <p:cNvSpPr txBox="1"/>
            <p:nvPr/>
          </p:nvSpPr>
          <p:spPr>
            <a:xfrm>
              <a:off x="-3267122" y="818147"/>
              <a:ext cx="294176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To underline keyword in title text box, highlight selected word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05" name="Google Shape;505;p6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143860" y="1824108"/>
              <a:ext cx="875152" cy="905001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506" name="Google Shape;506;p65"/>
            <p:cNvSpPr txBox="1"/>
            <p:nvPr/>
          </p:nvSpPr>
          <p:spPr>
            <a:xfrm>
              <a:off x="-3267122" y="2906262"/>
              <a:ext cx="2502568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2. Then go to 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‘Bold’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in the toolbar and then </a:t>
              </a:r>
              <a:b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‘underline’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after.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07" name="Google Shape;507;p65"/>
            <p:cNvPicPr preferRelativeResize="0"/>
            <p:nvPr/>
          </p:nvPicPr>
          <p:blipFill rotWithShape="1">
            <a:blip r:embed="rId3">
              <a:alphaModFix/>
            </a:blip>
            <a:srcRect b="-62788" l="0" r="0" t="-62788"/>
            <a:stretch/>
          </p:blipFill>
          <p:spPr>
            <a:xfrm>
              <a:off x="-3143862" y="4212225"/>
              <a:ext cx="1654280" cy="1614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8" name="Google Shape;508;p65"/>
            <p:cNvSpPr/>
            <p:nvPr/>
          </p:nvSpPr>
          <p:spPr>
            <a:xfrm>
              <a:off x="-3095847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09" name="Google Shape;509;p65"/>
            <p:cNvSpPr/>
            <p:nvPr/>
          </p:nvSpPr>
          <p:spPr>
            <a:xfrm>
              <a:off x="-2236570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510" name="Google Shape;510;p65"/>
          <p:cNvGrpSpPr/>
          <p:nvPr/>
        </p:nvGrpSpPr>
        <p:grpSpPr>
          <a:xfrm>
            <a:off x="10729913" y="6334847"/>
            <a:ext cx="1126458" cy="295807"/>
            <a:chOff x="6455388" y="4102692"/>
            <a:chExt cx="5543454" cy="1455705"/>
          </a:xfrm>
        </p:grpSpPr>
        <p:sp>
          <p:nvSpPr>
            <p:cNvPr id="511" name="Google Shape;511;p65"/>
            <p:cNvSpPr/>
            <p:nvPr/>
          </p:nvSpPr>
          <p:spPr>
            <a:xfrm>
              <a:off x="8423253" y="4383013"/>
              <a:ext cx="3575494" cy="683609"/>
            </a:xfrm>
            <a:custGeom>
              <a:rect b="b" l="l" r="r" t="t"/>
              <a:pathLst>
                <a:path extrusionOk="0" h="683609" w="3575494">
                  <a:moveTo>
                    <a:pt x="527495" y="0"/>
                  </a:moveTo>
                  <a:lnTo>
                    <a:pt x="527495" y="683133"/>
                  </a:lnTo>
                  <a:lnTo>
                    <a:pt x="399669" y="683133"/>
                  </a:lnTo>
                  <a:lnTo>
                    <a:pt x="399669" y="400622"/>
                  </a:lnTo>
                  <a:lnTo>
                    <a:pt x="125921" y="400622"/>
                  </a:lnTo>
                  <a:lnTo>
                    <a:pt x="125921" y="683228"/>
                  </a:lnTo>
                  <a:lnTo>
                    <a:pt x="0" y="683228"/>
                  </a:lnTo>
                  <a:lnTo>
                    <a:pt x="0" y="0"/>
                  </a:lnTo>
                  <a:lnTo>
                    <a:pt x="125921" y="0"/>
                  </a:lnTo>
                  <a:lnTo>
                    <a:pt x="125921" y="286607"/>
                  </a:lnTo>
                  <a:lnTo>
                    <a:pt x="399574" y="286607"/>
                  </a:lnTo>
                  <a:lnTo>
                    <a:pt x="399574" y="0"/>
                  </a:lnTo>
                  <a:lnTo>
                    <a:pt x="527495" y="0"/>
                  </a:lnTo>
                  <a:close/>
                  <a:moveTo>
                    <a:pt x="715994" y="0"/>
                  </a:moveTo>
                  <a:lnTo>
                    <a:pt x="1138809" y="0"/>
                  </a:lnTo>
                  <a:lnTo>
                    <a:pt x="1138809" y="113062"/>
                  </a:lnTo>
                  <a:lnTo>
                    <a:pt x="841915" y="113062"/>
                  </a:lnTo>
                  <a:lnTo>
                    <a:pt x="841915" y="290989"/>
                  </a:lnTo>
                  <a:lnTo>
                    <a:pt x="1101662" y="290989"/>
                  </a:lnTo>
                  <a:lnTo>
                    <a:pt x="1101662" y="403003"/>
                  </a:lnTo>
                  <a:lnTo>
                    <a:pt x="841915" y="403003"/>
                  </a:lnTo>
                  <a:lnTo>
                    <a:pt x="841915" y="570548"/>
                  </a:lnTo>
                  <a:lnTo>
                    <a:pt x="1148334" y="570548"/>
                  </a:lnTo>
                  <a:lnTo>
                    <a:pt x="1148334" y="683609"/>
                  </a:lnTo>
                  <a:lnTo>
                    <a:pt x="715994" y="683609"/>
                  </a:lnTo>
                  <a:lnTo>
                    <a:pt x="715994" y="0"/>
                  </a:lnTo>
                  <a:close/>
                  <a:moveTo>
                    <a:pt x="1686687" y="517589"/>
                  </a:moveTo>
                  <a:lnTo>
                    <a:pt x="1431893" y="517589"/>
                  </a:lnTo>
                  <a:lnTo>
                    <a:pt x="1369409" y="683228"/>
                  </a:lnTo>
                  <a:lnTo>
                    <a:pt x="1234535" y="683228"/>
                  </a:lnTo>
                  <a:lnTo>
                    <a:pt x="1490377" y="95"/>
                  </a:lnTo>
                  <a:lnTo>
                    <a:pt x="1627251" y="95"/>
                  </a:lnTo>
                  <a:lnTo>
                    <a:pt x="1883092" y="683228"/>
                  </a:lnTo>
                  <a:lnTo>
                    <a:pt x="1749171" y="683228"/>
                  </a:lnTo>
                  <a:lnTo>
                    <a:pt x="1686592" y="517589"/>
                  </a:lnTo>
                  <a:close/>
                  <a:moveTo>
                    <a:pt x="1474470" y="406527"/>
                  </a:moveTo>
                  <a:lnTo>
                    <a:pt x="1645063" y="406527"/>
                  </a:lnTo>
                  <a:lnTo>
                    <a:pt x="1558862" y="145733"/>
                  </a:lnTo>
                  <a:lnTo>
                    <a:pt x="1474565" y="406527"/>
                  </a:lnTo>
                  <a:close/>
                  <a:moveTo>
                    <a:pt x="1995392" y="0"/>
                  </a:moveTo>
                  <a:lnTo>
                    <a:pt x="2121980" y="0"/>
                  </a:lnTo>
                  <a:lnTo>
                    <a:pt x="2121980" y="570167"/>
                  </a:lnTo>
                  <a:lnTo>
                    <a:pt x="2385632" y="570167"/>
                  </a:lnTo>
                  <a:lnTo>
                    <a:pt x="2385632" y="683228"/>
                  </a:lnTo>
                  <a:lnTo>
                    <a:pt x="1995392" y="683228"/>
                  </a:lnTo>
                  <a:lnTo>
                    <a:pt x="1995392" y="0"/>
                  </a:lnTo>
                  <a:close/>
                  <a:moveTo>
                    <a:pt x="2395157" y="0"/>
                  </a:moveTo>
                  <a:lnTo>
                    <a:pt x="2907792" y="0"/>
                  </a:lnTo>
                  <a:lnTo>
                    <a:pt x="2907792" y="116014"/>
                  </a:lnTo>
                  <a:lnTo>
                    <a:pt x="2715863" y="116014"/>
                  </a:lnTo>
                  <a:lnTo>
                    <a:pt x="2715863" y="683228"/>
                  </a:lnTo>
                  <a:lnTo>
                    <a:pt x="2587942" y="683228"/>
                  </a:lnTo>
                  <a:lnTo>
                    <a:pt x="2587942" y="116014"/>
                  </a:lnTo>
                  <a:lnTo>
                    <a:pt x="2395061" y="116014"/>
                  </a:lnTo>
                  <a:lnTo>
                    <a:pt x="2395061" y="0"/>
                  </a:lnTo>
                  <a:close/>
                  <a:moveTo>
                    <a:pt x="3575494" y="0"/>
                  </a:moveTo>
                  <a:lnTo>
                    <a:pt x="3575494" y="683133"/>
                  </a:lnTo>
                  <a:lnTo>
                    <a:pt x="3447764" y="683133"/>
                  </a:lnTo>
                  <a:lnTo>
                    <a:pt x="3447764" y="400622"/>
                  </a:lnTo>
                  <a:lnTo>
                    <a:pt x="3174111" y="400622"/>
                  </a:lnTo>
                  <a:lnTo>
                    <a:pt x="3174111" y="683228"/>
                  </a:lnTo>
                  <a:lnTo>
                    <a:pt x="3048191" y="683228"/>
                  </a:lnTo>
                  <a:lnTo>
                    <a:pt x="3048191" y="0"/>
                  </a:lnTo>
                  <a:lnTo>
                    <a:pt x="3174111" y="0"/>
                  </a:lnTo>
                  <a:lnTo>
                    <a:pt x="3174111" y="286607"/>
                  </a:lnTo>
                  <a:lnTo>
                    <a:pt x="3447764" y="286607"/>
                  </a:lnTo>
                  <a:lnTo>
                    <a:pt x="3447764" y="0"/>
                  </a:lnTo>
                  <a:lnTo>
                    <a:pt x="35754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12" name="Google Shape;512;p65"/>
            <p:cNvSpPr/>
            <p:nvPr/>
          </p:nvSpPr>
          <p:spPr>
            <a:xfrm>
              <a:off x="8418776" y="5302158"/>
              <a:ext cx="3580066" cy="255953"/>
            </a:xfrm>
            <a:custGeom>
              <a:rect b="b" l="l" r="r" t="t"/>
              <a:pathLst>
                <a:path extrusionOk="0" h="255953" w="3580066">
                  <a:moveTo>
                    <a:pt x="146113" y="165847"/>
                  </a:moveTo>
                  <a:lnTo>
                    <a:pt x="146113" y="3065"/>
                  </a:lnTo>
                  <a:lnTo>
                    <a:pt x="184880" y="3065"/>
                  </a:lnTo>
                  <a:lnTo>
                    <a:pt x="184880" y="165847"/>
                  </a:lnTo>
                  <a:cubicBezTo>
                    <a:pt x="185452" y="214996"/>
                    <a:pt x="146113" y="255382"/>
                    <a:pt x="96964" y="255954"/>
                  </a:cubicBezTo>
                  <a:cubicBezTo>
                    <a:pt x="95536" y="255954"/>
                    <a:pt x="94107" y="255954"/>
                    <a:pt x="92583" y="255954"/>
                  </a:cubicBezTo>
                  <a:cubicBezTo>
                    <a:pt x="42672" y="255954"/>
                    <a:pt x="0" y="220521"/>
                    <a:pt x="0" y="165943"/>
                  </a:cubicBezTo>
                  <a:lnTo>
                    <a:pt x="0" y="3160"/>
                  </a:lnTo>
                  <a:lnTo>
                    <a:pt x="39148" y="3160"/>
                  </a:lnTo>
                  <a:lnTo>
                    <a:pt x="39148" y="165943"/>
                  </a:lnTo>
                  <a:cubicBezTo>
                    <a:pt x="39148" y="195470"/>
                    <a:pt x="63151" y="219473"/>
                    <a:pt x="92678" y="219473"/>
                  </a:cubicBezTo>
                  <a:cubicBezTo>
                    <a:pt x="122206" y="219473"/>
                    <a:pt x="146209" y="195470"/>
                    <a:pt x="146209" y="165943"/>
                  </a:cubicBezTo>
                  <a:lnTo>
                    <a:pt x="146113" y="165943"/>
                  </a:lnTo>
                  <a:close/>
                  <a:moveTo>
                    <a:pt x="434435" y="252239"/>
                  </a:moveTo>
                  <a:lnTo>
                    <a:pt x="398621" y="252239"/>
                  </a:lnTo>
                  <a:lnTo>
                    <a:pt x="291560" y="73931"/>
                  </a:lnTo>
                  <a:lnTo>
                    <a:pt x="291560" y="252239"/>
                  </a:lnTo>
                  <a:lnTo>
                    <a:pt x="253460" y="252239"/>
                  </a:lnTo>
                  <a:lnTo>
                    <a:pt x="253460" y="3065"/>
                  </a:lnTo>
                  <a:lnTo>
                    <a:pt x="290417" y="3065"/>
                  </a:lnTo>
                  <a:lnTo>
                    <a:pt x="396335" y="179944"/>
                  </a:lnTo>
                  <a:lnTo>
                    <a:pt x="396335" y="3065"/>
                  </a:lnTo>
                  <a:lnTo>
                    <a:pt x="434435" y="3065"/>
                  </a:lnTo>
                  <a:lnTo>
                    <a:pt x="434435" y="252239"/>
                  </a:lnTo>
                  <a:close/>
                  <a:moveTo>
                    <a:pt x="497014" y="3065"/>
                  </a:moveTo>
                  <a:lnTo>
                    <a:pt x="535114" y="3065"/>
                  </a:lnTo>
                  <a:lnTo>
                    <a:pt x="535114" y="252239"/>
                  </a:lnTo>
                  <a:lnTo>
                    <a:pt x="497014" y="252239"/>
                  </a:lnTo>
                  <a:lnTo>
                    <a:pt x="497014" y="3065"/>
                  </a:lnTo>
                  <a:close/>
                  <a:moveTo>
                    <a:pt x="622935" y="3065"/>
                  </a:moveTo>
                  <a:lnTo>
                    <a:pt x="676180" y="188231"/>
                  </a:lnTo>
                  <a:lnTo>
                    <a:pt x="729710" y="3065"/>
                  </a:lnTo>
                  <a:lnTo>
                    <a:pt x="769525" y="3065"/>
                  </a:lnTo>
                  <a:lnTo>
                    <a:pt x="694372" y="252239"/>
                  </a:lnTo>
                  <a:lnTo>
                    <a:pt x="658558" y="252239"/>
                  </a:lnTo>
                  <a:lnTo>
                    <a:pt x="583025" y="3065"/>
                  </a:lnTo>
                  <a:lnTo>
                    <a:pt x="623125" y="3065"/>
                  </a:lnTo>
                  <a:close/>
                  <a:moveTo>
                    <a:pt x="813911" y="3065"/>
                  </a:moveTo>
                  <a:lnTo>
                    <a:pt x="964025" y="3065"/>
                  </a:lnTo>
                  <a:lnTo>
                    <a:pt x="964025" y="38212"/>
                  </a:lnTo>
                  <a:lnTo>
                    <a:pt x="852297" y="38212"/>
                  </a:lnTo>
                  <a:lnTo>
                    <a:pt x="852297" y="111936"/>
                  </a:lnTo>
                  <a:lnTo>
                    <a:pt x="949928" y="111936"/>
                  </a:lnTo>
                  <a:lnTo>
                    <a:pt x="949928" y="146988"/>
                  </a:lnTo>
                  <a:lnTo>
                    <a:pt x="852297" y="146988"/>
                  </a:lnTo>
                  <a:lnTo>
                    <a:pt x="852297" y="216806"/>
                  </a:lnTo>
                  <a:lnTo>
                    <a:pt x="967645" y="216806"/>
                  </a:lnTo>
                  <a:lnTo>
                    <a:pt x="967645" y="251953"/>
                  </a:lnTo>
                  <a:lnTo>
                    <a:pt x="813911" y="251953"/>
                  </a:lnTo>
                  <a:lnTo>
                    <a:pt x="813911" y="3160"/>
                  </a:lnTo>
                  <a:close/>
                  <a:moveTo>
                    <a:pt x="1200436" y="252239"/>
                  </a:moveTo>
                  <a:lnTo>
                    <a:pt x="1153763" y="252239"/>
                  </a:lnTo>
                  <a:lnTo>
                    <a:pt x="1091565" y="160799"/>
                  </a:lnTo>
                  <a:lnTo>
                    <a:pt x="1064800" y="160799"/>
                  </a:lnTo>
                  <a:lnTo>
                    <a:pt x="1064800" y="252239"/>
                  </a:lnTo>
                  <a:lnTo>
                    <a:pt x="1026128" y="252239"/>
                  </a:lnTo>
                  <a:lnTo>
                    <a:pt x="1026128" y="3065"/>
                  </a:lnTo>
                  <a:lnTo>
                    <a:pt x="1123379" y="3065"/>
                  </a:lnTo>
                  <a:cubicBezTo>
                    <a:pt x="1176909" y="3065"/>
                    <a:pt x="1199483" y="42499"/>
                    <a:pt x="1199483" y="82218"/>
                  </a:cubicBezTo>
                  <a:cubicBezTo>
                    <a:pt x="1199483" y="118794"/>
                    <a:pt x="1181005" y="154227"/>
                    <a:pt x="1135094" y="159180"/>
                  </a:cubicBezTo>
                  <a:lnTo>
                    <a:pt x="1200245" y="252144"/>
                  </a:lnTo>
                  <a:close/>
                  <a:moveTo>
                    <a:pt x="1064895" y="38117"/>
                  </a:moveTo>
                  <a:lnTo>
                    <a:pt x="1064895" y="125271"/>
                  </a:lnTo>
                  <a:lnTo>
                    <a:pt x="1120616" y="125271"/>
                  </a:lnTo>
                  <a:cubicBezTo>
                    <a:pt x="1148524" y="125271"/>
                    <a:pt x="1159669" y="103173"/>
                    <a:pt x="1159669" y="81837"/>
                  </a:cubicBezTo>
                  <a:cubicBezTo>
                    <a:pt x="1159669" y="60501"/>
                    <a:pt x="1148810" y="38022"/>
                    <a:pt x="1121569" y="38022"/>
                  </a:cubicBezTo>
                  <a:lnTo>
                    <a:pt x="1064895" y="38022"/>
                  </a:lnTo>
                  <a:close/>
                  <a:moveTo>
                    <a:pt x="1290256" y="179849"/>
                  </a:moveTo>
                  <a:cubicBezTo>
                    <a:pt x="1291019" y="200137"/>
                    <a:pt x="1310164" y="220711"/>
                    <a:pt x="1339882" y="220711"/>
                  </a:cubicBezTo>
                  <a:cubicBezTo>
                    <a:pt x="1369600" y="220711"/>
                    <a:pt x="1384364" y="204805"/>
                    <a:pt x="1386935" y="186707"/>
                  </a:cubicBezTo>
                  <a:cubicBezTo>
                    <a:pt x="1388364" y="163561"/>
                    <a:pt x="1370648" y="151560"/>
                    <a:pt x="1347502" y="146131"/>
                  </a:cubicBezTo>
                  <a:lnTo>
                    <a:pt x="1315974" y="138225"/>
                  </a:lnTo>
                  <a:cubicBezTo>
                    <a:pt x="1262444" y="123747"/>
                    <a:pt x="1254062" y="93362"/>
                    <a:pt x="1254062" y="71550"/>
                  </a:cubicBezTo>
                  <a:cubicBezTo>
                    <a:pt x="1254062" y="28878"/>
                    <a:pt x="1292162" y="303"/>
                    <a:pt x="1336072" y="303"/>
                  </a:cubicBezTo>
                  <a:cubicBezTo>
                    <a:pt x="1379982" y="303"/>
                    <a:pt x="1417034" y="28878"/>
                    <a:pt x="1417034" y="74026"/>
                  </a:cubicBezTo>
                  <a:lnTo>
                    <a:pt x="1378934" y="74026"/>
                  </a:lnTo>
                  <a:cubicBezTo>
                    <a:pt x="1378934" y="51262"/>
                    <a:pt x="1361218" y="35926"/>
                    <a:pt x="1335500" y="35926"/>
                  </a:cubicBezTo>
                  <a:cubicBezTo>
                    <a:pt x="1312736" y="35926"/>
                    <a:pt x="1292447" y="49642"/>
                    <a:pt x="1292447" y="70312"/>
                  </a:cubicBezTo>
                  <a:cubicBezTo>
                    <a:pt x="1292447" y="79837"/>
                    <a:pt x="1296067" y="95267"/>
                    <a:pt x="1325785" y="102887"/>
                  </a:cubicBezTo>
                  <a:lnTo>
                    <a:pt x="1357598" y="111174"/>
                  </a:lnTo>
                  <a:cubicBezTo>
                    <a:pt x="1407890" y="124604"/>
                    <a:pt x="1428845" y="152798"/>
                    <a:pt x="1424940" y="188517"/>
                  </a:cubicBezTo>
                  <a:cubicBezTo>
                    <a:pt x="1421321" y="227569"/>
                    <a:pt x="1387697" y="255192"/>
                    <a:pt x="1339977" y="255192"/>
                  </a:cubicBezTo>
                  <a:cubicBezTo>
                    <a:pt x="1288256" y="255192"/>
                    <a:pt x="1252156" y="219759"/>
                    <a:pt x="1252156" y="179087"/>
                  </a:cubicBezTo>
                  <a:lnTo>
                    <a:pt x="1290256" y="179754"/>
                  </a:lnTo>
                  <a:close/>
                  <a:moveTo>
                    <a:pt x="1475041" y="2970"/>
                  </a:moveTo>
                  <a:lnTo>
                    <a:pt x="1513141" y="2970"/>
                  </a:lnTo>
                  <a:lnTo>
                    <a:pt x="1513141" y="252144"/>
                  </a:lnTo>
                  <a:lnTo>
                    <a:pt x="1475041" y="252144"/>
                  </a:lnTo>
                  <a:lnTo>
                    <a:pt x="1475041" y="2970"/>
                  </a:lnTo>
                  <a:close/>
                  <a:moveTo>
                    <a:pt x="1557147" y="2970"/>
                  </a:moveTo>
                  <a:lnTo>
                    <a:pt x="1742980" y="2970"/>
                  </a:lnTo>
                  <a:lnTo>
                    <a:pt x="1742980" y="38784"/>
                  </a:lnTo>
                  <a:lnTo>
                    <a:pt x="1669732" y="38784"/>
                  </a:lnTo>
                  <a:lnTo>
                    <a:pt x="1669732" y="252239"/>
                  </a:lnTo>
                  <a:lnTo>
                    <a:pt x="1630680" y="252239"/>
                  </a:lnTo>
                  <a:lnTo>
                    <a:pt x="1630680" y="38879"/>
                  </a:lnTo>
                  <a:lnTo>
                    <a:pt x="1557338" y="38879"/>
                  </a:lnTo>
                  <a:lnTo>
                    <a:pt x="1557338" y="2970"/>
                  </a:lnTo>
                  <a:close/>
                  <a:moveTo>
                    <a:pt x="1861375" y="252144"/>
                  </a:moveTo>
                  <a:lnTo>
                    <a:pt x="1861375" y="137939"/>
                  </a:lnTo>
                  <a:lnTo>
                    <a:pt x="1766221" y="3065"/>
                  </a:lnTo>
                  <a:lnTo>
                    <a:pt x="1812227" y="3065"/>
                  </a:lnTo>
                  <a:lnTo>
                    <a:pt x="1880997" y="102125"/>
                  </a:lnTo>
                  <a:lnTo>
                    <a:pt x="1950434" y="3065"/>
                  </a:lnTo>
                  <a:lnTo>
                    <a:pt x="1996440" y="3065"/>
                  </a:lnTo>
                  <a:lnTo>
                    <a:pt x="1900619" y="138320"/>
                  </a:lnTo>
                  <a:lnTo>
                    <a:pt x="1900619" y="252525"/>
                  </a:lnTo>
                  <a:lnTo>
                    <a:pt x="1861566" y="252144"/>
                  </a:lnTo>
                  <a:close/>
                  <a:moveTo>
                    <a:pt x="2238566" y="17"/>
                  </a:moveTo>
                  <a:cubicBezTo>
                    <a:pt x="2309146" y="-1126"/>
                    <a:pt x="2367248" y="55262"/>
                    <a:pt x="2368391" y="125842"/>
                  </a:cubicBezTo>
                  <a:cubicBezTo>
                    <a:pt x="2369534" y="196423"/>
                    <a:pt x="2313146" y="254525"/>
                    <a:pt x="2242566" y="255668"/>
                  </a:cubicBezTo>
                  <a:cubicBezTo>
                    <a:pt x="2171986" y="256811"/>
                    <a:pt x="2113883" y="200423"/>
                    <a:pt x="2112740" y="129843"/>
                  </a:cubicBezTo>
                  <a:cubicBezTo>
                    <a:pt x="2112740" y="129271"/>
                    <a:pt x="2112740" y="128605"/>
                    <a:pt x="2112740" y="128033"/>
                  </a:cubicBezTo>
                  <a:cubicBezTo>
                    <a:pt x="2111788" y="58310"/>
                    <a:pt x="2167604" y="970"/>
                    <a:pt x="2237327" y="17"/>
                  </a:cubicBezTo>
                  <a:cubicBezTo>
                    <a:pt x="2237708" y="17"/>
                    <a:pt x="2238184" y="17"/>
                    <a:pt x="2238566" y="17"/>
                  </a:cubicBezTo>
                  <a:close/>
                  <a:moveTo>
                    <a:pt x="2238566" y="218140"/>
                  </a:moveTo>
                  <a:cubicBezTo>
                    <a:pt x="2288381" y="219664"/>
                    <a:pt x="2330006" y="180516"/>
                    <a:pt x="2331530" y="130700"/>
                  </a:cubicBezTo>
                  <a:cubicBezTo>
                    <a:pt x="2333054" y="80884"/>
                    <a:pt x="2293906" y="39260"/>
                    <a:pt x="2244090" y="37736"/>
                  </a:cubicBezTo>
                  <a:cubicBezTo>
                    <a:pt x="2194274" y="36212"/>
                    <a:pt x="2152650" y="75360"/>
                    <a:pt x="2151126" y="125176"/>
                  </a:cubicBezTo>
                  <a:cubicBezTo>
                    <a:pt x="2151126" y="126128"/>
                    <a:pt x="2151126" y="127081"/>
                    <a:pt x="2151126" y="128128"/>
                  </a:cubicBezTo>
                  <a:cubicBezTo>
                    <a:pt x="2150078" y="176896"/>
                    <a:pt x="2188750" y="217187"/>
                    <a:pt x="2237423" y="218235"/>
                  </a:cubicBezTo>
                  <a:cubicBezTo>
                    <a:pt x="2237804" y="218235"/>
                    <a:pt x="2238184" y="218235"/>
                    <a:pt x="2238566" y="218235"/>
                  </a:cubicBezTo>
                  <a:lnTo>
                    <a:pt x="2238566" y="218235"/>
                  </a:lnTo>
                  <a:close/>
                  <a:moveTo>
                    <a:pt x="2413349" y="2970"/>
                  </a:moveTo>
                  <a:lnTo>
                    <a:pt x="2561558" y="2970"/>
                  </a:lnTo>
                  <a:lnTo>
                    <a:pt x="2561558" y="38117"/>
                  </a:lnTo>
                  <a:lnTo>
                    <a:pt x="2451640" y="38117"/>
                  </a:lnTo>
                  <a:lnTo>
                    <a:pt x="2451640" y="111841"/>
                  </a:lnTo>
                  <a:lnTo>
                    <a:pt x="2538413" y="111841"/>
                  </a:lnTo>
                  <a:lnTo>
                    <a:pt x="2538413" y="146893"/>
                  </a:lnTo>
                  <a:lnTo>
                    <a:pt x="2451640" y="146893"/>
                  </a:lnTo>
                  <a:lnTo>
                    <a:pt x="2451640" y="251572"/>
                  </a:lnTo>
                  <a:lnTo>
                    <a:pt x="2413540" y="251572"/>
                  </a:lnTo>
                  <a:lnTo>
                    <a:pt x="2413349" y="2970"/>
                  </a:lnTo>
                  <a:close/>
                  <a:moveTo>
                    <a:pt x="2842260" y="165752"/>
                  </a:moveTo>
                  <a:lnTo>
                    <a:pt x="2842260" y="2970"/>
                  </a:lnTo>
                  <a:lnTo>
                    <a:pt x="2881027" y="2970"/>
                  </a:lnTo>
                  <a:lnTo>
                    <a:pt x="2881027" y="165752"/>
                  </a:lnTo>
                  <a:cubicBezTo>
                    <a:pt x="2881598" y="214901"/>
                    <a:pt x="2842260" y="255287"/>
                    <a:pt x="2793111" y="255859"/>
                  </a:cubicBezTo>
                  <a:cubicBezTo>
                    <a:pt x="2791682" y="255859"/>
                    <a:pt x="2790254" y="255859"/>
                    <a:pt x="2788730" y="255859"/>
                  </a:cubicBezTo>
                  <a:cubicBezTo>
                    <a:pt x="2738819" y="255859"/>
                    <a:pt x="2696147" y="220426"/>
                    <a:pt x="2696147" y="165847"/>
                  </a:cubicBezTo>
                  <a:lnTo>
                    <a:pt x="2696147" y="3065"/>
                  </a:lnTo>
                  <a:lnTo>
                    <a:pt x="2735199" y="3065"/>
                  </a:lnTo>
                  <a:lnTo>
                    <a:pt x="2735199" y="165847"/>
                  </a:lnTo>
                  <a:cubicBezTo>
                    <a:pt x="2735199" y="195375"/>
                    <a:pt x="2759202" y="219378"/>
                    <a:pt x="2788730" y="219378"/>
                  </a:cubicBezTo>
                  <a:cubicBezTo>
                    <a:pt x="2818257" y="219378"/>
                    <a:pt x="2842260" y="195375"/>
                    <a:pt x="2842260" y="165847"/>
                  </a:cubicBezTo>
                  <a:close/>
                  <a:moveTo>
                    <a:pt x="2930461" y="2970"/>
                  </a:moveTo>
                  <a:lnTo>
                    <a:pt x="3116390" y="2970"/>
                  </a:lnTo>
                  <a:lnTo>
                    <a:pt x="3116390" y="38784"/>
                  </a:lnTo>
                  <a:lnTo>
                    <a:pt x="3043047" y="38784"/>
                  </a:lnTo>
                  <a:lnTo>
                    <a:pt x="3043047" y="252239"/>
                  </a:lnTo>
                  <a:lnTo>
                    <a:pt x="3003995" y="252239"/>
                  </a:lnTo>
                  <a:lnTo>
                    <a:pt x="3003995" y="38879"/>
                  </a:lnTo>
                  <a:lnTo>
                    <a:pt x="2930652" y="38879"/>
                  </a:lnTo>
                  <a:lnTo>
                    <a:pt x="2930652" y="2970"/>
                  </a:lnTo>
                  <a:close/>
                  <a:moveTo>
                    <a:pt x="3280315" y="190422"/>
                  </a:moveTo>
                  <a:lnTo>
                    <a:pt x="3179826" y="190422"/>
                  </a:lnTo>
                  <a:lnTo>
                    <a:pt x="3155919" y="252715"/>
                  </a:lnTo>
                  <a:lnTo>
                    <a:pt x="3115056" y="252715"/>
                  </a:lnTo>
                  <a:lnTo>
                    <a:pt x="3208782" y="3065"/>
                  </a:lnTo>
                  <a:lnTo>
                    <a:pt x="3250406" y="3065"/>
                  </a:lnTo>
                  <a:lnTo>
                    <a:pt x="3344418" y="252239"/>
                  </a:lnTo>
                  <a:lnTo>
                    <a:pt x="3303937" y="252239"/>
                  </a:lnTo>
                  <a:lnTo>
                    <a:pt x="3280220" y="190422"/>
                  </a:lnTo>
                  <a:close/>
                  <a:moveTo>
                    <a:pt x="3192780" y="156037"/>
                  </a:moveTo>
                  <a:lnTo>
                    <a:pt x="3267266" y="156037"/>
                  </a:lnTo>
                  <a:lnTo>
                    <a:pt x="3230023" y="51357"/>
                  </a:lnTo>
                  <a:lnTo>
                    <a:pt x="3192685" y="156037"/>
                  </a:lnTo>
                  <a:close/>
                  <a:moveTo>
                    <a:pt x="3580066" y="2970"/>
                  </a:moveTo>
                  <a:lnTo>
                    <a:pt x="3580066" y="252144"/>
                  </a:lnTo>
                  <a:lnTo>
                    <a:pt x="3541014" y="252144"/>
                  </a:lnTo>
                  <a:lnTo>
                    <a:pt x="3541014" y="145845"/>
                  </a:lnTo>
                  <a:lnTo>
                    <a:pt x="3428619" y="145845"/>
                  </a:lnTo>
                  <a:lnTo>
                    <a:pt x="3428619" y="252144"/>
                  </a:lnTo>
                  <a:lnTo>
                    <a:pt x="3390519" y="252144"/>
                  </a:lnTo>
                  <a:lnTo>
                    <a:pt x="3390519" y="2970"/>
                  </a:lnTo>
                  <a:lnTo>
                    <a:pt x="3428619" y="2970"/>
                  </a:lnTo>
                  <a:lnTo>
                    <a:pt x="3428619" y="110698"/>
                  </a:lnTo>
                  <a:lnTo>
                    <a:pt x="3541110" y="110698"/>
                  </a:lnTo>
                  <a:lnTo>
                    <a:pt x="3541110" y="2970"/>
                  </a:lnTo>
                  <a:lnTo>
                    <a:pt x="3580066" y="297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grpSp>
          <p:nvGrpSpPr>
            <p:cNvPr id="513" name="Google Shape;513;p65"/>
            <p:cNvGrpSpPr/>
            <p:nvPr/>
          </p:nvGrpSpPr>
          <p:grpSpPr>
            <a:xfrm>
              <a:off x="6455388" y="4102692"/>
              <a:ext cx="1601438" cy="1455705"/>
              <a:chOff x="3324225" y="2700241"/>
              <a:chExt cx="1601438" cy="1455705"/>
            </a:xfrm>
          </p:grpSpPr>
          <p:sp>
            <p:nvSpPr>
              <p:cNvPr id="514" name="Google Shape;514;p65"/>
              <p:cNvSpPr/>
              <p:nvPr/>
            </p:nvSpPr>
            <p:spPr>
              <a:xfrm>
                <a:off x="4540585" y="3230022"/>
                <a:ext cx="239250" cy="787908"/>
              </a:xfrm>
              <a:custGeom>
                <a:rect b="b" l="l" r="r" t="t"/>
                <a:pathLst>
                  <a:path extrusionOk="0" h="787908" w="239250">
                    <a:moveTo>
                      <a:pt x="14270" y="87440"/>
                    </a:moveTo>
                    <a:cubicBezTo>
                      <a:pt x="36273" y="66580"/>
                      <a:pt x="61895" y="37052"/>
                      <a:pt x="91994" y="12954"/>
                    </a:cubicBezTo>
                    <a:moveTo>
                      <a:pt x="239251" y="549307"/>
                    </a:moveTo>
                    <a:lnTo>
                      <a:pt x="239251" y="635603"/>
                    </a:lnTo>
                    <a:lnTo>
                      <a:pt x="85993" y="787908"/>
                    </a:lnTo>
                    <a:cubicBezTo>
                      <a:pt x="-131844" y="356330"/>
                      <a:pt x="118569" y="176879"/>
                      <a:pt x="239251" y="0"/>
                    </a:cubicBezTo>
                    <a:lnTo>
                      <a:pt x="239251" y="201263"/>
                    </a:lnTo>
                    <a:lnTo>
                      <a:pt x="210676" y="173927"/>
                    </a:lnTo>
                    <a:cubicBezTo>
                      <a:pt x="199817" y="163830"/>
                      <a:pt x="182767" y="164402"/>
                      <a:pt x="172576" y="175165"/>
                    </a:cubicBezTo>
                    <a:cubicBezTo>
                      <a:pt x="162098" y="185738"/>
                      <a:pt x="162098" y="202692"/>
                      <a:pt x="172576" y="213265"/>
                    </a:cubicBezTo>
                    <a:lnTo>
                      <a:pt x="239251" y="276511"/>
                    </a:lnTo>
                    <a:lnTo>
                      <a:pt x="239251" y="350234"/>
                    </a:lnTo>
                    <a:lnTo>
                      <a:pt x="101709" y="343757"/>
                    </a:lnTo>
                    <a:cubicBezTo>
                      <a:pt x="86660" y="342995"/>
                      <a:pt x="73897" y="354521"/>
                      <a:pt x="73134" y="369570"/>
                    </a:cubicBezTo>
                    <a:cubicBezTo>
                      <a:pt x="73134" y="369570"/>
                      <a:pt x="73134" y="369570"/>
                      <a:pt x="73134" y="369570"/>
                    </a:cubicBezTo>
                    <a:cubicBezTo>
                      <a:pt x="72087" y="384524"/>
                      <a:pt x="83136" y="397478"/>
                      <a:pt x="98090" y="398717"/>
                    </a:cubicBezTo>
                    <a:lnTo>
                      <a:pt x="239155" y="405289"/>
                    </a:lnTo>
                    <a:lnTo>
                      <a:pt x="239155" y="486728"/>
                    </a:lnTo>
                    <a:lnTo>
                      <a:pt x="89136" y="545973"/>
                    </a:lnTo>
                    <a:cubicBezTo>
                      <a:pt x="74468" y="551783"/>
                      <a:pt x="67324" y="568452"/>
                      <a:pt x="73230" y="583121"/>
                    </a:cubicBezTo>
                    <a:cubicBezTo>
                      <a:pt x="73230" y="583121"/>
                      <a:pt x="73230" y="583121"/>
                      <a:pt x="73230" y="583216"/>
                    </a:cubicBezTo>
                    <a:cubicBezTo>
                      <a:pt x="78468" y="598075"/>
                      <a:pt x="94756" y="605981"/>
                      <a:pt x="109615" y="600742"/>
                    </a:cubicBezTo>
                    <a:cubicBezTo>
                      <a:pt x="109615" y="600742"/>
                      <a:pt x="109615" y="600742"/>
                      <a:pt x="109615" y="600742"/>
                    </a:cubicBezTo>
                    <a:lnTo>
                      <a:pt x="238965" y="548831"/>
                    </a:lnTo>
                    <a:lnTo>
                      <a:pt x="239155" y="5492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515" name="Google Shape;515;p65"/>
              <p:cNvSpPr/>
              <p:nvPr/>
            </p:nvSpPr>
            <p:spPr>
              <a:xfrm>
                <a:off x="3324225" y="2700241"/>
                <a:ext cx="1601438" cy="1455705"/>
              </a:xfrm>
              <a:custGeom>
                <a:rect b="b" l="l" r="r" t="t"/>
                <a:pathLst>
                  <a:path extrusionOk="0" h="1455705" w="1601438">
                    <a:moveTo>
                      <a:pt x="1337977" y="82201"/>
                    </a:moveTo>
                    <a:lnTo>
                      <a:pt x="1377315" y="124206"/>
                    </a:lnTo>
                    <a:cubicBezTo>
                      <a:pt x="1383316" y="131159"/>
                      <a:pt x="1393793" y="131921"/>
                      <a:pt x="1400747" y="126016"/>
                    </a:cubicBezTo>
                    <a:cubicBezTo>
                      <a:pt x="1407414" y="119729"/>
                      <a:pt x="1407795" y="109252"/>
                      <a:pt x="1401509" y="102489"/>
                    </a:cubicBezTo>
                    <a:lnTo>
                      <a:pt x="1356836" y="54864"/>
                    </a:lnTo>
                    <a:cubicBezTo>
                      <a:pt x="1372076" y="34195"/>
                      <a:pt x="1390174" y="15716"/>
                      <a:pt x="1410557" y="0"/>
                    </a:cubicBezTo>
                    <a:lnTo>
                      <a:pt x="1601438" y="0"/>
                    </a:lnTo>
                    <a:lnTo>
                      <a:pt x="1601438" y="437864"/>
                    </a:lnTo>
                    <a:lnTo>
                      <a:pt x="1503331" y="437864"/>
                    </a:lnTo>
                    <a:cubicBezTo>
                      <a:pt x="1522381" y="377190"/>
                      <a:pt x="1516856" y="312134"/>
                      <a:pt x="1463802" y="233553"/>
                    </a:cubicBezTo>
                    <a:cubicBezTo>
                      <a:pt x="1609725" y="598361"/>
                      <a:pt x="853631" y="586835"/>
                      <a:pt x="1180910" y="1435703"/>
                    </a:cubicBezTo>
                    <a:lnTo>
                      <a:pt x="1163765" y="1455706"/>
                    </a:lnTo>
                    <a:lnTo>
                      <a:pt x="437769" y="1455706"/>
                    </a:lnTo>
                    <a:lnTo>
                      <a:pt x="146304" y="1165289"/>
                    </a:lnTo>
                    <a:lnTo>
                      <a:pt x="146304" y="437579"/>
                    </a:lnTo>
                    <a:lnTo>
                      <a:pt x="0" y="437579"/>
                    </a:lnTo>
                    <a:lnTo>
                      <a:pt x="0" y="95"/>
                    </a:lnTo>
                    <a:lnTo>
                      <a:pt x="727901" y="95"/>
                    </a:lnTo>
                    <a:lnTo>
                      <a:pt x="727901" y="437960"/>
                    </a:lnTo>
                    <a:lnTo>
                      <a:pt x="581882" y="437960"/>
                    </a:lnTo>
                    <a:lnTo>
                      <a:pt x="581882" y="1017937"/>
                    </a:lnTo>
                    <a:lnTo>
                      <a:pt x="1019747" y="1017937"/>
                    </a:lnTo>
                    <a:lnTo>
                      <a:pt x="1019747" y="437483"/>
                    </a:lnTo>
                    <a:lnTo>
                      <a:pt x="873728" y="437483"/>
                    </a:lnTo>
                    <a:lnTo>
                      <a:pt x="873728" y="95"/>
                    </a:lnTo>
                    <a:lnTo>
                      <a:pt x="1343025" y="95"/>
                    </a:lnTo>
                    <a:cubicBezTo>
                      <a:pt x="1189768" y="114300"/>
                      <a:pt x="1096232" y="410147"/>
                      <a:pt x="1230535" y="617411"/>
                    </a:cubicBezTo>
                    <a:cubicBezTo>
                      <a:pt x="1252538" y="596551"/>
                      <a:pt x="1278160" y="567023"/>
                      <a:pt x="1308259" y="542925"/>
                    </a:cubicBezTo>
                    <a:cubicBezTo>
                      <a:pt x="1294352" y="519684"/>
                      <a:pt x="1283589" y="494729"/>
                      <a:pt x="1276064" y="468725"/>
                    </a:cubicBezTo>
                    <a:lnTo>
                      <a:pt x="1433417" y="407765"/>
                    </a:lnTo>
                    <a:cubicBezTo>
                      <a:pt x="1442657" y="404336"/>
                      <a:pt x="1447324" y="394049"/>
                      <a:pt x="1443895" y="384810"/>
                    </a:cubicBezTo>
                    <a:cubicBezTo>
                      <a:pt x="1440466" y="375571"/>
                      <a:pt x="1430179" y="370904"/>
                      <a:pt x="1420939" y="374333"/>
                    </a:cubicBezTo>
                    <a:lnTo>
                      <a:pt x="1267778" y="433673"/>
                    </a:lnTo>
                    <a:cubicBezTo>
                      <a:pt x="1261110" y="396621"/>
                      <a:pt x="1259110" y="358807"/>
                      <a:pt x="1261967" y="321278"/>
                    </a:cubicBezTo>
                    <a:lnTo>
                      <a:pt x="1416082" y="316516"/>
                    </a:lnTo>
                    <a:cubicBezTo>
                      <a:pt x="1425797" y="316325"/>
                      <a:pt x="1433513" y="308420"/>
                      <a:pt x="1433417" y="298704"/>
                    </a:cubicBezTo>
                    <a:cubicBezTo>
                      <a:pt x="1433036" y="288989"/>
                      <a:pt x="1424940" y="281464"/>
                      <a:pt x="1415225" y="281750"/>
                    </a:cubicBezTo>
                    <a:lnTo>
                      <a:pt x="1265587" y="286322"/>
                    </a:lnTo>
                    <a:cubicBezTo>
                      <a:pt x="1270159" y="252698"/>
                      <a:pt x="1277874" y="219647"/>
                      <a:pt x="1288542" y="187452"/>
                    </a:cubicBezTo>
                    <a:lnTo>
                      <a:pt x="1394746" y="222314"/>
                    </a:lnTo>
                    <a:cubicBezTo>
                      <a:pt x="1403699" y="225552"/>
                      <a:pt x="1413510" y="220980"/>
                      <a:pt x="1416844" y="212122"/>
                    </a:cubicBezTo>
                    <a:cubicBezTo>
                      <a:pt x="1419797" y="203168"/>
                      <a:pt x="1414939" y="193453"/>
                      <a:pt x="1405985" y="190405"/>
                    </a:cubicBezTo>
                    <a:lnTo>
                      <a:pt x="1300258" y="155639"/>
                    </a:lnTo>
                    <a:cubicBezTo>
                      <a:pt x="1310640" y="130112"/>
                      <a:pt x="1323308" y="105537"/>
                      <a:pt x="1337977" y="82296"/>
                    </a:cubicBezTo>
                    <a:lnTo>
                      <a:pt x="1337977" y="8229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</p:grpSp>
      <p:sp>
        <p:nvSpPr>
          <p:cNvPr id="516" name="Google Shape;516;p65"/>
          <p:cNvSpPr txBox="1"/>
          <p:nvPr/>
        </p:nvSpPr>
        <p:spPr>
          <a:xfrm>
            <a:off x="274320" y="6375028"/>
            <a:ext cx="30289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A7A9A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UNIVERSITY OF UTAH HEALTH</a:t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517" name="Google Shape;517;p65"/>
          <p:cNvGrpSpPr/>
          <p:nvPr/>
        </p:nvGrpSpPr>
        <p:grpSpPr>
          <a:xfrm>
            <a:off x="-3424512" y="-1"/>
            <a:ext cx="3208421" cy="6857999"/>
            <a:chOff x="-3424512" y="-1"/>
            <a:chExt cx="3208421" cy="6857999"/>
          </a:xfrm>
        </p:grpSpPr>
        <p:sp>
          <p:nvSpPr>
            <p:cNvPr id="518" name="Google Shape;518;p65"/>
            <p:cNvSpPr/>
            <p:nvPr/>
          </p:nvSpPr>
          <p:spPr>
            <a:xfrm>
              <a:off x="-3424512" y="-1"/>
              <a:ext cx="3208421" cy="685799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19" name="Google Shape;519;p65"/>
            <p:cNvSpPr txBox="1"/>
            <p:nvPr/>
          </p:nvSpPr>
          <p:spPr>
            <a:xfrm>
              <a:off x="-3267122" y="150741"/>
              <a:ext cx="2941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GB" sz="3200" u="none" cap="none" strike="noStrike">
                  <a:solidFill>
                    <a:schemeClr val="accen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Instruction: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65"/>
            <p:cNvSpPr txBox="1"/>
            <p:nvPr/>
          </p:nvSpPr>
          <p:spPr>
            <a:xfrm>
              <a:off x="-3267122" y="818147"/>
              <a:ext cx="294176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To underline keyword in title text box, highlight selected word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21" name="Google Shape;521;p6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143860" y="1824108"/>
              <a:ext cx="875152" cy="905001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522" name="Google Shape;522;p65"/>
            <p:cNvSpPr txBox="1"/>
            <p:nvPr/>
          </p:nvSpPr>
          <p:spPr>
            <a:xfrm>
              <a:off x="-3267122" y="2906262"/>
              <a:ext cx="2502568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2. Then go to 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‘Bold’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in the toolbar and then </a:t>
              </a:r>
              <a:b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‘underline’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after.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23" name="Google Shape;523;p65"/>
            <p:cNvPicPr preferRelativeResize="0"/>
            <p:nvPr/>
          </p:nvPicPr>
          <p:blipFill rotWithShape="1">
            <a:blip r:embed="rId3">
              <a:alphaModFix/>
            </a:blip>
            <a:srcRect b="-62788" l="0" r="0" t="-62788"/>
            <a:stretch/>
          </p:blipFill>
          <p:spPr>
            <a:xfrm>
              <a:off x="-3143862" y="4212225"/>
              <a:ext cx="1654280" cy="1614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65"/>
            <p:cNvSpPr/>
            <p:nvPr/>
          </p:nvSpPr>
          <p:spPr>
            <a:xfrm>
              <a:off x="-3095847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25" name="Google Shape;525;p65"/>
            <p:cNvSpPr/>
            <p:nvPr/>
          </p:nvSpPr>
          <p:spPr>
            <a:xfrm>
              <a:off x="-2236570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526" name="Google Shape;526;p65"/>
          <p:cNvSpPr txBox="1"/>
          <p:nvPr>
            <p:ph idx="3" type="body"/>
          </p:nvPr>
        </p:nvSpPr>
        <p:spPr>
          <a:xfrm>
            <a:off x="274320" y="5943600"/>
            <a:ext cx="10672763" cy="3304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indent="-342900" lvl="1" marL="9144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Content Layout">
  <p:cSld name="Chart Content Layout"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66"/>
          <p:cNvSpPr txBox="1"/>
          <p:nvPr>
            <p:ph idx="1" type="body"/>
          </p:nvPr>
        </p:nvSpPr>
        <p:spPr>
          <a:xfrm>
            <a:off x="901701" y="1616400"/>
            <a:ext cx="10387012" cy="419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800"/>
            </a:lvl1pPr>
            <a:lvl2pPr indent="-342900" lvl="1" marL="9144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800"/>
            </a:lvl2pPr>
            <a:lvl3pPr indent="-3429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429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800"/>
            </a:lvl4pPr>
            <a:lvl5pPr indent="-3429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529" name="Google Shape;529;p66"/>
          <p:cNvGrpSpPr/>
          <p:nvPr/>
        </p:nvGrpSpPr>
        <p:grpSpPr>
          <a:xfrm>
            <a:off x="-3424512" y="-1"/>
            <a:ext cx="3208421" cy="6857999"/>
            <a:chOff x="-3424512" y="-1"/>
            <a:chExt cx="3208421" cy="6857999"/>
          </a:xfrm>
        </p:grpSpPr>
        <p:sp>
          <p:nvSpPr>
            <p:cNvPr id="530" name="Google Shape;530;p66"/>
            <p:cNvSpPr/>
            <p:nvPr/>
          </p:nvSpPr>
          <p:spPr>
            <a:xfrm>
              <a:off x="-3424512" y="-1"/>
              <a:ext cx="3208421" cy="685799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31" name="Google Shape;531;p66"/>
            <p:cNvSpPr txBox="1"/>
            <p:nvPr/>
          </p:nvSpPr>
          <p:spPr>
            <a:xfrm>
              <a:off x="-3267122" y="150741"/>
              <a:ext cx="2941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GB" sz="3200" u="none" cap="none" strike="noStrike">
                  <a:solidFill>
                    <a:schemeClr val="accen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Instruction 1: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66"/>
            <p:cNvSpPr txBox="1"/>
            <p:nvPr/>
          </p:nvSpPr>
          <p:spPr>
            <a:xfrm>
              <a:off x="-3267122" y="818147"/>
              <a:ext cx="294176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To underline keyword in title text box, highlight selected word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33" name="Google Shape;533;p6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143860" y="1824108"/>
              <a:ext cx="875152" cy="905001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534" name="Google Shape;534;p66"/>
            <p:cNvSpPr txBox="1"/>
            <p:nvPr/>
          </p:nvSpPr>
          <p:spPr>
            <a:xfrm>
              <a:off x="-3267122" y="2906262"/>
              <a:ext cx="2502568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2. Then go to 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‘Bold’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in the toolbar and then </a:t>
              </a:r>
              <a:b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‘underline’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after.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35" name="Google Shape;535;p66"/>
            <p:cNvPicPr preferRelativeResize="0"/>
            <p:nvPr/>
          </p:nvPicPr>
          <p:blipFill rotWithShape="1">
            <a:blip r:embed="rId3">
              <a:alphaModFix/>
            </a:blip>
            <a:srcRect b="-62788" l="0" r="0" t="-62788"/>
            <a:stretch/>
          </p:blipFill>
          <p:spPr>
            <a:xfrm>
              <a:off x="-3143862" y="4212225"/>
              <a:ext cx="1654280" cy="1614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6" name="Google Shape;536;p66"/>
            <p:cNvSpPr/>
            <p:nvPr/>
          </p:nvSpPr>
          <p:spPr>
            <a:xfrm>
              <a:off x="-3095847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37" name="Google Shape;537;p66"/>
            <p:cNvSpPr/>
            <p:nvPr/>
          </p:nvSpPr>
          <p:spPr>
            <a:xfrm>
              <a:off x="-2236570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538" name="Google Shape;538;p66"/>
          <p:cNvGrpSpPr/>
          <p:nvPr/>
        </p:nvGrpSpPr>
        <p:grpSpPr>
          <a:xfrm>
            <a:off x="10729913" y="6334847"/>
            <a:ext cx="1126458" cy="295807"/>
            <a:chOff x="6455388" y="4102692"/>
            <a:chExt cx="5543454" cy="1455705"/>
          </a:xfrm>
        </p:grpSpPr>
        <p:sp>
          <p:nvSpPr>
            <p:cNvPr id="539" name="Google Shape;539;p66"/>
            <p:cNvSpPr/>
            <p:nvPr/>
          </p:nvSpPr>
          <p:spPr>
            <a:xfrm>
              <a:off x="8423253" y="4383013"/>
              <a:ext cx="3575494" cy="683609"/>
            </a:xfrm>
            <a:custGeom>
              <a:rect b="b" l="l" r="r" t="t"/>
              <a:pathLst>
                <a:path extrusionOk="0" h="683609" w="3575494">
                  <a:moveTo>
                    <a:pt x="527495" y="0"/>
                  </a:moveTo>
                  <a:lnTo>
                    <a:pt x="527495" y="683133"/>
                  </a:lnTo>
                  <a:lnTo>
                    <a:pt x="399669" y="683133"/>
                  </a:lnTo>
                  <a:lnTo>
                    <a:pt x="399669" y="400622"/>
                  </a:lnTo>
                  <a:lnTo>
                    <a:pt x="125921" y="400622"/>
                  </a:lnTo>
                  <a:lnTo>
                    <a:pt x="125921" y="683228"/>
                  </a:lnTo>
                  <a:lnTo>
                    <a:pt x="0" y="683228"/>
                  </a:lnTo>
                  <a:lnTo>
                    <a:pt x="0" y="0"/>
                  </a:lnTo>
                  <a:lnTo>
                    <a:pt x="125921" y="0"/>
                  </a:lnTo>
                  <a:lnTo>
                    <a:pt x="125921" y="286607"/>
                  </a:lnTo>
                  <a:lnTo>
                    <a:pt x="399574" y="286607"/>
                  </a:lnTo>
                  <a:lnTo>
                    <a:pt x="399574" y="0"/>
                  </a:lnTo>
                  <a:lnTo>
                    <a:pt x="527495" y="0"/>
                  </a:lnTo>
                  <a:close/>
                  <a:moveTo>
                    <a:pt x="715994" y="0"/>
                  </a:moveTo>
                  <a:lnTo>
                    <a:pt x="1138809" y="0"/>
                  </a:lnTo>
                  <a:lnTo>
                    <a:pt x="1138809" y="113062"/>
                  </a:lnTo>
                  <a:lnTo>
                    <a:pt x="841915" y="113062"/>
                  </a:lnTo>
                  <a:lnTo>
                    <a:pt x="841915" y="290989"/>
                  </a:lnTo>
                  <a:lnTo>
                    <a:pt x="1101662" y="290989"/>
                  </a:lnTo>
                  <a:lnTo>
                    <a:pt x="1101662" y="403003"/>
                  </a:lnTo>
                  <a:lnTo>
                    <a:pt x="841915" y="403003"/>
                  </a:lnTo>
                  <a:lnTo>
                    <a:pt x="841915" y="570548"/>
                  </a:lnTo>
                  <a:lnTo>
                    <a:pt x="1148334" y="570548"/>
                  </a:lnTo>
                  <a:lnTo>
                    <a:pt x="1148334" y="683609"/>
                  </a:lnTo>
                  <a:lnTo>
                    <a:pt x="715994" y="683609"/>
                  </a:lnTo>
                  <a:lnTo>
                    <a:pt x="715994" y="0"/>
                  </a:lnTo>
                  <a:close/>
                  <a:moveTo>
                    <a:pt x="1686687" y="517589"/>
                  </a:moveTo>
                  <a:lnTo>
                    <a:pt x="1431893" y="517589"/>
                  </a:lnTo>
                  <a:lnTo>
                    <a:pt x="1369409" y="683228"/>
                  </a:lnTo>
                  <a:lnTo>
                    <a:pt x="1234535" y="683228"/>
                  </a:lnTo>
                  <a:lnTo>
                    <a:pt x="1490377" y="95"/>
                  </a:lnTo>
                  <a:lnTo>
                    <a:pt x="1627251" y="95"/>
                  </a:lnTo>
                  <a:lnTo>
                    <a:pt x="1883092" y="683228"/>
                  </a:lnTo>
                  <a:lnTo>
                    <a:pt x="1749171" y="683228"/>
                  </a:lnTo>
                  <a:lnTo>
                    <a:pt x="1686592" y="517589"/>
                  </a:lnTo>
                  <a:close/>
                  <a:moveTo>
                    <a:pt x="1474470" y="406527"/>
                  </a:moveTo>
                  <a:lnTo>
                    <a:pt x="1645063" y="406527"/>
                  </a:lnTo>
                  <a:lnTo>
                    <a:pt x="1558862" y="145733"/>
                  </a:lnTo>
                  <a:lnTo>
                    <a:pt x="1474565" y="406527"/>
                  </a:lnTo>
                  <a:close/>
                  <a:moveTo>
                    <a:pt x="1995392" y="0"/>
                  </a:moveTo>
                  <a:lnTo>
                    <a:pt x="2121980" y="0"/>
                  </a:lnTo>
                  <a:lnTo>
                    <a:pt x="2121980" y="570167"/>
                  </a:lnTo>
                  <a:lnTo>
                    <a:pt x="2385632" y="570167"/>
                  </a:lnTo>
                  <a:lnTo>
                    <a:pt x="2385632" y="683228"/>
                  </a:lnTo>
                  <a:lnTo>
                    <a:pt x="1995392" y="683228"/>
                  </a:lnTo>
                  <a:lnTo>
                    <a:pt x="1995392" y="0"/>
                  </a:lnTo>
                  <a:close/>
                  <a:moveTo>
                    <a:pt x="2395157" y="0"/>
                  </a:moveTo>
                  <a:lnTo>
                    <a:pt x="2907792" y="0"/>
                  </a:lnTo>
                  <a:lnTo>
                    <a:pt x="2907792" y="116014"/>
                  </a:lnTo>
                  <a:lnTo>
                    <a:pt x="2715863" y="116014"/>
                  </a:lnTo>
                  <a:lnTo>
                    <a:pt x="2715863" y="683228"/>
                  </a:lnTo>
                  <a:lnTo>
                    <a:pt x="2587942" y="683228"/>
                  </a:lnTo>
                  <a:lnTo>
                    <a:pt x="2587942" y="116014"/>
                  </a:lnTo>
                  <a:lnTo>
                    <a:pt x="2395061" y="116014"/>
                  </a:lnTo>
                  <a:lnTo>
                    <a:pt x="2395061" y="0"/>
                  </a:lnTo>
                  <a:close/>
                  <a:moveTo>
                    <a:pt x="3575494" y="0"/>
                  </a:moveTo>
                  <a:lnTo>
                    <a:pt x="3575494" y="683133"/>
                  </a:lnTo>
                  <a:lnTo>
                    <a:pt x="3447764" y="683133"/>
                  </a:lnTo>
                  <a:lnTo>
                    <a:pt x="3447764" y="400622"/>
                  </a:lnTo>
                  <a:lnTo>
                    <a:pt x="3174111" y="400622"/>
                  </a:lnTo>
                  <a:lnTo>
                    <a:pt x="3174111" y="683228"/>
                  </a:lnTo>
                  <a:lnTo>
                    <a:pt x="3048191" y="683228"/>
                  </a:lnTo>
                  <a:lnTo>
                    <a:pt x="3048191" y="0"/>
                  </a:lnTo>
                  <a:lnTo>
                    <a:pt x="3174111" y="0"/>
                  </a:lnTo>
                  <a:lnTo>
                    <a:pt x="3174111" y="286607"/>
                  </a:lnTo>
                  <a:lnTo>
                    <a:pt x="3447764" y="286607"/>
                  </a:lnTo>
                  <a:lnTo>
                    <a:pt x="3447764" y="0"/>
                  </a:lnTo>
                  <a:lnTo>
                    <a:pt x="35754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40" name="Google Shape;540;p66"/>
            <p:cNvSpPr/>
            <p:nvPr/>
          </p:nvSpPr>
          <p:spPr>
            <a:xfrm>
              <a:off x="8418776" y="5302158"/>
              <a:ext cx="3580066" cy="255953"/>
            </a:xfrm>
            <a:custGeom>
              <a:rect b="b" l="l" r="r" t="t"/>
              <a:pathLst>
                <a:path extrusionOk="0" h="255953" w="3580066">
                  <a:moveTo>
                    <a:pt x="146113" y="165847"/>
                  </a:moveTo>
                  <a:lnTo>
                    <a:pt x="146113" y="3065"/>
                  </a:lnTo>
                  <a:lnTo>
                    <a:pt x="184880" y="3065"/>
                  </a:lnTo>
                  <a:lnTo>
                    <a:pt x="184880" y="165847"/>
                  </a:lnTo>
                  <a:cubicBezTo>
                    <a:pt x="185452" y="214996"/>
                    <a:pt x="146113" y="255382"/>
                    <a:pt x="96964" y="255954"/>
                  </a:cubicBezTo>
                  <a:cubicBezTo>
                    <a:pt x="95536" y="255954"/>
                    <a:pt x="94107" y="255954"/>
                    <a:pt x="92583" y="255954"/>
                  </a:cubicBezTo>
                  <a:cubicBezTo>
                    <a:pt x="42672" y="255954"/>
                    <a:pt x="0" y="220521"/>
                    <a:pt x="0" y="165943"/>
                  </a:cubicBezTo>
                  <a:lnTo>
                    <a:pt x="0" y="3160"/>
                  </a:lnTo>
                  <a:lnTo>
                    <a:pt x="39148" y="3160"/>
                  </a:lnTo>
                  <a:lnTo>
                    <a:pt x="39148" y="165943"/>
                  </a:lnTo>
                  <a:cubicBezTo>
                    <a:pt x="39148" y="195470"/>
                    <a:pt x="63151" y="219473"/>
                    <a:pt x="92678" y="219473"/>
                  </a:cubicBezTo>
                  <a:cubicBezTo>
                    <a:pt x="122206" y="219473"/>
                    <a:pt x="146209" y="195470"/>
                    <a:pt x="146209" y="165943"/>
                  </a:cubicBezTo>
                  <a:lnTo>
                    <a:pt x="146113" y="165943"/>
                  </a:lnTo>
                  <a:close/>
                  <a:moveTo>
                    <a:pt x="434435" y="252239"/>
                  </a:moveTo>
                  <a:lnTo>
                    <a:pt x="398621" y="252239"/>
                  </a:lnTo>
                  <a:lnTo>
                    <a:pt x="291560" y="73931"/>
                  </a:lnTo>
                  <a:lnTo>
                    <a:pt x="291560" y="252239"/>
                  </a:lnTo>
                  <a:lnTo>
                    <a:pt x="253460" y="252239"/>
                  </a:lnTo>
                  <a:lnTo>
                    <a:pt x="253460" y="3065"/>
                  </a:lnTo>
                  <a:lnTo>
                    <a:pt x="290417" y="3065"/>
                  </a:lnTo>
                  <a:lnTo>
                    <a:pt x="396335" y="179944"/>
                  </a:lnTo>
                  <a:lnTo>
                    <a:pt x="396335" y="3065"/>
                  </a:lnTo>
                  <a:lnTo>
                    <a:pt x="434435" y="3065"/>
                  </a:lnTo>
                  <a:lnTo>
                    <a:pt x="434435" y="252239"/>
                  </a:lnTo>
                  <a:close/>
                  <a:moveTo>
                    <a:pt x="497014" y="3065"/>
                  </a:moveTo>
                  <a:lnTo>
                    <a:pt x="535114" y="3065"/>
                  </a:lnTo>
                  <a:lnTo>
                    <a:pt x="535114" y="252239"/>
                  </a:lnTo>
                  <a:lnTo>
                    <a:pt x="497014" y="252239"/>
                  </a:lnTo>
                  <a:lnTo>
                    <a:pt x="497014" y="3065"/>
                  </a:lnTo>
                  <a:close/>
                  <a:moveTo>
                    <a:pt x="622935" y="3065"/>
                  </a:moveTo>
                  <a:lnTo>
                    <a:pt x="676180" y="188231"/>
                  </a:lnTo>
                  <a:lnTo>
                    <a:pt x="729710" y="3065"/>
                  </a:lnTo>
                  <a:lnTo>
                    <a:pt x="769525" y="3065"/>
                  </a:lnTo>
                  <a:lnTo>
                    <a:pt x="694372" y="252239"/>
                  </a:lnTo>
                  <a:lnTo>
                    <a:pt x="658558" y="252239"/>
                  </a:lnTo>
                  <a:lnTo>
                    <a:pt x="583025" y="3065"/>
                  </a:lnTo>
                  <a:lnTo>
                    <a:pt x="623125" y="3065"/>
                  </a:lnTo>
                  <a:close/>
                  <a:moveTo>
                    <a:pt x="813911" y="3065"/>
                  </a:moveTo>
                  <a:lnTo>
                    <a:pt x="964025" y="3065"/>
                  </a:lnTo>
                  <a:lnTo>
                    <a:pt x="964025" y="38212"/>
                  </a:lnTo>
                  <a:lnTo>
                    <a:pt x="852297" y="38212"/>
                  </a:lnTo>
                  <a:lnTo>
                    <a:pt x="852297" y="111936"/>
                  </a:lnTo>
                  <a:lnTo>
                    <a:pt x="949928" y="111936"/>
                  </a:lnTo>
                  <a:lnTo>
                    <a:pt x="949928" y="146988"/>
                  </a:lnTo>
                  <a:lnTo>
                    <a:pt x="852297" y="146988"/>
                  </a:lnTo>
                  <a:lnTo>
                    <a:pt x="852297" y="216806"/>
                  </a:lnTo>
                  <a:lnTo>
                    <a:pt x="967645" y="216806"/>
                  </a:lnTo>
                  <a:lnTo>
                    <a:pt x="967645" y="251953"/>
                  </a:lnTo>
                  <a:lnTo>
                    <a:pt x="813911" y="251953"/>
                  </a:lnTo>
                  <a:lnTo>
                    <a:pt x="813911" y="3160"/>
                  </a:lnTo>
                  <a:close/>
                  <a:moveTo>
                    <a:pt x="1200436" y="252239"/>
                  </a:moveTo>
                  <a:lnTo>
                    <a:pt x="1153763" y="252239"/>
                  </a:lnTo>
                  <a:lnTo>
                    <a:pt x="1091565" y="160799"/>
                  </a:lnTo>
                  <a:lnTo>
                    <a:pt x="1064800" y="160799"/>
                  </a:lnTo>
                  <a:lnTo>
                    <a:pt x="1064800" y="252239"/>
                  </a:lnTo>
                  <a:lnTo>
                    <a:pt x="1026128" y="252239"/>
                  </a:lnTo>
                  <a:lnTo>
                    <a:pt x="1026128" y="3065"/>
                  </a:lnTo>
                  <a:lnTo>
                    <a:pt x="1123379" y="3065"/>
                  </a:lnTo>
                  <a:cubicBezTo>
                    <a:pt x="1176909" y="3065"/>
                    <a:pt x="1199483" y="42499"/>
                    <a:pt x="1199483" y="82218"/>
                  </a:cubicBezTo>
                  <a:cubicBezTo>
                    <a:pt x="1199483" y="118794"/>
                    <a:pt x="1181005" y="154227"/>
                    <a:pt x="1135094" y="159180"/>
                  </a:cubicBezTo>
                  <a:lnTo>
                    <a:pt x="1200245" y="252144"/>
                  </a:lnTo>
                  <a:close/>
                  <a:moveTo>
                    <a:pt x="1064895" y="38117"/>
                  </a:moveTo>
                  <a:lnTo>
                    <a:pt x="1064895" y="125271"/>
                  </a:lnTo>
                  <a:lnTo>
                    <a:pt x="1120616" y="125271"/>
                  </a:lnTo>
                  <a:cubicBezTo>
                    <a:pt x="1148524" y="125271"/>
                    <a:pt x="1159669" y="103173"/>
                    <a:pt x="1159669" y="81837"/>
                  </a:cubicBezTo>
                  <a:cubicBezTo>
                    <a:pt x="1159669" y="60501"/>
                    <a:pt x="1148810" y="38022"/>
                    <a:pt x="1121569" y="38022"/>
                  </a:cubicBezTo>
                  <a:lnTo>
                    <a:pt x="1064895" y="38022"/>
                  </a:lnTo>
                  <a:close/>
                  <a:moveTo>
                    <a:pt x="1290256" y="179849"/>
                  </a:moveTo>
                  <a:cubicBezTo>
                    <a:pt x="1291019" y="200137"/>
                    <a:pt x="1310164" y="220711"/>
                    <a:pt x="1339882" y="220711"/>
                  </a:cubicBezTo>
                  <a:cubicBezTo>
                    <a:pt x="1369600" y="220711"/>
                    <a:pt x="1384364" y="204805"/>
                    <a:pt x="1386935" y="186707"/>
                  </a:cubicBezTo>
                  <a:cubicBezTo>
                    <a:pt x="1388364" y="163561"/>
                    <a:pt x="1370648" y="151560"/>
                    <a:pt x="1347502" y="146131"/>
                  </a:cubicBezTo>
                  <a:lnTo>
                    <a:pt x="1315974" y="138225"/>
                  </a:lnTo>
                  <a:cubicBezTo>
                    <a:pt x="1262444" y="123747"/>
                    <a:pt x="1254062" y="93362"/>
                    <a:pt x="1254062" y="71550"/>
                  </a:cubicBezTo>
                  <a:cubicBezTo>
                    <a:pt x="1254062" y="28878"/>
                    <a:pt x="1292162" y="303"/>
                    <a:pt x="1336072" y="303"/>
                  </a:cubicBezTo>
                  <a:cubicBezTo>
                    <a:pt x="1379982" y="303"/>
                    <a:pt x="1417034" y="28878"/>
                    <a:pt x="1417034" y="74026"/>
                  </a:cubicBezTo>
                  <a:lnTo>
                    <a:pt x="1378934" y="74026"/>
                  </a:lnTo>
                  <a:cubicBezTo>
                    <a:pt x="1378934" y="51262"/>
                    <a:pt x="1361218" y="35926"/>
                    <a:pt x="1335500" y="35926"/>
                  </a:cubicBezTo>
                  <a:cubicBezTo>
                    <a:pt x="1312736" y="35926"/>
                    <a:pt x="1292447" y="49642"/>
                    <a:pt x="1292447" y="70312"/>
                  </a:cubicBezTo>
                  <a:cubicBezTo>
                    <a:pt x="1292447" y="79837"/>
                    <a:pt x="1296067" y="95267"/>
                    <a:pt x="1325785" y="102887"/>
                  </a:cubicBezTo>
                  <a:lnTo>
                    <a:pt x="1357598" y="111174"/>
                  </a:lnTo>
                  <a:cubicBezTo>
                    <a:pt x="1407890" y="124604"/>
                    <a:pt x="1428845" y="152798"/>
                    <a:pt x="1424940" y="188517"/>
                  </a:cubicBezTo>
                  <a:cubicBezTo>
                    <a:pt x="1421321" y="227569"/>
                    <a:pt x="1387697" y="255192"/>
                    <a:pt x="1339977" y="255192"/>
                  </a:cubicBezTo>
                  <a:cubicBezTo>
                    <a:pt x="1288256" y="255192"/>
                    <a:pt x="1252156" y="219759"/>
                    <a:pt x="1252156" y="179087"/>
                  </a:cubicBezTo>
                  <a:lnTo>
                    <a:pt x="1290256" y="179754"/>
                  </a:lnTo>
                  <a:close/>
                  <a:moveTo>
                    <a:pt x="1475041" y="2970"/>
                  </a:moveTo>
                  <a:lnTo>
                    <a:pt x="1513141" y="2970"/>
                  </a:lnTo>
                  <a:lnTo>
                    <a:pt x="1513141" y="252144"/>
                  </a:lnTo>
                  <a:lnTo>
                    <a:pt x="1475041" y="252144"/>
                  </a:lnTo>
                  <a:lnTo>
                    <a:pt x="1475041" y="2970"/>
                  </a:lnTo>
                  <a:close/>
                  <a:moveTo>
                    <a:pt x="1557147" y="2970"/>
                  </a:moveTo>
                  <a:lnTo>
                    <a:pt x="1742980" y="2970"/>
                  </a:lnTo>
                  <a:lnTo>
                    <a:pt x="1742980" y="38784"/>
                  </a:lnTo>
                  <a:lnTo>
                    <a:pt x="1669732" y="38784"/>
                  </a:lnTo>
                  <a:lnTo>
                    <a:pt x="1669732" y="252239"/>
                  </a:lnTo>
                  <a:lnTo>
                    <a:pt x="1630680" y="252239"/>
                  </a:lnTo>
                  <a:lnTo>
                    <a:pt x="1630680" y="38879"/>
                  </a:lnTo>
                  <a:lnTo>
                    <a:pt x="1557338" y="38879"/>
                  </a:lnTo>
                  <a:lnTo>
                    <a:pt x="1557338" y="2970"/>
                  </a:lnTo>
                  <a:close/>
                  <a:moveTo>
                    <a:pt x="1861375" y="252144"/>
                  </a:moveTo>
                  <a:lnTo>
                    <a:pt x="1861375" y="137939"/>
                  </a:lnTo>
                  <a:lnTo>
                    <a:pt x="1766221" y="3065"/>
                  </a:lnTo>
                  <a:lnTo>
                    <a:pt x="1812227" y="3065"/>
                  </a:lnTo>
                  <a:lnTo>
                    <a:pt x="1880997" y="102125"/>
                  </a:lnTo>
                  <a:lnTo>
                    <a:pt x="1950434" y="3065"/>
                  </a:lnTo>
                  <a:lnTo>
                    <a:pt x="1996440" y="3065"/>
                  </a:lnTo>
                  <a:lnTo>
                    <a:pt x="1900619" y="138320"/>
                  </a:lnTo>
                  <a:lnTo>
                    <a:pt x="1900619" y="252525"/>
                  </a:lnTo>
                  <a:lnTo>
                    <a:pt x="1861566" y="252144"/>
                  </a:lnTo>
                  <a:close/>
                  <a:moveTo>
                    <a:pt x="2238566" y="17"/>
                  </a:moveTo>
                  <a:cubicBezTo>
                    <a:pt x="2309146" y="-1126"/>
                    <a:pt x="2367248" y="55262"/>
                    <a:pt x="2368391" y="125842"/>
                  </a:cubicBezTo>
                  <a:cubicBezTo>
                    <a:pt x="2369534" y="196423"/>
                    <a:pt x="2313146" y="254525"/>
                    <a:pt x="2242566" y="255668"/>
                  </a:cubicBezTo>
                  <a:cubicBezTo>
                    <a:pt x="2171986" y="256811"/>
                    <a:pt x="2113883" y="200423"/>
                    <a:pt x="2112740" y="129843"/>
                  </a:cubicBezTo>
                  <a:cubicBezTo>
                    <a:pt x="2112740" y="129271"/>
                    <a:pt x="2112740" y="128605"/>
                    <a:pt x="2112740" y="128033"/>
                  </a:cubicBezTo>
                  <a:cubicBezTo>
                    <a:pt x="2111788" y="58310"/>
                    <a:pt x="2167604" y="970"/>
                    <a:pt x="2237327" y="17"/>
                  </a:cubicBezTo>
                  <a:cubicBezTo>
                    <a:pt x="2237708" y="17"/>
                    <a:pt x="2238184" y="17"/>
                    <a:pt x="2238566" y="17"/>
                  </a:cubicBezTo>
                  <a:close/>
                  <a:moveTo>
                    <a:pt x="2238566" y="218140"/>
                  </a:moveTo>
                  <a:cubicBezTo>
                    <a:pt x="2288381" y="219664"/>
                    <a:pt x="2330006" y="180516"/>
                    <a:pt x="2331530" y="130700"/>
                  </a:cubicBezTo>
                  <a:cubicBezTo>
                    <a:pt x="2333054" y="80884"/>
                    <a:pt x="2293906" y="39260"/>
                    <a:pt x="2244090" y="37736"/>
                  </a:cubicBezTo>
                  <a:cubicBezTo>
                    <a:pt x="2194274" y="36212"/>
                    <a:pt x="2152650" y="75360"/>
                    <a:pt x="2151126" y="125176"/>
                  </a:cubicBezTo>
                  <a:cubicBezTo>
                    <a:pt x="2151126" y="126128"/>
                    <a:pt x="2151126" y="127081"/>
                    <a:pt x="2151126" y="128128"/>
                  </a:cubicBezTo>
                  <a:cubicBezTo>
                    <a:pt x="2150078" y="176896"/>
                    <a:pt x="2188750" y="217187"/>
                    <a:pt x="2237423" y="218235"/>
                  </a:cubicBezTo>
                  <a:cubicBezTo>
                    <a:pt x="2237804" y="218235"/>
                    <a:pt x="2238184" y="218235"/>
                    <a:pt x="2238566" y="218235"/>
                  </a:cubicBezTo>
                  <a:lnTo>
                    <a:pt x="2238566" y="218235"/>
                  </a:lnTo>
                  <a:close/>
                  <a:moveTo>
                    <a:pt x="2413349" y="2970"/>
                  </a:moveTo>
                  <a:lnTo>
                    <a:pt x="2561558" y="2970"/>
                  </a:lnTo>
                  <a:lnTo>
                    <a:pt x="2561558" y="38117"/>
                  </a:lnTo>
                  <a:lnTo>
                    <a:pt x="2451640" y="38117"/>
                  </a:lnTo>
                  <a:lnTo>
                    <a:pt x="2451640" y="111841"/>
                  </a:lnTo>
                  <a:lnTo>
                    <a:pt x="2538413" y="111841"/>
                  </a:lnTo>
                  <a:lnTo>
                    <a:pt x="2538413" y="146893"/>
                  </a:lnTo>
                  <a:lnTo>
                    <a:pt x="2451640" y="146893"/>
                  </a:lnTo>
                  <a:lnTo>
                    <a:pt x="2451640" y="251572"/>
                  </a:lnTo>
                  <a:lnTo>
                    <a:pt x="2413540" y="251572"/>
                  </a:lnTo>
                  <a:lnTo>
                    <a:pt x="2413349" y="2970"/>
                  </a:lnTo>
                  <a:close/>
                  <a:moveTo>
                    <a:pt x="2842260" y="165752"/>
                  </a:moveTo>
                  <a:lnTo>
                    <a:pt x="2842260" y="2970"/>
                  </a:lnTo>
                  <a:lnTo>
                    <a:pt x="2881027" y="2970"/>
                  </a:lnTo>
                  <a:lnTo>
                    <a:pt x="2881027" y="165752"/>
                  </a:lnTo>
                  <a:cubicBezTo>
                    <a:pt x="2881598" y="214901"/>
                    <a:pt x="2842260" y="255287"/>
                    <a:pt x="2793111" y="255859"/>
                  </a:cubicBezTo>
                  <a:cubicBezTo>
                    <a:pt x="2791682" y="255859"/>
                    <a:pt x="2790254" y="255859"/>
                    <a:pt x="2788730" y="255859"/>
                  </a:cubicBezTo>
                  <a:cubicBezTo>
                    <a:pt x="2738819" y="255859"/>
                    <a:pt x="2696147" y="220426"/>
                    <a:pt x="2696147" y="165847"/>
                  </a:cubicBezTo>
                  <a:lnTo>
                    <a:pt x="2696147" y="3065"/>
                  </a:lnTo>
                  <a:lnTo>
                    <a:pt x="2735199" y="3065"/>
                  </a:lnTo>
                  <a:lnTo>
                    <a:pt x="2735199" y="165847"/>
                  </a:lnTo>
                  <a:cubicBezTo>
                    <a:pt x="2735199" y="195375"/>
                    <a:pt x="2759202" y="219378"/>
                    <a:pt x="2788730" y="219378"/>
                  </a:cubicBezTo>
                  <a:cubicBezTo>
                    <a:pt x="2818257" y="219378"/>
                    <a:pt x="2842260" y="195375"/>
                    <a:pt x="2842260" y="165847"/>
                  </a:cubicBezTo>
                  <a:close/>
                  <a:moveTo>
                    <a:pt x="2930461" y="2970"/>
                  </a:moveTo>
                  <a:lnTo>
                    <a:pt x="3116390" y="2970"/>
                  </a:lnTo>
                  <a:lnTo>
                    <a:pt x="3116390" y="38784"/>
                  </a:lnTo>
                  <a:lnTo>
                    <a:pt x="3043047" y="38784"/>
                  </a:lnTo>
                  <a:lnTo>
                    <a:pt x="3043047" y="252239"/>
                  </a:lnTo>
                  <a:lnTo>
                    <a:pt x="3003995" y="252239"/>
                  </a:lnTo>
                  <a:lnTo>
                    <a:pt x="3003995" y="38879"/>
                  </a:lnTo>
                  <a:lnTo>
                    <a:pt x="2930652" y="38879"/>
                  </a:lnTo>
                  <a:lnTo>
                    <a:pt x="2930652" y="2970"/>
                  </a:lnTo>
                  <a:close/>
                  <a:moveTo>
                    <a:pt x="3280315" y="190422"/>
                  </a:moveTo>
                  <a:lnTo>
                    <a:pt x="3179826" y="190422"/>
                  </a:lnTo>
                  <a:lnTo>
                    <a:pt x="3155919" y="252715"/>
                  </a:lnTo>
                  <a:lnTo>
                    <a:pt x="3115056" y="252715"/>
                  </a:lnTo>
                  <a:lnTo>
                    <a:pt x="3208782" y="3065"/>
                  </a:lnTo>
                  <a:lnTo>
                    <a:pt x="3250406" y="3065"/>
                  </a:lnTo>
                  <a:lnTo>
                    <a:pt x="3344418" y="252239"/>
                  </a:lnTo>
                  <a:lnTo>
                    <a:pt x="3303937" y="252239"/>
                  </a:lnTo>
                  <a:lnTo>
                    <a:pt x="3280220" y="190422"/>
                  </a:lnTo>
                  <a:close/>
                  <a:moveTo>
                    <a:pt x="3192780" y="156037"/>
                  </a:moveTo>
                  <a:lnTo>
                    <a:pt x="3267266" y="156037"/>
                  </a:lnTo>
                  <a:lnTo>
                    <a:pt x="3230023" y="51357"/>
                  </a:lnTo>
                  <a:lnTo>
                    <a:pt x="3192685" y="156037"/>
                  </a:lnTo>
                  <a:close/>
                  <a:moveTo>
                    <a:pt x="3580066" y="2970"/>
                  </a:moveTo>
                  <a:lnTo>
                    <a:pt x="3580066" y="252144"/>
                  </a:lnTo>
                  <a:lnTo>
                    <a:pt x="3541014" y="252144"/>
                  </a:lnTo>
                  <a:lnTo>
                    <a:pt x="3541014" y="145845"/>
                  </a:lnTo>
                  <a:lnTo>
                    <a:pt x="3428619" y="145845"/>
                  </a:lnTo>
                  <a:lnTo>
                    <a:pt x="3428619" y="252144"/>
                  </a:lnTo>
                  <a:lnTo>
                    <a:pt x="3390519" y="252144"/>
                  </a:lnTo>
                  <a:lnTo>
                    <a:pt x="3390519" y="2970"/>
                  </a:lnTo>
                  <a:lnTo>
                    <a:pt x="3428619" y="2970"/>
                  </a:lnTo>
                  <a:lnTo>
                    <a:pt x="3428619" y="110698"/>
                  </a:lnTo>
                  <a:lnTo>
                    <a:pt x="3541110" y="110698"/>
                  </a:lnTo>
                  <a:lnTo>
                    <a:pt x="3541110" y="2970"/>
                  </a:lnTo>
                  <a:lnTo>
                    <a:pt x="3580066" y="297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grpSp>
          <p:nvGrpSpPr>
            <p:cNvPr id="541" name="Google Shape;541;p66"/>
            <p:cNvGrpSpPr/>
            <p:nvPr/>
          </p:nvGrpSpPr>
          <p:grpSpPr>
            <a:xfrm>
              <a:off x="6455388" y="4102692"/>
              <a:ext cx="1601438" cy="1455705"/>
              <a:chOff x="3324225" y="2700241"/>
              <a:chExt cx="1601438" cy="1455705"/>
            </a:xfrm>
          </p:grpSpPr>
          <p:sp>
            <p:nvSpPr>
              <p:cNvPr id="542" name="Google Shape;542;p66"/>
              <p:cNvSpPr/>
              <p:nvPr/>
            </p:nvSpPr>
            <p:spPr>
              <a:xfrm>
                <a:off x="4540585" y="3230022"/>
                <a:ext cx="239250" cy="787908"/>
              </a:xfrm>
              <a:custGeom>
                <a:rect b="b" l="l" r="r" t="t"/>
                <a:pathLst>
                  <a:path extrusionOk="0" h="787908" w="239250">
                    <a:moveTo>
                      <a:pt x="14270" y="87440"/>
                    </a:moveTo>
                    <a:cubicBezTo>
                      <a:pt x="36273" y="66580"/>
                      <a:pt x="61895" y="37052"/>
                      <a:pt x="91994" y="12954"/>
                    </a:cubicBezTo>
                    <a:moveTo>
                      <a:pt x="239251" y="549307"/>
                    </a:moveTo>
                    <a:lnTo>
                      <a:pt x="239251" y="635603"/>
                    </a:lnTo>
                    <a:lnTo>
                      <a:pt x="85993" y="787908"/>
                    </a:lnTo>
                    <a:cubicBezTo>
                      <a:pt x="-131844" y="356330"/>
                      <a:pt x="118569" y="176879"/>
                      <a:pt x="239251" y="0"/>
                    </a:cubicBezTo>
                    <a:lnTo>
                      <a:pt x="239251" y="201263"/>
                    </a:lnTo>
                    <a:lnTo>
                      <a:pt x="210676" y="173927"/>
                    </a:lnTo>
                    <a:cubicBezTo>
                      <a:pt x="199817" y="163830"/>
                      <a:pt x="182767" y="164402"/>
                      <a:pt x="172576" y="175165"/>
                    </a:cubicBezTo>
                    <a:cubicBezTo>
                      <a:pt x="162098" y="185738"/>
                      <a:pt x="162098" y="202692"/>
                      <a:pt x="172576" y="213265"/>
                    </a:cubicBezTo>
                    <a:lnTo>
                      <a:pt x="239251" y="276511"/>
                    </a:lnTo>
                    <a:lnTo>
                      <a:pt x="239251" y="350234"/>
                    </a:lnTo>
                    <a:lnTo>
                      <a:pt x="101709" y="343757"/>
                    </a:lnTo>
                    <a:cubicBezTo>
                      <a:pt x="86660" y="342995"/>
                      <a:pt x="73897" y="354521"/>
                      <a:pt x="73134" y="369570"/>
                    </a:cubicBezTo>
                    <a:cubicBezTo>
                      <a:pt x="73134" y="369570"/>
                      <a:pt x="73134" y="369570"/>
                      <a:pt x="73134" y="369570"/>
                    </a:cubicBezTo>
                    <a:cubicBezTo>
                      <a:pt x="72087" y="384524"/>
                      <a:pt x="83136" y="397478"/>
                      <a:pt x="98090" y="398717"/>
                    </a:cubicBezTo>
                    <a:lnTo>
                      <a:pt x="239155" y="405289"/>
                    </a:lnTo>
                    <a:lnTo>
                      <a:pt x="239155" y="486728"/>
                    </a:lnTo>
                    <a:lnTo>
                      <a:pt x="89136" y="545973"/>
                    </a:lnTo>
                    <a:cubicBezTo>
                      <a:pt x="74468" y="551783"/>
                      <a:pt x="67324" y="568452"/>
                      <a:pt x="73230" y="583121"/>
                    </a:cubicBezTo>
                    <a:cubicBezTo>
                      <a:pt x="73230" y="583121"/>
                      <a:pt x="73230" y="583121"/>
                      <a:pt x="73230" y="583216"/>
                    </a:cubicBezTo>
                    <a:cubicBezTo>
                      <a:pt x="78468" y="598075"/>
                      <a:pt x="94756" y="605981"/>
                      <a:pt x="109615" y="600742"/>
                    </a:cubicBezTo>
                    <a:cubicBezTo>
                      <a:pt x="109615" y="600742"/>
                      <a:pt x="109615" y="600742"/>
                      <a:pt x="109615" y="600742"/>
                    </a:cubicBezTo>
                    <a:lnTo>
                      <a:pt x="238965" y="548831"/>
                    </a:lnTo>
                    <a:lnTo>
                      <a:pt x="239155" y="5492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543" name="Google Shape;543;p66"/>
              <p:cNvSpPr/>
              <p:nvPr/>
            </p:nvSpPr>
            <p:spPr>
              <a:xfrm>
                <a:off x="3324225" y="2700241"/>
                <a:ext cx="1601438" cy="1455705"/>
              </a:xfrm>
              <a:custGeom>
                <a:rect b="b" l="l" r="r" t="t"/>
                <a:pathLst>
                  <a:path extrusionOk="0" h="1455705" w="1601438">
                    <a:moveTo>
                      <a:pt x="1337977" y="82201"/>
                    </a:moveTo>
                    <a:lnTo>
                      <a:pt x="1377315" y="124206"/>
                    </a:lnTo>
                    <a:cubicBezTo>
                      <a:pt x="1383316" y="131159"/>
                      <a:pt x="1393793" y="131921"/>
                      <a:pt x="1400747" y="126016"/>
                    </a:cubicBezTo>
                    <a:cubicBezTo>
                      <a:pt x="1407414" y="119729"/>
                      <a:pt x="1407795" y="109252"/>
                      <a:pt x="1401509" y="102489"/>
                    </a:cubicBezTo>
                    <a:lnTo>
                      <a:pt x="1356836" y="54864"/>
                    </a:lnTo>
                    <a:cubicBezTo>
                      <a:pt x="1372076" y="34195"/>
                      <a:pt x="1390174" y="15716"/>
                      <a:pt x="1410557" y="0"/>
                    </a:cubicBezTo>
                    <a:lnTo>
                      <a:pt x="1601438" y="0"/>
                    </a:lnTo>
                    <a:lnTo>
                      <a:pt x="1601438" y="437864"/>
                    </a:lnTo>
                    <a:lnTo>
                      <a:pt x="1503331" y="437864"/>
                    </a:lnTo>
                    <a:cubicBezTo>
                      <a:pt x="1522381" y="377190"/>
                      <a:pt x="1516856" y="312134"/>
                      <a:pt x="1463802" y="233553"/>
                    </a:cubicBezTo>
                    <a:cubicBezTo>
                      <a:pt x="1609725" y="598361"/>
                      <a:pt x="853631" y="586835"/>
                      <a:pt x="1180910" y="1435703"/>
                    </a:cubicBezTo>
                    <a:lnTo>
                      <a:pt x="1163765" y="1455706"/>
                    </a:lnTo>
                    <a:lnTo>
                      <a:pt x="437769" y="1455706"/>
                    </a:lnTo>
                    <a:lnTo>
                      <a:pt x="146304" y="1165289"/>
                    </a:lnTo>
                    <a:lnTo>
                      <a:pt x="146304" y="437579"/>
                    </a:lnTo>
                    <a:lnTo>
                      <a:pt x="0" y="437579"/>
                    </a:lnTo>
                    <a:lnTo>
                      <a:pt x="0" y="95"/>
                    </a:lnTo>
                    <a:lnTo>
                      <a:pt x="727901" y="95"/>
                    </a:lnTo>
                    <a:lnTo>
                      <a:pt x="727901" y="437960"/>
                    </a:lnTo>
                    <a:lnTo>
                      <a:pt x="581882" y="437960"/>
                    </a:lnTo>
                    <a:lnTo>
                      <a:pt x="581882" y="1017937"/>
                    </a:lnTo>
                    <a:lnTo>
                      <a:pt x="1019747" y="1017937"/>
                    </a:lnTo>
                    <a:lnTo>
                      <a:pt x="1019747" y="437483"/>
                    </a:lnTo>
                    <a:lnTo>
                      <a:pt x="873728" y="437483"/>
                    </a:lnTo>
                    <a:lnTo>
                      <a:pt x="873728" y="95"/>
                    </a:lnTo>
                    <a:lnTo>
                      <a:pt x="1343025" y="95"/>
                    </a:lnTo>
                    <a:cubicBezTo>
                      <a:pt x="1189768" y="114300"/>
                      <a:pt x="1096232" y="410147"/>
                      <a:pt x="1230535" y="617411"/>
                    </a:cubicBezTo>
                    <a:cubicBezTo>
                      <a:pt x="1252538" y="596551"/>
                      <a:pt x="1278160" y="567023"/>
                      <a:pt x="1308259" y="542925"/>
                    </a:cubicBezTo>
                    <a:cubicBezTo>
                      <a:pt x="1294352" y="519684"/>
                      <a:pt x="1283589" y="494729"/>
                      <a:pt x="1276064" y="468725"/>
                    </a:cubicBezTo>
                    <a:lnTo>
                      <a:pt x="1433417" y="407765"/>
                    </a:lnTo>
                    <a:cubicBezTo>
                      <a:pt x="1442657" y="404336"/>
                      <a:pt x="1447324" y="394049"/>
                      <a:pt x="1443895" y="384810"/>
                    </a:cubicBezTo>
                    <a:cubicBezTo>
                      <a:pt x="1440466" y="375571"/>
                      <a:pt x="1430179" y="370904"/>
                      <a:pt x="1420939" y="374333"/>
                    </a:cubicBezTo>
                    <a:lnTo>
                      <a:pt x="1267778" y="433673"/>
                    </a:lnTo>
                    <a:cubicBezTo>
                      <a:pt x="1261110" y="396621"/>
                      <a:pt x="1259110" y="358807"/>
                      <a:pt x="1261967" y="321278"/>
                    </a:cubicBezTo>
                    <a:lnTo>
                      <a:pt x="1416082" y="316516"/>
                    </a:lnTo>
                    <a:cubicBezTo>
                      <a:pt x="1425797" y="316325"/>
                      <a:pt x="1433513" y="308420"/>
                      <a:pt x="1433417" y="298704"/>
                    </a:cubicBezTo>
                    <a:cubicBezTo>
                      <a:pt x="1433036" y="288989"/>
                      <a:pt x="1424940" y="281464"/>
                      <a:pt x="1415225" y="281750"/>
                    </a:cubicBezTo>
                    <a:lnTo>
                      <a:pt x="1265587" y="286322"/>
                    </a:lnTo>
                    <a:cubicBezTo>
                      <a:pt x="1270159" y="252698"/>
                      <a:pt x="1277874" y="219647"/>
                      <a:pt x="1288542" y="187452"/>
                    </a:cubicBezTo>
                    <a:lnTo>
                      <a:pt x="1394746" y="222314"/>
                    </a:lnTo>
                    <a:cubicBezTo>
                      <a:pt x="1403699" y="225552"/>
                      <a:pt x="1413510" y="220980"/>
                      <a:pt x="1416844" y="212122"/>
                    </a:cubicBezTo>
                    <a:cubicBezTo>
                      <a:pt x="1419797" y="203168"/>
                      <a:pt x="1414939" y="193453"/>
                      <a:pt x="1405985" y="190405"/>
                    </a:cubicBezTo>
                    <a:lnTo>
                      <a:pt x="1300258" y="155639"/>
                    </a:lnTo>
                    <a:cubicBezTo>
                      <a:pt x="1310640" y="130112"/>
                      <a:pt x="1323308" y="105537"/>
                      <a:pt x="1337977" y="82296"/>
                    </a:cubicBezTo>
                    <a:lnTo>
                      <a:pt x="1337977" y="8229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</p:grpSp>
      <p:sp>
        <p:nvSpPr>
          <p:cNvPr id="544" name="Google Shape;544;p66"/>
          <p:cNvSpPr txBox="1"/>
          <p:nvPr/>
        </p:nvSpPr>
        <p:spPr>
          <a:xfrm>
            <a:off x="274320" y="6375028"/>
            <a:ext cx="30289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A7A9A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UNIVERSITY OF UTAH HEALTH</a:t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45" name="Google Shape;545;p66"/>
          <p:cNvSpPr txBox="1"/>
          <p:nvPr>
            <p:ph type="title"/>
          </p:nvPr>
        </p:nvSpPr>
        <p:spPr>
          <a:xfrm>
            <a:off x="365760" y="365760"/>
            <a:ext cx="10958513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6" name="Google Shape;546;p66"/>
          <p:cNvSpPr txBox="1"/>
          <p:nvPr>
            <p:ph idx="2" type="body"/>
          </p:nvPr>
        </p:nvSpPr>
        <p:spPr>
          <a:xfrm>
            <a:off x="365760" y="1095208"/>
            <a:ext cx="1095697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547" name="Google Shape;547;p66"/>
          <p:cNvGrpSpPr/>
          <p:nvPr/>
        </p:nvGrpSpPr>
        <p:grpSpPr>
          <a:xfrm>
            <a:off x="-3424512" y="-1"/>
            <a:ext cx="3208421" cy="6857999"/>
            <a:chOff x="-3424512" y="-1"/>
            <a:chExt cx="3208421" cy="6857999"/>
          </a:xfrm>
        </p:grpSpPr>
        <p:sp>
          <p:nvSpPr>
            <p:cNvPr id="548" name="Google Shape;548;p66"/>
            <p:cNvSpPr/>
            <p:nvPr/>
          </p:nvSpPr>
          <p:spPr>
            <a:xfrm>
              <a:off x="-3424512" y="-1"/>
              <a:ext cx="3208421" cy="685799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49" name="Google Shape;549;p66"/>
            <p:cNvSpPr txBox="1"/>
            <p:nvPr/>
          </p:nvSpPr>
          <p:spPr>
            <a:xfrm>
              <a:off x="-3267122" y="150741"/>
              <a:ext cx="2941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GB" sz="3200" u="none" cap="none" strike="noStrike">
                  <a:solidFill>
                    <a:schemeClr val="accen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Instruction: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66"/>
            <p:cNvSpPr txBox="1"/>
            <p:nvPr/>
          </p:nvSpPr>
          <p:spPr>
            <a:xfrm>
              <a:off x="-3267122" y="818147"/>
              <a:ext cx="294176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To underline keyword in title text box, highlight selected word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51" name="Google Shape;551;p6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143860" y="1824108"/>
              <a:ext cx="875152" cy="905001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552" name="Google Shape;552;p66"/>
            <p:cNvSpPr txBox="1"/>
            <p:nvPr/>
          </p:nvSpPr>
          <p:spPr>
            <a:xfrm>
              <a:off x="-3267122" y="2906262"/>
              <a:ext cx="2502568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2. Then go to 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‘Bold’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in the toolbar and then </a:t>
              </a:r>
              <a:b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‘underline’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after.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53" name="Google Shape;553;p66"/>
            <p:cNvPicPr preferRelativeResize="0"/>
            <p:nvPr/>
          </p:nvPicPr>
          <p:blipFill rotWithShape="1">
            <a:blip r:embed="rId3">
              <a:alphaModFix/>
            </a:blip>
            <a:srcRect b="-62788" l="0" r="0" t="-62788"/>
            <a:stretch/>
          </p:blipFill>
          <p:spPr>
            <a:xfrm>
              <a:off x="-3143862" y="4212225"/>
              <a:ext cx="1654280" cy="1614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4" name="Google Shape;554;p66"/>
            <p:cNvSpPr/>
            <p:nvPr/>
          </p:nvSpPr>
          <p:spPr>
            <a:xfrm>
              <a:off x="-3095847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55" name="Google Shape;555;p66"/>
            <p:cNvSpPr/>
            <p:nvPr/>
          </p:nvSpPr>
          <p:spPr>
            <a:xfrm>
              <a:off x="-2236570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556" name="Google Shape;556;p66"/>
          <p:cNvSpPr txBox="1"/>
          <p:nvPr>
            <p:ph idx="3" type="body"/>
          </p:nvPr>
        </p:nvSpPr>
        <p:spPr>
          <a:xfrm>
            <a:off x="274320" y="5943600"/>
            <a:ext cx="10672763" cy="3304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indent="-342900" lvl="1" marL="9144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Slide x2">
  <p:cSld name="Chart Slide x2"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67"/>
          <p:cNvSpPr/>
          <p:nvPr>
            <p:ph idx="2" type="chart"/>
          </p:nvPr>
        </p:nvSpPr>
        <p:spPr>
          <a:xfrm>
            <a:off x="612648" y="1600200"/>
            <a:ext cx="5029200" cy="42519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t" bIns="45700" lIns="91425" spcFirstLastPara="1" rIns="91425" wrap="square" tIns="2560300">
            <a:noAutofit/>
          </a:bodyPr>
          <a:lstStyle>
            <a:lvl1pPr lvl="0" marR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559" name="Google Shape;559;p67"/>
          <p:cNvSpPr/>
          <p:nvPr>
            <p:ph idx="3" type="chart"/>
          </p:nvPr>
        </p:nvSpPr>
        <p:spPr>
          <a:xfrm>
            <a:off x="6309360" y="1600200"/>
            <a:ext cx="5029200" cy="42519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t" bIns="45700" lIns="91425" spcFirstLastPara="1" rIns="91425" wrap="square" tIns="2560300">
            <a:noAutofit/>
          </a:bodyPr>
          <a:lstStyle>
            <a:lvl1pPr lvl="0" marR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560" name="Google Shape;560;p67"/>
          <p:cNvSpPr txBox="1"/>
          <p:nvPr>
            <p:ph type="title"/>
          </p:nvPr>
        </p:nvSpPr>
        <p:spPr>
          <a:xfrm>
            <a:off x="365760" y="365760"/>
            <a:ext cx="10958513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561" name="Google Shape;561;p67"/>
          <p:cNvGrpSpPr/>
          <p:nvPr/>
        </p:nvGrpSpPr>
        <p:grpSpPr>
          <a:xfrm>
            <a:off x="-3424512" y="-1"/>
            <a:ext cx="3208421" cy="6857999"/>
            <a:chOff x="-3424512" y="-1"/>
            <a:chExt cx="3208421" cy="6857999"/>
          </a:xfrm>
        </p:grpSpPr>
        <p:sp>
          <p:nvSpPr>
            <p:cNvPr id="562" name="Google Shape;562;p67"/>
            <p:cNvSpPr/>
            <p:nvPr/>
          </p:nvSpPr>
          <p:spPr>
            <a:xfrm>
              <a:off x="-3424512" y="-1"/>
              <a:ext cx="3208421" cy="685799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63" name="Google Shape;563;p67"/>
            <p:cNvSpPr txBox="1"/>
            <p:nvPr/>
          </p:nvSpPr>
          <p:spPr>
            <a:xfrm>
              <a:off x="-3267122" y="150741"/>
              <a:ext cx="2941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GB" sz="3200" u="none" cap="none" strike="noStrike">
                  <a:solidFill>
                    <a:schemeClr val="accen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Instruction 1: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67"/>
            <p:cNvSpPr txBox="1"/>
            <p:nvPr/>
          </p:nvSpPr>
          <p:spPr>
            <a:xfrm>
              <a:off x="-3267122" y="818147"/>
              <a:ext cx="294176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To underline keyword in title text box, highlight selected word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65" name="Google Shape;565;p6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143860" y="1824108"/>
              <a:ext cx="875152" cy="905001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566" name="Google Shape;566;p67"/>
            <p:cNvSpPr txBox="1"/>
            <p:nvPr/>
          </p:nvSpPr>
          <p:spPr>
            <a:xfrm>
              <a:off x="-3267122" y="2906262"/>
              <a:ext cx="2502568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2. Then go to 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‘Bold’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in the toolbar and then </a:t>
              </a:r>
              <a:b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‘underline’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after.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67" name="Google Shape;567;p67"/>
            <p:cNvPicPr preferRelativeResize="0"/>
            <p:nvPr/>
          </p:nvPicPr>
          <p:blipFill rotWithShape="1">
            <a:blip r:embed="rId3">
              <a:alphaModFix/>
            </a:blip>
            <a:srcRect b="-62788" l="0" r="0" t="-62788"/>
            <a:stretch/>
          </p:blipFill>
          <p:spPr>
            <a:xfrm>
              <a:off x="-3143862" y="4212225"/>
              <a:ext cx="1654280" cy="1614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8" name="Google Shape;568;p67"/>
            <p:cNvSpPr/>
            <p:nvPr/>
          </p:nvSpPr>
          <p:spPr>
            <a:xfrm>
              <a:off x="-3095847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69" name="Google Shape;569;p67"/>
            <p:cNvSpPr/>
            <p:nvPr/>
          </p:nvSpPr>
          <p:spPr>
            <a:xfrm>
              <a:off x="-2236570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570" name="Google Shape;570;p67"/>
          <p:cNvGrpSpPr/>
          <p:nvPr/>
        </p:nvGrpSpPr>
        <p:grpSpPr>
          <a:xfrm>
            <a:off x="10729913" y="6334847"/>
            <a:ext cx="1126458" cy="295807"/>
            <a:chOff x="6455388" y="4102692"/>
            <a:chExt cx="5543454" cy="1455705"/>
          </a:xfrm>
        </p:grpSpPr>
        <p:sp>
          <p:nvSpPr>
            <p:cNvPr id="571" name="Google Shape;571;p67"/>
            <p:cNvSpPr/>
            <p:nvPr/>
          </p:nvSpPr>
          <p:spPr>
            <a:xfrm>
              <a:off x="8423253" y="4383013"/>
              <a:ext cx="3575494" cy="683609"/>
            </a:xfrm>
            <a:custGeom>
              <a:rect b="b" l="l" r="r" t="t"/>
              <a:pathLst>
                <a:path extrusionOk="0" h="683609" w="3575494">
                  <a:moveTo>
                    <a:pt x="527495" y="0"/>
                  </a:moveTo>
                  <a:lnTo>
                    <a:pt x="527495" y="683133"/>
                  </a:lnTo>
                  <a:lnTo>
                    <a:pt x="399669" y="683133"/>
                  </a:lnTo>
                  <a:lnTo>
                    <a:pt x="399669" y="400622"/>
                  </a:lnTo>
                  <a:lnTo>
                    <a:pt x="125921" y="400622"/>
                  </a:lnTo>
                  <a:lnTo>
                    <a:pt x="125921" y="683228"/>
                  </a:lnTo>
                  <a:lnTo>
                    <a:pt x="0" y="683228"/>
                  </a:lnTo>
                  <a:lnTo>
                    <a:pt x="0" y="0"/>
                  </a:lnTo>
                  <a:lnTo>
                    <a:pt x="125921" y="0"/>
                  </a:lnTo>
                  <a:lnTo>
                    <a:pt x="125921" y="286607"/>
                  </a:lnTo>
                  <a:lnTo>
                    <a:pt x="399574" y="286607"/>
                  </a:lnTo>
                  <a:lnTo>
                    <a:pt x="399574" y="0"/>
                  </a:lnTo>
                  <a:lnTo>
                    <a:pt x="527495" y="0"/>
                  </a:lnTo>
                  <a:close/>
                  <a:moveTo>
                    <a:pt x="715994" y="0"/>
                  </a:moveTo>
                  <a:lnTo>
                    <a:pt x="1138809" y="0"/>
                  </a:lnTo>
                  <a:lnTo>
                    <a:pt x="1138809" y="113062"/>
                  </a:lnTo>
                  <a:lnTo>
                    <a:pt x="841915" y="113062"/>
                  </a:lnTo>
                  <a:lnTo>
                    <a:pt x="841915" y="290989"/>
                  </a:lnTo>
                  <a:lnTo>
                    <a:pt x="1101662" y="290989"/>
                  </a:lnTo>
                  <a:lnTo>
                    <a:pt x="1101662" y="403003"/>
                  </a:lnTo>
                  <a:lnTo>
                    <a:pt x="841915" y="403003"/>
                  </a:lnTo>
                  <a:lnTo>
                    <a:pt x="841915" y="570548"/>
                  </a:lnTo>
                  <a:lnTo>
                    <a:pt x="1148334" y="570548"/>
                  </a:lnTo>
                  <a:lnTo>
                    <a:pt x="1148334" y="683609"/>
                  </a:lnTo>
                  <a:lnTo>
                    <a:pt x="715994" y="683609"/>
                  </a:lnTo>
                  <a:lnTo>
                    <a:pt x="715994" y="0"/>
                  </a:lnTo>
                  <a:close/>
                  <a:moveTo>
                    <a:pt x="1686687" y="517589"/>
                  </a:moveTo>
                  <a:lnTo>
                    <a:pt x="1431893" y="517589"/>
                  </a:lnTo>
                  <a:lnTo>
                    <a:pt x="1369409" y="683228"/>
                  </a:lnTo>
                  <a:lnTo>
                    <a:pt x="1234535" y="683228"/>
                  </a:lnTo>
                  <a:lnTo>
                    <a:pt x="1490377" y="95"/>
                  </a:lnTo>
                  <a:lnTo>
                    <a:pt x="1627251" y="95"/>
                  </a:lnTo>
                  <a:lnTo>
                    <a:pt x="1883092" y="683228"/>
                  </a:lnTo>
                  <a:lnTo>
                    <a:pt x="1749171" y="683228"/>
                  </a:lnTo>
                  <a:lnTo>
                    <a:pt x="1686592" y="517589"/>
                  </a:lnTo>
                  <a:close/>
                  <a:moveTo>
                    <a:pt x="1474470" y="406527"/>
                  </a:moveTo>
                  <a:lnTo>
                    <a:pt x="1645063" y="406527"/>
                  </a:lnTo>
                  <a:lnTo>
                    <a:pt x="1558862" y="145733"/>
                  </a:lnTo>
                  <a:lnTo>
                    <a:pt x="1474565" y="406527"/>
                  </a:lnTo>
                  <a:close/>
                  <a:moveTo>
                    <a:pt x="1995392" y="0"/>
                  </a:moveTo>
                  <a:lnTo>
                    <a:pt x="2121980" y="0"/>
                  </a:lnTo>
                  <a:lnTo>
                    <a:pt x="2121980" y="570167"/>
                  </a:lnTo>
                  <a:lnTo>
                    <a:pt x="2385632" y="570167"/>
                  </a:lnTo>
                  <a:lnTo>
                    <a:pt x="2385632" y="683228"/>
                  </a:lnTo>
                  <a:lnTo>
                    <a:pt x="1995392" y="683228"/>
                  </a:lnTo>
                  <a:lnTo>
                    <a:pt x="1995392" y="0"/>
                  </a:lnTo>
                  <a:close/>
                  <a:moveTo>
                    <a:pt x="2395157" y="0"/>
                  </a:moveTo>
                  <a:lnTo>
                    <a:pt x="2907792" y="0"/>
                  </a:lnTo>
                  <a:lnTo>
                    <a:pt x="2907792" y="116014"/>
                  </a:lnTo>
                  <a:lnTo>
                    <a:pt x="2715863" y="116014"/>
                  </a:lnTo>
                  <a:lnTo>
                    <a:pt x="2715863" y="683228"/>
                  </a:lnTo>
                  <a:lnTo>
                    <a:pt x="2587942" y="683228"/>
                  </a:lnTo>
                  <a:lnTo>
                    <a:pt x="2587942" y="116014"/>
                  </a:lnTo>
                  <a:lnTo>
                    <a:pt x="2395061" y="116014"/>
                  </a:lnTo>
                  <a:lnTo>
                    <a:pt x="2395061" y="0"/>
                  </a:lnTo>
                  <a:close/>
                  <a:moveTo>
                    <a:pt x="3575494" y="0"/>
                  </a:moveTo>
                  <a:lnTo>
                    <a:pt x="3575494" y="683133"/>
                  </a:lnTo>
                  <a:lnTo>
                    <a:pt x="3447764" y="683133"/>
                  </a:lnTo>
                  <a:lnTo>
                    <a:pt x="3447764" y="400622"/>
                  </a:lnTo>
                  <a:lnTo>
                    <a:pt x="3174111" y="400622"/>
                  </a:lnTo>
                  <a:lnTo>
                    <a:pt x="3174111" y="683228"/>
                  </a:lnTo>
                  <a:lnTo>
                    <a:pt x="3048191" y="683228"/>
                  </a:lnTo>
                  <a:lnTo>
                    <a:pt x="3048191" y="0"/>
                  </a:lnTo>
                  <a:lnTo>
                    <a:pt x="3174111" y="0"/>
                  </a:lnTo>
                  <a:lnTo>
                    <a:pt x="3174111" y="286607"/>
                  </a:lnTo>
                  <a:lnTo>
                    <a:pt x="3447764" y="286607"/>
                  </a:lnTo>
                  <a:lnTo>
                    <a:pt x="3447764" y="0"/>
                  </a:lnTo>
                  <a:lnTo>
                    <a:pt x="35754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72" name="Google Shape;572;p67"/>
            <p:cNvSpPr/>
            <p:nvPr/>
          </p:nvSpPr>
          <p:spPr>
            <a:xfrm>
              <a:off x="8418776" y="5302158"/>
              <a:ext cx="3580066" cy="255953"/>
            </a:xfrm>
            <a:custGeom>
              <a:rect b="b" l="l" r="r" t="t"/>
              <a:pathLst>
                <a:path extrusionOk="0" h="255953" w="3580066">
                  <a:moveTo>
                    <a:pt x="146113" y="165847"/>
                  </a:moveTo>
                  <a:lnTo>
                    <a:pt x="146113" y="3065"/>
                  </a:lnTo>
                  <a:lnTo>
                    <a:pt x="184880" y="3065"/>
                  </a:lnTo>
                  <a:lnTo>
                    <a:pt x="184880" y="165847"/>
                  </a:lnTo>
                  <a:cubicBezTo>
                    <a:pt x="185452" y="214996"/>
                    <a:pt x="146113" y="255382"/>
                    <a:pt x="96964" y="255954"/>
                  </a:cubicBezTo>
                  <a:cubicBezTo>
                    <a:pt x="95536" y="255954"/>
                    <a:pt x="94107" y="255954"/>
                    <a:pt x="92583" y="255954"/>
                  </a:cubicBezTo>
                  <a:cubicBezTo>
                    <a:pt x="42672" y="255954"/>
                    <a:pt x="0" y="220521"/>
                    <a:pt x="0" y="165943"/>
                  </a:cubicBezTo>
                  <a:lnTo>
                    <a:pt x="0" y="3160"/>
                  </a:lnTo>
                  <a:lnTo>
                    <a:pt x="39148" y="3160"/>
                  </a:lnTo>
                  <a:lnTo>
                    <a:pt x="39148" y="165943"/>
                  </a:lnTo>
                  <a:cubicBezTo>
                    <a:pt x="39148" y="195470"/>
                    <a:pt x="63151" y="219473"/>
                    <a:pt x="92678" y="219473"/>
                  </a:cubicBezTo>
                  <a:cubicBezTo>
                    <a:pt x="122206" y="219473"/>
                    <a:pt x="146209" y="195470"/>
                    <a:pt x="146209" y="165943"/>
                  </a:cubicBezTo>
                  <a:lnTo>
                    <a:pt x="146113" y="165943"/>
                  </a:lnTo>
                  <a:close/>
                  <a:moveTo>
                    <a:pt x="434435" y="252239"/>
                  </a:moveTo>
                  <a:lnTo>
                    <a:pt x="398621" y="252239"/>
                  </a:lnTo>
                  <a:lnTo>
                    <a:pt x="291560" y="73931"/>
                  </a:lnTo>
                  <a:lnTo>
                    <a:pt x="291560" y="252239"/>
                  </a:lnTo>
                  <a:lnTo>
                    <a:pt x="253460" y="252239"/>
                  </a:lnTo>
                  <a:lnTo>
                    <a:pt x="253460" y="3065"/>
                  </a:lnTo>
                  <a:lnTo>
                    <a:pt x="290417" y="3065"/>
                  </a:lnTo>
                  <a:lnTo>
                    <a:pt x="396335" y="179944"/>
                  </a:lnTo>
                  <a:lnTo>
                    <a:pt x="396335" y="3065"/>
                  </a:lnTo>
                  <a:lnTo>
                    <a:pt x="434435" y="3065"/>
                  </a:lnTo>
                  <a:lnTo>
                    <a:pt x="434435" y="252239"/>
                  </a:lnTo>
                  <a:close/>
                  <a:moveTo>
                    <a:pt x="497014" y="3065"/>
                  </a:moveTo>
                  <a:lnTo>
                    <a:pt x="535114" y="3065"/>
                  </a:lnTo>
                  <a:lnTo>
                    <a:pt x="535114" y="252239"/>
                  </a:lnTo>
                  <a:lnTo>
                    <a:pt x="497014" y="252239"/>
                  </a:lnTo>
                  <a:lnTo>
                    <a:pt x="497014" y="3065"/>
                  </a:lnTo>
                  <a:close/>
                  <a:moveTo>
                    <a:pt x="622935" y="3065"/>
                  </a:moveTo>
                  <a:lnTo>
                    <a:pt x="676180" y="188231"/>
                  </a:lnTo>
                  <a:lnTo>
                    <a:pt x="729710" y="3065"/>
                  </a:lnTo>
                  <a:lnTo>
                    <a:pt x="769525" y="3065"/>
                  </a:lnTo>
                  <a:lnTo>
                    <a:pt x="694372" y="252239"/>
                  </a:lnTo>
                  <a:lnTo>
                    <a:pt x="658558" y="252239"/>
                  </a:lnTo>
                  <a:lnTo>
                    <a:pt x="583025" y="3065"/>
                  </a:lnTo>
                  <a:lnTo>
                    <a:pt x="623125" y="3065"/>
                  </a:lnTo>
                  <a:close/>
                  <a:moveTo>
                    <a:pt x="813911" y="3065"/>
                  </a:moveTo>
                  <a:lnTo>
                    <a:pt x="964025" y="3065"/>
                  </a:lnTo>
                  <a:lnTo>
                    <a:pt x="964025" y="38212"/>
                  </a:lnTo>
                  <a:lnTo>
                    <a:pt x="852297" y="38212"/>
                  </a:lnTo>
                  <a:lnTo>
                    <a:pt x="852297" y="111936"/>
                  </a:lnTo>
                  <a:lnTo>
                    <a:pt x="949928" y="111936"/>
                  </a:lnTo>
                  <a:lnTo>
                    <a:pt x="949928" y="146988"/>
                  </a:lnTo>
                  <a:lnTo>
                    <a:pt x="852297" y="146988"/>
                  </a:lnTo>
                  <a:lnTo>
                    <a:pt x="852297" y="216806"/>
                  </a:lnTo>
                  <a:lnTo>
                    <a:pt x="967645" y="216806"/>
                  </a:lnTo>
                  <a:lnTo>
                    <a:pt x="967645" y="251953"/>
                  </a:lnTo>
                  <a:lnTo>
                    <a:pt x="813911" y="251953"/>
                  </a:lnTo>
                  <a:lnTo>
                    <a:pt x="813911" y="3160"/>
                  </a:lnTo>
                  <a:close/>
                  <a:moveTo>
                    <a:pt x="1200436" y="252239"/>
                  </a:moveTo>
                  <a:lnTo>
                    <a:pt x="1153763" y="252239"/>
                  </a:lnTo>
                  <a:lnTo>
                    <a:pt x="1091565" y="160799"/>
                  </a:lnTo>
                  <a:lnTo>
                    <a:pt x="1064800" y="160799"/>
                  </a:lnTo>
                  <a:lnTo>
                    <a:pt x="1064800" y="252239"/>
                  </a:lnTo>
                  <a:lnTo>
                    <a:pt x="1026128" y="252239"/>
                  </a:lnTo>
                  <a:lnTo>
                    <a:pt x="1026128" y="3065"/>
                  </a:lnTo>
                  <a:lnTo>
                    <a:pt x="1123379" y="3065"/>
                  </a:lnTo>
                  <a:cubicBezTo>
                    <a:pt x="1176909" y="3065"/>
                    <a:pt x="1199483" y="42499"/>
                    <a:pt x="1199483" y="82218"/>
                  </a:cubicBezTo>
                  <a:cubicBezTo>
                    <a:pt x="1199483" y="118794"/>
                    <a:pt x="1181005" y="154227"/>
                    <a:pt x="1135094" y="159180"/>
                  </a:cubicBezTo>
                  <a:lnTo>
                    <a:pt x="1200245" y="252144"/>
                  </a:lnTo>
                  <a:close/>
                  <a:moveTo>
                    <a:pt x="1064895" y="38117"/>
                  </a:moveTo>
                  <a:lnTo>
                    <a:pt x="1064895" y="125271"/>
                  </a:lnTo>
                  <a:lnTo>
                    <a:pt x="1120616" y="125271"/>
                  </a:lnTo>
                  <a:cubicBezTo>
                    <a:pt x="1148524" y="125271"/>
                    <a:pt x="1159669" y="103173"/>
                    <a:pt x="1159669" y="81837"/>
                  </a:cubicBezTo>
                  <a:cubicBezTo>
                    <a:pt x="1159669" y="60501"/>
                    <a:pt x="1148810" y="38022"/>
                    <a:pt x="1121569" y="38022"/>
                  </a:cubicBezTo>
                  <a:lnTo>
                    <a:pt x="1064895" y="38022"/>
                  </a:lnTo>
                  <a:close/>
                  <a:moveTo>
                    <a:pt x="1290256" y="179849"/>
                  </a:moveTo>
                  <a:cubicBezTo>
                    <a:pt x="1291019" y="200137"/>
                    <a:pt x="1310164" y="220711"/>
                    <a:pt x="1339882" y="220711"/>
                  </a:cubicBezTo>
                  <a:cubicBezTo>
                    <a:pt x="1369600" y="220711"/>
                    <a:pt x="1384364" y="204805"/>
                    <a:pt x="1386935" y="186707"/>
                  </a:cubicBezTo>
                  <a:cubicBezTo>
                    <a:pt x="1388364" y="163561"/>
                    <a:pt x="1370648" y="151560"/>
                    <a:pt x="1347502" y="146131"/>
                  </a:cubicBezTo>
                  <a:lnTo>
                    <a:pt x="1315974" y="138225"/>
                  </a:lnTo>
                  <a:cubicBezTo>
                    <a:pt x="1262444" y="123747"/>
                    <a:pt x="1254062" y="93362"/>
                    <a:pt x="1254062" y="71550"/>
                  </a:cubicBezTo>
                  <a:cubicBezTo>
                    <a:pt x="1254062" y="28878"/>
                    <a:pt x="1292162" y="303"/>
                    <a:pt x="1336072" y="303"/>
                  </a:cubicBezTo>
                  <a:cubicBezTo>
                    <a:pt x="1379982" y="303"/>
                    <a:pt x="1417034" y="28878"/>
                    <a:pt x="1417034" y="74026"/>
                  </a:cubicBezTo>
                  <a:lnTo>
                    <a:pt x="1378934" y="74026"/>
                  </a:lnTo>
                  <a:cubicBezTo>
                    <a:pt x="1378934" y="51262"/>
                    <a:pt x="1361218" y="35926"/>
                    <a:pt x="1335500" y="35926"/>
                  </a:cubicBezTo>
                  <a:cubicBezTo>
                    <a:pt x="1312736" y="35926"/>
                    <a:pt x="1292447" y="49642"/>
                    <a:pt x="1292447" y="70312"/>
                  </a:cubicBezTo>
                  <a:cubicBezTo>
                    <a:pt x="1292447" y="79837"/>
                    <a:pt x="1296067" y="95267"/>
                    <a:pt x="1325785" y="102887"/>
                  </a:cubicBezTo>
                  <a:lnTo>
                    <a:pt x="1357598" y="111174"/>
                  </a:lnTo>
                  <a:cubicBezTo>
                    <a:pt x="1407890" y="124604"/>
                    <a:pt x="1428845" y="152798"/>
                    <a:pt x="1424940" y="188517"/>
                  </a:cubicBezTo>
                  <a:cubicBezTo>
                    <a:pt x="1421321" y="227569"/>
                    <a:pt x="1387697" y="255192"/>
                    <a:pt x="1339977" y="255192"/>
                  </a:cubicBezTo>
                  <a:cubicBezTo>
                    <a:pt x="1288256" y="255192"/>
                    <a:pt x="1252156" y="219759"/>
                    <a:pt x="1252156" y="179087"/>
                  </a:cubicBezTo>
                  <a:lnTo>
                    <a:pt x="1290256" y="179754"/>
                  </a:lnTo>
                  <a:close/>
                  <a:moveTo>
                    <a:pt x="1475041" y="2970"/>
                  </a:moveTo>
                  <a:lnTo>
                    <a:pt x="1513141" y="2970"/>
                  </a:lnTo>
                  <a:lnTo>
                    <a:pt x="1513141" y="252144"/>
                  </a:lnTo>
                  <a:lnTo>
                    <a:pt x="1475041" y="252144"/>
                  </a:lnTo>
                  <a:lnTo>
                    <a:pt x="1475041" y="2970"/>
                  </a:lnTo>
                  <a:close/>
                  <a:moveTo>
                    <a:pt x="1557147" y="2970"/>
                  </a:moveTo>
                  <a:lnTo>
                    <a:pt x="1742980" y="2970"/>
                  </a:lnTo>
                  <a:lnTo>
                    <a:pt x="1742980" y="38784"/>
                  </a:lnTo>
                  <a:lnTo>
                    <a:pt x="1669732" y="38784"/>
                  </a:lnTo>
                  <a:lnTo>
                    <a:pt x="1669732" y="252239"/>
                  </a:lnTo>
                  <a:lnTo>
                    <a:pt x="1630680" y="252239"/>
                  </a:lnTo>
                  <a:lnTo>
                    <a:pt x="1630680" y="38879"/>
                  </a:lnTo>
                  <a:lnTo>
                    <a:pt x="1557338" y="38879"/>
                  </a:lnTo>
                  <a:lnTo>
                    <a:pt x="1557338" y="2970"/>
                  </a:lnTo>
                  <a:close/>
                  <a:moveTo>
                    <a:pt x="1861375" y="252144"/>
                  </a:moveTo>
                  <a:lnTo>
                    <a:pt x="1861375" y="137939"/>
                  </a:lnTo>
                  <a:lnTo>
                    <a:pt x="1766221" y="3065"/>
                  </a:lnTo>
                  <a:lnTo>
                    <a:pt x="1812227" y="3065"/>
                  </a:lnTo>
                  <a:lnTo>
                    <a:pt x="1880997" y="102125"/>
                  </a:lnTo>
                  <a:lnTo>
                    <a:pt x="1950434" y="3065"/>
                  </a:lnTo>
                  <a:lnTo>
                    <a:pt x="1996440" y="3065"/>
                  </a:lnTo>
                  <a:lnTo>
                    <a:pt x="1900619" y="138320"/>
                  </a:lnTo>
                  <a:lnTo>
                    <a:pt x="1900619" y="252525"/>
                  </a:lnTo>
                  <a:lnTo>
                    <a:pt x="1861566" y="252144"/>
                  </a:lnTo>
                  <a:close/>
                  <a:moveTo>
                    <a:pt x="2238566" y="17"/>
                  </a:moveTo>
                  <a:cubicBezTo>
                    <a:pt x="2309146" y="-1126"/>
                    <a:pt x="2367248" y="55262"/>
                    <a:pt x="2368391" y="125842"/>
                  </a:cubicBezTo>
                  <a:cubicBezTo>
                    <a:pt x="2369534" y="196423"/>
                    <a:pt x="2313146" y="254525"/>
                    <a:pt x="2242566" y="255668"/>
                  </a:cubicBezTo>
                  <a:cubicBezTo>
                    <a:pt x="2171986" y="256811"/>
                    <a:pt x="2113883" y="200423"/>
                    <a:pt x="2112740" y="129843"/>
                  </a:cubicBezTo>
                  <a:cubicBezTo>
                    <a:pt x="2112740" y="129271"/>
                    <a:pt x="2112740" y="128605"/>
                    <a:pt x="2112740" y="128033"/>
                  </a:cubicBezTo>
                  <a:cubicBezTo>
                    <a:pt x="2111788" y="58310"/>
                    <a:pt x="2167604" y="970"/>
                    <a:pt x="2237327" y="17"/>
                  </a:cubicBezTo>
                  <a:cubicBezTo>
                    <a:pt x="2237708" y="17"/>
                    <a:pt x="2238184" y="17"/>
                    <a:pt x="2238566" y="17"/>
                  </a:cubicBezTo>
                  <a:close/>
                  <a:moveTo>
                    <a:pt x="2238566" y="218140"/>
                  </a:moveTo>
                  <a:cubicBezTo>
                    <a:pt x="2288381" y="219664"/>
                    <a:pt x="2330006" y="180516"/>
                    <a:pt x="2331530" y="130700"/>
                  </a:cubicBezTo>
                  <a:cubicBezTo>
                    <a:pt x="2333054" y="80884"/>
                    <a:pt x="2293906" y="39260"/>
                    <a:pt x="2244090" y="37736"/>
                  </a:cubicBezTo>
                  <a:cubicBezTo>
                    <a:pt x="2194274" y="36212"/>
                    <a:pt x="2152650" y="75360"/>
                    <a:pt x="2151126" y="125176"/>
                  </a:cubicBezTo>
                  <a:cubicBezTo>
                    <a:pt x="2151126" y="126128"/>
                    <a:pt x="2151126" y="127081"/>
                    <a:pt x="2151126" y="128128"/>
                  </a:cubicBezTo>
                  <a:cubicBezTo>
                    <a:pt x="2150078" y="176896"/>
                    <a:pt x="2188750" y="217187"/>
                    <a:pt x="2237423" y="218235"/>
                  </a:cubicBezTo>
                  <a:cubicBezTo>
                    <a:pt x="2237804" y="218235"/>
                    <a:pt x="2238184" y="218235"/>
                    <a:pt x="2238566" y="218235"/>
                  </a:cubicBezTo>
                  <a:lnTo>
                    <a:pt x="2238566" y="218235"/>
                  </a:lnTo>
                  <a:close/>
                  <a:moveTo>
                    <a:pt x="2413349" y="2970"/>
                  </a:moveTo>
                  <a:lnTo>
                    <a:pt x="2561558" y="2970"/>
                  </a:lnTo>
                  <a:lnTo>
                    <a:pt x="2561558" y="38117"/>
                  </a:lnTo>
                  <a:lnTo>
                    <a:pt x="2451640" y="38117"/>
                  </a:lnTo>
                  <a:lnTo>
                    <a:pt x="2451640" y="111841"/>
                  </a:lnTo>
                  <a:lnTo>
                    <a:pt x="2538413" y="111841"/>
                  </a:lnTo>
                  <a:lnTo>
                    <a:pt x="2538413" y="146893"/>
                  </a:lnTo>
                  <a:lnTo>
                    <a:pt x="2451640" y="146893"/>
                  </a:lnTo>
                  <a:lnTo>
                    <a:pt x="2451640" y="251572"/>
                  </a:lnTo>
                  <a:lnTo>
                    <a:pt x="2413540" y="251572"/>
                  </a:lnTo>
                  <a:lnTo>
                    <a:pt x="2413349" y="2970"/>
                  </a:lnTo>
                  <a:close/>
                  <a:moveTo>
                    <a:pt x="2842260" y="165752"/>
                  </a:moveTo>
                  <a:lnTo>
                    <a:pt x="2842260" y="2970"/>
                  </a:lnTo>
                  <a:lnTo>
                    <a:pt x="2881027" y="2970"/>
                  </a:lnTo>
                  <a:lnTo>
                    <a:pt x="2881027" y="165752"/>
                  </a:lnTo>
                  <a:cubicBezTo>
                    <a:pt x="2881598" y="214901"/>
                    <a:pt x="2842260" y="255287"/>
                    <a:pt x="2793111" y="255859"/>
                  </a:cubicBezTo>
                  <a:cubicBezTo>
                    <a:pt x="2791682" y="255859"/>
                    <a:pt x="2790254" y="255859"/>
                    <a:pt x="2788730" y="255859"/>
                  </a:cubicBezTo>
                  <a:cubicBezTo>
                    <a:pt x="2738819" y="255859"/>
                    <a:pt x="2696147" y="220426"/>
                    <a:pt x="2696147" y="165847"/>
                  </a:cubicBezTo>
                  <a:lnTo>
                    <a:pt x="2696147" y="3065"/>
                  </a:lnTo>
                  <a:lnTo>
                    <a:pt x="2735199" y="3065"/>
                  </a:lnTo>
                  <a:lnTo>
                    <a:pt x="2735199" y="165847"/>
                  </a:lnTo>
                  <a:cubicBezTo>
                    <a:pt x="2735199" y="195375"/>
                    <a:pt x="2759202" y="219378"/>
                    <a:pt x="2788730" y="219378"/>
                  </a:cubicBezTo>
                  <a:cubicBezTo>
                    <a:pt x="2818257" y="219378"/>
                    <a:pt x="2842260" y="195375"/>
                    <a:pt x="2842260" y="165847"/>
                  </a:cubicBezTo>
                  <a:close/>
                  <a:moveTo>
                    <a:pt x="2930461" y="2970"/>
                  </a:moveTo>
                  <a:lnTo>
                    <a:pt x="3116390" y="2970"/>
                  </a:lnTo>
                  <a:lnTo>
                    <a:pt x="3116390" y="38784"/>
                  </a:lnTo>
                  <a:lnTo>
                    <a:pt x="3043047" y="38784"/>
                  </a:lnTo>
                  <a:lnTo>
                    <a:pt x="3043047" y="252239"/>
                  </a:lnTo>
                  <a:lnTo>
                    <a:pt x="3003995" y="252239"/>
                  </a:lnTo>
                  <a:lnTo>
                    <a:pt x="3003995" y="38879"/>
                  </a:lnTo>
                  <a:lnTo>
                    <a:pt x="2930652" y="38879"/>
                  </a:lnTo>
                  <a:lnTo>
                    <a:pt x="2930652" y="2970"/>
                  </a:lnTo>
                  <a:close/>
                  <a:moveTo>
                    <a:pt x="3280315" y="190422"/>
                  </a:moveTo>
                  <a:lnTo>
                    <a:pt x="3179826" y="190422"/>
                  </a:lnTo>
                  <a:lnTo>
                    <a:pt x="3155919" y="252715"/>
                  </a:lnTo>
                  <a:lnTo>
                    <a:pt x="3115056" y="252715"/>
                  </a:lnTo>
                  <a:lnTo>
                    <a:pt x="3208782" y="3065"/>
                  </a:lnTo>
                  <a:lnTo>
                    <a:pt x="3250406" y="3065"/>
                  </a:lnTo>
                  <a:lnTo>
                    <a:pt x="3344418" y="252239"/>
                  </a:lnTo>
                  <a:lnTo>
                    <a:pt x="3303937" y="252239"/>
                  </a:lnTo>
                  <a:lnTo>
                    <a:pt x="3280220" y="190422"/>
                  </a:lnTo>
                  <a:close/>
                  <a:moveTo>
                    <a:pt x="3192780" y="156037"/>
                  </a:moveTo>
                  <a:lnTo>
                    <a:pt x="3267266" y="156037"/>
                  </a:lnTo>
                  <a:lnTo>
                    <a:pt x="3230023" y="51357"/>
                  </a:lnTo>
                  <a:lnTo>
                    <a:pt x="3192685" y="156037"/>
                  </a:lnTo>
                  <a:close/>
                  <a:moveTo>
                    <a:pt x="3580066" y="2970"/>
                  </a:moveTo>
                  <a:lnTo>
                    <a:pt x="3580066" y="252144"/>
                  </a:lnTo>
                  <a:lnTo>
                    <a:pt x="3541014" y="252144"/>
                  </a:lnTo>
                  <a:lnTo>
                    <a:pt x="3541014" y="145845"/>
                  </a:lnTo>
                  <a:lnTo>
                    <a:pt x="3428619" y="145845"/>
                  </a:lnTo>
                  <a:lnTo>
                    <a:pt x="3428619" y="252144"/>
                  </a:lnTo>
                  <a:lnTo>
                    <a:pt x="3390519" y="252144"/>
                  </a:lnTo>
                  <a:lnTo>
                    <a:pt x="3390519" y="2970"/>
                  </a:lnTo>
                  <a:lnTo>
                    <a:pt x="3428619" y="2970"/>
                  </a:lnTo>
                  <a:lnTo>
                    <a:pt x="3428619" y="110698"/>
                  </a:lnTo>
                  <a:lnTo>
                    <a:pt x="3541110" y="110698"/>
                  </a:lnTo>
                  <a:lnTo>
                    <a:pt x="3541110" y="2970"/>
                  </a:lnTo>
                  <a:lnTo>
                    <a:pt x="3580066" y="297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grpSp>
          <p:nvGrpSpPr>
            <p:cNvPr id="573" name="Google Shape;573;p67"/>
            <p:cNvGrpSpPr/>
            <p:nvPr/>
          </p:nvGrpSpPr>
          <p:grpSpPr>
            <a:xfrm>
              <a:off x="6455388" y="4102692"/>
              <a:ext cx="1601438" cy="1455705"/>
              <a:chOff x="3324225" y="2700241"/>
              <a:chExt cx="1601438" cy="1455705"/>
            </a:xfrm>
          </p:grpSpPr>
          <p:sp>
            <p:nvSpPr>
              <p:cNvPr id="574" name="Google Shape;574;p67"/>
              <p:cNvSpPr/>
              <p:nvPr/>
            </p:nvSpPr>
            <p:spPr>
              <a:xfrm>
                <a:off x="4540585" y="3230022"/>
                <a:ext cx="239250" cy="787908"/>
              </a:xfrm>
              <a:custGeom>
                <a:rect b="b" l="l" r="r" t="t"/>
                <a:pathLst>
                  <a:path extrusionOk="0" h="787908" w="239250">
                    <a:moveTo>
                      <a:pt x="14270" y="87440"/>
                    </a:moveTo>
                    <a:cubicBezTo>
                      <a:pt x="36273" y="66580"/>
                      <a:pt x="61895" y="37052"/>
                      <a:pt x="91994" y="12954"/>
                    </a:cubicBezTo>
                    <a:moveTo>
                      <a:pt x="239251" y="549307"/>
                    </a:moveTo>
                    <a:lnTo>
                      <a:pt x="239251" y="635603"/>
                    </a:lnTo>
                    <a:lnTo>
                      <a:pt x="85993" y="787908"/>
                    </a:lnTo>
                    <a:cubicBezTo>
                      <a:pt x="-131844" y="356330"/>
                      <a:pt x="118569" y="176879"/>
                      <a:pt x="239251" y="0"/>
                    </a:cubicBezTo>
                    <a:lnTo>
                      <a:pt x="239251" y="201263"/>
                    </a:lnTo>
                    <a:lnTo>
                      <a:pt x="210676" y="173927"/>
                    </a:lnTo>
                    <a:cubicBezTo>
                      <a:pt x="199817" y="163830"/>
                      <a:pt x="182767" y="164402"/>
                      <a:pt x="172576" y="175165"/>
                    </a:cubicBezTo>
                    <a:cubicBezTo>
                      <a:pt x="162098" y="185738"/>
                      <a:pt x="162098" y="202692"/>
                      <a:pt x="172576" y="213265"/>
                    </a:cubicBezTo>
                    <a:lnTo>
                      <a:pt x="239251" y="276511"/>
                    </a:lnTo>
                    <a:lnTo>
                      <a:pt x="239251" y="350234"/>
                    </a:lnTo>
                    <a:lnTo>
                      <a:pt x="101709" y="343757"/>
                    </a:lnTo>
                    <a:cubicBezTo>
                      <a:pt x="86660" y="342995"/>
                      <a:pt x="73897" y="354521"/>
                      <a:pt x="73134" y="369570"/>
                    </a:cubicBezTo>
                    <a:cubicBezTo>
                      <a:pt x="73134" y="369570"/>
                      <a:pt x="73134" y="369570"/>
                      <a:pt x="73134" y="369570"/>
                    </a:cubicBezTo>
                    <a:cubicBezTo>
                      <a:pt x="72087" y="384524"/>
                      <a:pt x="83136" y="397478"/>
                      <a:pt x="98090" y="398717"/>
                    </a:cubicBezTo>
                    <a:lnTo>
                      <a:pt x="239155" y="405289"/>
                    </a:lnTo>
                    <a:lnTo>
                      <a:pt x="239155" y="486728"/>
                    </a:lnTo>
                    <a:lnTo>
                      <a:pt x="89136" y="545973"/>
                    </a:lnTo>
                    <a:cubicBezTo>
                      <a:pt x="74468" y="551783"/>
                      <a:pt x="67324" y="568452"/>
                      <a:pt x="73230" y="583121"/>
                    </a:cubicBezTo>
                    <a:cubicBezTo>
                      <a:pt x="73230" y="583121"/>
                      <a:pt x="73230" y="583121"/>
                      <a:pt x="73230" y="583216"/>
                    </a:cubicBezTo>
                    <a:cubicBezTo>
                      <a:pt x="78468" y="598075"/>
                      <a:pt x="94756" y="605981"/>
                      <a:pt x="109615" y="600742"/>
                    </a:cubicBezTo>
                    <a:cubicBezTo>
                      <a:pt x="109615" y="600742"/>
                      <a:pt x="109615" y="600742"/>
                      <a:pt x="109615" y="600742"/>
                    </a:cubicBezTo>
                    <a:lnTo>
                      <a:pt x="238965" y="548831"/>
                    </a:lnTo>
                    <a:lnTo>
                      <a:pt x="239155" y="5492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575" name="Google Shape;575;p67"/>
              <p:cNvSpPr/>
              <p:nvPr/>
            </p:nvSpPr>
            <p:spPr>
              <a:xfrm>
                <a:off x="3324225" y="2700241"/>
                <a:ext cx="1601438" cy="1455705"/>
              </a:xfrm>
              <a:custGeom>
                <a:rect b="b" l="l" r="r" t="t"/>
                <a:pathLst>
                  <a:path extrusionOk="0" h="1455705" w="1601438">
                    <a:moveTo>
                      <a:pt x="1337977" y="82201"/>
                    </a:moveTo>
                    <a:lnTo>
                      <a:pt x="1377315" y="124206"/>
                    </a:lnTo>
                    <a:cubicBezTo>
                      <a:pt x="1383316" y="131159"/>
                      <a:pt x="1393793" y="131921"/>
                      <a:pt x="1400747" y="126016"/>
                    </a:cubicBezTo>
                    <a:cubicBezTo>
                      <a:pt x="1407414" y="119729"/>
                      <a:pt x="1407795" y="109252"/>
                      <a:pt x="1401509" y="102489"/>
                    </a:cubicBezTo>
                    <a:lnTo>
                      <a:pt x="1356836" y="54864"/>
                    </a:lnTo>
                    <a:cubicBezTo>
                      <a:pt x="1372076" y="34195"/>
                      <a:pt x="1390174" y="15716"/>
                      <a:pt x="1410557" y="0"/>
                    </a:cubicBezTo>
                    <a:lnTo>
                      <a:pt x="1601438" y="0"/>
                    </a:lnTo>
                    <a:lnTo>
                      <a:pt x="1601438" y="437864"/>
                    </a:lnTo>
                    <a:lnTo>
                      <a:pt x="1503331" y="437864"/>
                    </a:lnTo>
                    <a:cubicBezTo>
                      <a:pt x="1522381" y="377190"/>
                      <a:pt x="1516856" y="312134"/>
                      <a:pt x="1463802" y="233553"/>
                    </a:cubicBezTo>
                    <a:cubicBezTo>
                      <a:pt x="1609725" y="598361"/>
                      <a:pt x="853631" y="586835"/>
                      <a:pt x="1180910" y="1435703"/>
                    </a:cubicBezTo>
                    <a:lnTo>
                      <a:pt x="1163765" y="1455706"/>
                    </a:lnTo>
                    <a:lnTo>
                      <a:pt x="437769" y="1455706"/>
                    </a:lnTo>
                    <a:lnTo>
                      <a:pt x="146304" y="1165289"/>
                    </a:lnTo>
                    <a:lnTo>
                      <a:pt x="146304" y="437579"/>
                    </a:lnTo>
                    <a:lnTo>
                      <a:pt x="0" y="437579"/>
                    </a:lnTo>
                    <a:lnTo>
                      <a:pt x="0" y="95"/>
                    </a:lnTo>
                    <a:lnTo>
                      <a:pt x="727901" y="95"/>
                    </a:lnTo>
                    <a:lnTo>
                      <a:pt x="727901" y="437960"/>
                    </a:lnTo>
                    <a:lnTo>
                      <a:pt x="581882" y="437960"/>
                    </a:lnTo>
                    <a:lnTo>
                      <a:pt x="581882" y="1017937"/>
                    </a:lnTo>
                    <a:lnTo>
                      <a:pt x="1019747" y="1017937"/>
                    </a:lnTo>
                    <a:lnTo>
                      <a:pt x="1019747" y="437483"/>
                    </a:lnTo>
                    <a:lnTo>
                      <a:pt x="873728" y="437483"/>
                    </a:lnTo>
                    <a:lnTo>
                      <a:pt x="873728" y="95"/>
                    </a:lnTo>
                    <a:lnTo>
                      <a:pt x="1343025" y="95"/>
                    </a:lnTo>
                    <a:cubicBezTo>
                      <a:pt x="1189768" y="114300"/>
                      <a:pt x="1096232" y="410147"/>
                      <a:pt x="1230535" y="617411"/>
                    </a:cubicBezTo>
                    <a:cubicBezTo>
                      <a:pt x="1252538" y="596551"/>
                      <a:pt x="1278160" y="567023"/>
                      <a:pt x="1308259" y="542925"/>
                    </a:cubicBezTo>
                    <a:cubicBezTo>
                      <a:pt x="1294352" y="519684"/>
                      <a:pt x="1283589" y="494729"/>
                      <a:pt x="1276064" y="468725"/>
                    </a:cubicBezTo>
                    <a:lnTo>
                      <a:pt x="1433417" y="407765"/>
                    </a:lnTo>
                    <a:cubicBezTo>
                      <a:pt x="1442657" y="404336"/>
                      <a:pt x="1447324" y="394049"/>
                      <a:pt x="1443895" y="384810"/>
                    </a:cubicBezTo>
                    <a:cubicBezTo>
                      <a:pt x="1440466" y="375571"/>
                      <a:pt x="1430179" y="370904"/>
                      <a:pt x="1420939" y="374333"/>
                    </a:cubicBezTo>
                    <a:lnTo>
                      <a:pt x="1267778" y="433673"/>
                    </a:lnTo>
                    <a:cubicBezTo>
                      <a:pt x="1261110" y="396621"/>
                      <a:pt x="1259110" y="358807"/>
                      <a:pt x="1261967" y="321278"/>
                    </a:cubicBezTo>
                    <a:lnTo>
                      <a:pt x="1416082" y="316516"/>
                    </a:lnTo>
                    <a:cubicBezTo>
                      <a:pt x="1425797" y="316325"/>
                      <a:pt x="1433513" y="308420"/>
                      <a:pt x="1433417" y="298704"/>
                    </a:cubicBezTo>
                    <a:cubicBezTo>
                      <a:pt x="1433036" y="288989"/>
                      <a:pt x="1424940" y="281464"/>
                      <a:pt x="1415225" y="281750"/>
                    </a:cubicBezTo>
                    <a:lnTo>
                      <a:pt x="1265587" y="286322"/>
                    </a:lnTo>
                    <a:cubicBezTo>
                      <a:pt x="1270159" y="252698"/>
                      <a:pt x="1277874" y="219647"/>
                      <a:pt x="1288542" y="187452"/>
                    </a:cubicBezTo>
                    <a:lnTo>
                      <a:pt x="1394746" y="222314"/>
                    </a:lnTo>
                    <a:cubicBezTo>
                      <a:pt x="1403699" y="225552"/>
                      <a:pt x="1413510" y="220980"/>
                      <a:pt x="1416844" y="212122"/>
                    </a:cubicBezTo>
                    <a:cubicBezTo>
                      <a:pt x="1419797" y="203168"/>
                      <a:pt x="1414939" y="193453"/>
                      <a:pt x="1405985" y="190405"/>
                    </a:cubicBezTo>
                    <a:lnTo>
                      <a:pt x="1300258" y="155639"/>
                    </a:lnTo>
                    <a:cubicBezTo>
                      <a:pt x="1310640" y="130112"/>
                      <a:pt x="1323308" y="105537"/>
                      <a:pt x="1337977" y="82296"/>
                    </a:cubicBezTo>
                    <a:lnTo>
                      <a:pt x="1337977" y="8229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</p:grpSp>
      <p:sp>
        <p:nvSpPr>
          <p:cNvPr id="576" name="Google Shape;576;p67"/>
          <p:cNvSpPr txBox="1"/>
          <p:nvPr/>
        </p:nvSpPr>
        <p:spPr>
          <a:xfrm>
            <a:off x="274320" y="6375028"/>
            <a:ext cx="30289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A7A9A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UNIVERSITY OF UTAH HEALTH</a:t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577" name="Google Shape;577;p67"/>
          <p:cNvGrpSpPr/>
          <p:nvPr/>
        </p:nvGrpSpPr>
        <p:grpSpPr>
          <a:xfrm>
            <a:off x="-3424512" y="-1"/>
            <a:ext cx="3208421" cy="6857999"/>
            <a:chOff x="-3424512" y="-1"/>
            <a:chExt cx="3208421" cy="6857999"/>
          </a:xfrm>
        </p:grpSpPr>
        <p:sp>
          <p:nvSpPr>
            <p:cNvPr id="578" name="Google Shape;578;p67"/>
            <p:cNvSpPr/>
            <p:nvPr/>
          </p:nvSpPr>
          <p:spPr>
            <a:xfrm>
              <a:off x="-3424512" y="-1"/>
              <a:ext cx="3208421" cy="685799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79" name="Google Shape;579;p67"/>
            <p:cNvSpPr txBox="1"/>
            <p:nvPr/>
          </p:nvSpPr>
          <p:spPr>
            <a:xfrm>
              <a:off x="-3267122" y="150741"/>
              <a:ext cx="2941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GB" sz="3200" u="none" cap="none" strike="noStrike">
                  <a:solidFill>
                    <a:schemeClr val="accen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Instruction: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67"/>
            <p:cNvSpPr txBox="1"/>
            <p:nvPr/>
          </p:nvSpPr>
          <p:spPr>
            <a:xfrm>
              <a:off x="-3267122" y="818147"/>
              <a:ext cx="294176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To underline keyword in title text box, highlight selected word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81" name="Google Shape;581;p6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143860" y="1824108"/>
              <a:ext cx="875152" cy="905001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582" name="Google Shape;582;p67"/>
            <p:cNvSpPr txBox="1"/>
            <p:nvPr/>
          </p:nvSpPr>
          <p:spPr>
            <a:xfrm>
              <a:off x="-3267122" y="2906262"/>
              <a:ext cx="2502568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2. Then go to 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‘Bold’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in the toolbar and then </a:t>
              </a:r>
              <a:b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‘underline’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after.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83" name="Google Shape;583;p67"/>
            <p:cNvPicPr preferRelativeResize="0"/>
            <p:nvPr/>
          </p:nvPicPr>
          <p:blipFill rotWithShape="1">
            <a:blip r:embed="rId3">
              <a:alphaModFix/>
            </a:blip>
            <a:srcRect b="-62788" l="0" r="0" t="-62788"/>
            <a:stretch/>
          </p:blipFill>
          <p:spPr>
            <a:xfrm>
              <a:off x="-3143862" y="4212225"/>
              <a:ext cx="1654280" cy="1614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4" name="Google Shape;584;p67"/>
            <p:cNvSpPr/>
            <p:nvPr/>
          </p:nvSpPr>
          <p:spPr>
            <a:xfrm>
              <a:off x="-3095847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85" name="Google Shape;585;p67"/>
            <p:cNvSpPr/>
            <p:nvPr/>
          </p:nvSpPr>
          <p:spPr>
            <a:xfrm>
              <a:off x="-2236570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586" name="Google Shape;586;p67"/>
          <p:cNvSpPr txBox="1"/>
          <p:nvPr>
            <p:ph idx="1" type="body"/>
          </p:nvPr>
        </p:nvSpPr>
        <p:spPr>
          <a:xfrm>
            <a:off x="274320" y="5943600"/>
            <a:ext cx="10672763" cy="3304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indent="-342900" lvl="1" marL="9144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7" name="Google Shape;587;p67"/>
          <p:cNvSpPr txBox="1"/>
          <p:nvPr>
            <p:ph idx="4" type="body"/>
          </p:nvPr>
        </p:nvSpPr>
        <p:spPr>
          <a:xfrm>
            <a:off x="365760" y="1095208"/>
            <a:ext cx="1095697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rtArt Slide">
  <p:cSld name="SmartArt Slide"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68"/>
          <p:cNvSpPr/>
          <p:nvPr>
            <p:ph idx="2" type="dgm"/>
          </p:nvPr>
        </p:nvSpPr>
        <p:spPr>
          <a:xfrm>
            <a:off x="6309360" y="1819656"/>
            <a:ext cx="5029200" cy="40050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t" bIns="45700" lIns="91425" spcFirstLastPara="1" rIns="91425" wrap="square" tIns="2560300">
            <a:noAutofit/>
          </a:bodyPr>
          <a:lstStyle>
            <a:lvl1pPr lvl="0" marR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590" name="Google Shape;590;p68"/>
          <p:cNvSpPr/>
          <p:nvPr>
            <p:ph idx="3" type="dgm"/>
          </p:nvPr>
        </p:nvSpPr>
        <p:spPr>
          <a:xfrm>
            <a:off x="612648" y="1819656"/>
            <a:ext cx="5029200" cy="40050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t" bIns="45700" lIns="91425" spcFirstLastPara="1" rIns="91425" wrap="square" tIns="2560300">
            <a:noAutofit/>
          </a:bodyPr>
          <a:lstStyle>
            <a:lvl1pPr lvl="0" marR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591" name="Google Shape;591;p68"/>
          <p:cNvSpPr txBox="1"/>
          <p:nvPr>
            <p:ph type="title"/>
          </p:nvPr>
        </p:nvSpPr>
        <p:spPr>
          <a:xfrm>
            <a:off x="365760" y="365760"/>
            <a:ext cx="10958513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2" name="Google Shape;592;p68"/>
          <p:cNvSpPr/>
          <p:nvPr>
            <p:ph idx="1" type="body"/>
          </p:nvPr>
        </p:nvSpPr>
        <p:spPr>
          <a:xfrm>
            <a:off x="614954" y="1320876"/>
            <a:ext cx="2517100" cy="306467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  <a:defRPr b="1" sz="12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3" name="Google Shape;593;p68"/>
          <p:cNvSpPr/>
          <p:nvPr>
            <p:ph idx="4" type="body"/>
          </p:nvPr>
        </p:nvSpPr>
        <p:spPr>
          <a:xfrm>
            <a:off x="6299446" y="1320876"/>
            <a:ext cx="2517100" cy="306467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  <a:defRPr b="1" sz="12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594" name="Google Shape;594;p68"/>
          <p:cNvGrpSpPr/>
          <p:nvPr/>
        </p:nvGrpSpPr>
        <p:grpSpPr>
          <a:xfrm>
            <a:off x="-3424512" y="-1"/>
            <a:ext cx="3208421" cy="6857999"/>
            <a:chOff x="-3424512" y="-1"/>
            <a:chExt cx="3208421" cy="6857999"/>
          </a:xfrm>
        </p:grpSpPr>
        <p:sp>
          <p:nvSpPr>
            <p:cNvPr id="595" name="Google Shape;595;p68"/>
            <p:cNvSpPr/>
            <p:nvPr/>
          </p:nvSpPr>
          <p:spPr>
            <a:xfrm>
              <a:off x="-3424512" y="-1"/>
              <a:ext cx="3208421" cy="685799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96" name="Google Shape;596;p68"/>
            <p:cNvSpPr txBox="1"/>
            <p:nvPr/>
          </p:nvSpPr>
          <p:spPr>
            <a:xfrm>
              <a:off x="-3267122" y="150741"/>
              <a:ext cx="2941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GB" sz="3200" u="none" cap="none" strike="noStrike">
                  <a:solidFill>
                    <a:schemeClr val="accen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Instruction 1: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68"/>
            <p:cNvSpPr txBox="1"/>
            <p:nvPr/>
          </p:nvSpPr>
          <p:spPr>
            <a:xfrm>
              <a:off x="-3267122" y="818147"/>
              <a:ext cx="294176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To underline keyword in title text box, highlight selected word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98" name="Google Shape;598;p6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143860" y="1824108"/>
              <a:ext cx="875152" cy="905001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599" name="Google Shape;599;p68"/>
            <p:cNvSpPr txBox="1"/>
            <p:nvPr/>
          </p:nvSpPr>
          <p:spPr>
            <a:xfrm>
              <a:off x="-3267122" y="2906262"/>
              <a:ext cx="2502568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2. Then go to 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‘Bold’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in the toolbar and then </a:t>
              </a:r>
              <a:b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‘underline’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after.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00" name="Google Shape;600;p68"/>
            <p:cNvPicPr preferRelativeResize="0"/>
            <p:nvPr/>
          </p:nvPicPr>
          <p:blipFill rotWithShape="1">
            <a:blip r:embed="rId3">
              <a:alphaModFix/>
            </a:blip>
            <a:srcRect b="-62788" l="0" r="0" t="-62788"/>
            <a:stretch/>
          </p:blipFill>
          <p:spPr>
            <a:xfrm>
              <a:off x="-3143862" y="4212225"/>
              <a:ext cx="1654280" cy="1614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68"/>
            <p:cNvSpPr/>
            <p:nvPr/>
          </p:nvSpPr>
          <p:spPr>
            <a:xfrm>
              <a:off x="-3095847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02" name="Google Shape;602;p68"/>
            <p:cNvSpPr/>
            <p:nvPr/>
          </p:nvSpPr>
          <p:spPr>
            <a:xfrm>
              <a:off x="-2236570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603" name="Google Shape;603;p68"/>
          <p:cNvGrpSpPr/>
          <p:nvPr/>
        </p:nvGrpSpPr>
        <p:grpSpPr>
          <a:xfrm>
            <a:off x="10729913" y="6334847"/>
            <a:ext cx="1126458" cy="295807"/>
            <a:chOff x="6455388" y="4102692"/>
            <a:chExt cx="5543454" cy="1455705"/>
          </a:xfrm>
        </p:grpSpPr>
        <p:sp>
          <p:nvSpPr>
            <p:cNvPr id="604" name="Google Shape;604;p68"/>
            <p:cNvSpPr/>
            <p:nvPr/>
          </p:nvSpPr>
          <p:spPr>
            <a:xfrm>
              <a:off x="8423253" y="4383013"/>
              <a:ext cx="3575494" cy="683609"/>
            </a:xfrm>
            <a:custGeom>
              <a:rect b="b" l="l" r="r" t="t"/>
              <a:pathLst>
                <a:path extrusionOk="0" h="683609" w="3575494">
                  <a:moveTo>
                    <a:pt x="527495" y="0"/>
                  </a:moveTo>
                  <a:lnTo>
                    <a:pt x="527495" y="683133"/>
                  </a:lnTo>
                  <a:lnTo>
                    <a:pt x="399669" y="683133"/>
                  </a:lnTo>
                  <a:lnTo>
                    <a:pt x="399669" y="400622"/>
                  </a:lnTo>
                  <a:lnTo>
                    <a:pt x="125921" y="400622"/>
                  </a:lnTo>
                  <a:lnTo>
                    <a:pt x="125921" y="683228"/>
                  </a:lnTo>
                  <a:lnTo>
                    <a:pt x="0" y="683228"/>
                  </a:lnTo>
                  <a:lnTo>
                    <a:pt x="0" y="0"/>
                  </a:lnTo>
                  <a:lnTo>
                    <a:pt x="125921" y="0"/>
                  </a:lnTo>
                  <a:lnTo>
                    <a:pt x="125921" y="286607"/>
                  </a:lnTo>
                  <a:lnTo>
                    <a:pt x="399574" y="286607"/>
                  </a:lnTo>
                  <a:lnTo>
                    <a:pt x="399574" y="0"/>
                  </a:lnTo>
                  <a:lnTo>
                    <a:pt x="527495" y="0"/>
                  </a:lnTo>
                  <a:close/>
                  <a:moveTo>
                    <a:pt x="715994" y="0"/>
                  </a:moveTo>
                  <a:lnTo>
                    <a:pt x="1138809" y="0"/>
                  </a:lnTo>
                  <a:lnTo>
                    <a:pt x="1138809" y="113062"/>
                  </a:lnTo>
                  <a:lnTo>
                    <a:pt x="841915" y="113062"/>
                  </a:lnTo>
                  <a:lnTo>
                    <a:pt x="841915" y="290989"/>
                  </a:lnTo>
                  <a:lnTo>
                    <a:pt x="1101662" y="290989"/>
                  </a:lnTo>
                  <a:lnTo>
                    <a:pt x="1101662" y="403003"/>
                  </a:lnTo>
                  <a:lnTo>
                    <a:pt x="841915" y="403003"/>
                  </a:lnTo>
                  <a:lnTo>
                    <a:pt x="841915" y="570548"/>
                  </a:lnTo>
                  <a:lnTo>
                    <a:pt x="1148334" y="570548"/>
                  </a:lnTo>
                  <a:lnTo>
                    <a:pt x="1148334" y="683609"/>
                  </a:lnTo>
                  <a:lnTo>
                    <a:pt x="715994" y="683609"/>
                  </a:lnTo>
                  <a:lnTo>
                    <a:pt x="715994" y="0"/>
                  </a:lnTo>
                  <a:close/>
                  <a:moveTo>
                    <a:pt x="1686687" y="517589"/>
                  </a:moveTo>
                  <a:lnTo>
                    <a:pt x="1431893" y="517589"/>
                  </a:lnTo>
                  <a:lnTo>
                    <a:pt x="1369409" y="683228"/>
                  </a:lnTo>
                  <a:lnTo>
                    <a:pt x="1234535" y="683228"/>
                  </a:lnTo>
                  <a:lnTo>
                    <a:pt x="1490377" y="95"/>
                  </a:lnTo>
                  <a:lnTo>
                    <a:pt x="1627251" y="95"/>
                  </a:lnTo>
                  <a:lnTo>
                    <a:pt x="1883092" y="683228"/>
                  </a:lnTo>
                  <a:lnTo>
                    <a:pt x="1749171" y="683228"/>
                  </a:lnTo>
                  <a:lnTo>
                    <a:pt x="1686592" y="517589"/>
                  </a:lnTo>
                  <a:close/>
                  <a:moveTo>
                    <a:pt x="1474470" y="406527"/>
                  </a:moveTo>
                  <a:lnTo>
                    <a:pt x="1645063" y="406527"/>
                  </a:lnTo>
                  <a:lnTo>
                    <a:pt x="1558862" y="145733"/>
                  </a:lnTo>
                  <a:lnTo>
                    <a:pt x="1474565" y="406527"/>
                  </a:lnTo>
                  <a:close/>
                  <a:moveTo>
                    <a:pt x="1995392" y="0"/>
                  </a:moveTo>
                  <a:lnTo>
                    <a:pt x="2121980" y="0"/>
                  </a:lnTo>
                  <a:lnTo>
                    <a:pt x="2121980" y="570167"/>
                  </a:lnTo>
                  <a:lnTo>
                    <a:pt x="2385632" y="570167"/>
                  </a:lnTo>
                  <a:lnTo>
                    <a:pt x="2385632" y="683228"/>
                  </a:lnTo>
                  <a:lnTo>
                    <a:pt x="1995392" y="683228"/>
                  </a:lnTo>
                  <a:lnTo>
                    <a:pt x="1995392" y="0"/>
                  </a:lnTo>
                  <a:close/>
                  <a:moveTo>
                    <a:pt x="2395157" y="0"/>
                  </a:moveTo>
                  <a:lnTo>
                    <a:pt x="2907792" y="0"/>
                  </a:lnTo>
                  <a:lnTo>
                    <a:pt x="2907792" y="116014"/>
                  </a:lnTo>
                  <a:lnTo>
                    <a:pt x="2715863" y="116014"/>
                  </a:lnTo>
                  <a:lnTo>
                    <a:pt x="2715863" y="683228"/>
                  </a:lnTo>
                  <a:lnTo>
                    <a:pt x="2587942" y="683228"/>
                  </a:lnTo>
                  <a:lnTo>
                    <a:pt x="2587942" y="116014"/>
                  </a:lnTo>
                  <a:lnTo>
                    <a:pt x="2395061" y="116014"/>
                  </a:lnTo>
                  <a:lnTo>
                    <a:pt x="2395061" y="0"/>
                  </a:lnTo>
                  <a:close/>
                  <a:moveTo>
                    <a:pt x="3575494" y="0"/>
                  </a:moveTo>
                  <a:lnTo>
                    <a:pt x="3575494" y="683133"/>
                  </a:lnTo>
                  <a:lnTo>
                    <a:pt x="3447764" y="683133"/>
                  </a:lnTo>
                  <a:lnTo>
                    <a:pt x="3447764" y="400622"/>
                  </a:lnTo>
                  <a:lnTo>
                    <a:pt x="3174111" y="400622"/>
                  </a:lnTo>
                  <a:lnTo>
                    <a:pt x="3174111" y="683228"/>
                  </a:lnTo>
                  <a:lnTo>
                    <a:pt x="3048191" y="683228"/>
                  </a:lnTo>
                  <a:lnTo>
                    <a:pt x="3048191" y="0"/>
                  </a:lnTo>
                  <a:lnTo>
                    <a:pt x="3174111" y="0"/>
                  </a:lnTo>
                  <a:lnTo>
                    <a:pt x="3174111" y="286607"/>
                  </a:lnTo>
                  <a:lnTo>
                    <a:pt x="3447764" y="286607"/>
                  </a:lnTo>
                  <a:lnTo>
                    <a:pt x="3447764" y="0"/>
                  </a:lnTo>
                  <a:lnTo>
                    <a:pt x="35754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05" name="Google Shape;605;p68"/>
            <p:cNvSpPr/>
            <p:nvPr/>
          </p:nvSpPr>
          <p:spPr>
            <a:xfrm>
              <a:off x="8418776" y="5302158"/>
              <a:ext cx="3580066" cy="255953"/>
            </a:xfrm>
            <a:custGeom>
              <a:rect b="b" l="l" r="r" t="t"/>
              <a:pathLst>
                <a:path extrusionOk="0" h="255953" w="3580066">
                  <a:moveTo>
                    <a:pt x="146113" y="165847"/>
                  </a:moveTo>
                  <a:lnTo>
                    <a:pt x="146113" y="3065"/>
                  </a:lnTo>
                  <a:lnTo>
                    <a:pt x="184880" y="3065"/>
                  </a:lnTo>
                  <a:lnTo>
                    <a:pt x="184880" y="165847"/>
                  </a:lnTo>
                  <a:cubicBezTo>
                    <a:pt x="185452" y="214996"/>
                    <a:pt x="146113" y="255382"/>
                    <a:pt x="96964" y="255954"/>
                  </a:cubicBezTo>
                  <a:cubicBezTo>
                    <a:pt x="95536" y="255954"/>
                    <a:pt x="94107" y="255954"/>
                    <a:pt x="92583" y="255954"/>
                  </a:cubicBezTo>
                  <a:cubicBezTo>
                    <a:pt x="42672" y="255954"/>
                    <a:pt x="0" y="220521"/>
                    <a:pt x="0" y="165943"/>
                  </a:cubicBezTo>
                  <a:lnTo>
                    <a:pt x="0" y="3160"/>
                  </a:lnTo>
                  <a:lnTo>
                    <a:pt x="39148" y="3160"/>
                  </a:lnTo>
                  <a:lnTo>
                    <a:pt x="39148" y="165943"/>
                  </a:lnTo>
                  <a:cubicBezTo>
                    <a:pt x="39148" y="195470"/>
                    <a:pt x="63151" y="219473"/>
                    <a:pt x="92678" y="219473"/>
                  </a:cubicBezTo>
                  <a:cubicBezTo>
                    <a:pt x="122206" y="219473"/>
                    <a:pt x="146209" y="195470"/>
                    <a:pt x="146209" y="165943"/>
                  </a:cubicBezTo>
                  <a:lnTo>
                    <a:pt x="146113" y="165943"/>
                  </a:lnTo>
                  <a:close/>
                  <a:moveTo>
                    <a:pt x="434435" y="252239"/>
                  </a:moveTo>
                  <a:lnTo>
                    <a:pt x="398621" y="252239"/>
                  </a:lnTo>
                  <a:lnTo>
                    <a:pt x="291560" y="73931"/>
                  </a:lnTo>
                  <a:lnTo>
                    <a:pt x="291560" y="252239"/>
                  </a:lnTo>
                  <a:lnTo>
                    <a:pt x="253460" y="252239"/>
                  </a:lnTo>
                  <a:lnTo>
                    <a:pt x="253460" y="3065"/>
                  </a:lnTo>
                  <a:lnTo>
                    <a:pt x="290417" y="3065"/>
                  </a:lnTo>
                  <a:lnTo>
                    <a:pt x="396335" y="179944"/>
                  </a:lnTo>
                  <a:lnTo>
                    <a:pt x="396335" y="3065"/>
                  </a:lnTo>
                  <a:lnTo>
                    <a:pt x="434435" y="3065"/>
                  </a:lnTo>
                  <a:lnTo>
                    <a:pt x="434435" y="252239"/>
                  </a:lnTo>
                  <a:close/>
                  <a:moveTo>
                    <a:pt x="497014" y="3065"/>
                  </a:moveTo>
                  <a:lnTo>
                    <a:pt x="535114" y="3065"/>
                  </a:lnTo>
                  <a:lnTo>
                    <a:pt x="535114" y="252239"/>
                  </a:lnTo>
                  <a:lnTo>
                    <a:pt x="497014" y="252239"/>
                  </a:lnTo>
                  <a:lnTo>
                    <a:pt x="497014" y="3065"/>
                  </a:lnTo>
                  <a:close/>
                  <a:moveTo>
                    <a:pt x="622935" y="3065"/>
                  </a:moveTo>
                  <a:lnTo>
                    <a:pt x="676180" y="188231"/>
                  </a:lnTo>
                  <a:lnTo>
                    <a:pt x="729710" y="3065"/>
                  </a:lnTo>
                  <a:lnTo>
                    <a:pt x="769525" y="3065"/>
                  </a:lnTo>
                  <a:lnTo>
                    <a:pt x="694372" y="252239"/>
                  </a:lnTo>
                  <a:lnTo>
                    <a:pt x="658558" y="252239"/>
                  </a:lnTo>
                  <a:lnTo>
                    <a:pt x="583025" y="3065"/>
                  </a:lnTo>
                  <a:lnTo>
                    <a:pt x="623125" y="3065"/>
                  </a:lnTo>
                  <a:close/>
                  <a:moveTo>
                    <a:pt x="813911" y="3065"/>
                  </a:moveTo>
                  <a:lnTo>
                    <a:pt x="964025" y="3065"/>
                  </a:lnTo>
                  <a:lnTo>
                    <a:pt x="964025" y="38212"/>
                  </a:lnTo>
                  <a:lnTo>
                    <a:pt x="852297" y="38212"/>
                  </a:lnTo>
                  <a:lnTo>
                    <a:pt x="852297" y="111936"/>
                  </a:lnTo>
                  <a:lnTo>
                    <a:pt x="949928" y="111936"/>
                  </a:lnTo>
                  <a:lnTo>
                    <a:pt x="949928" y="146988"/>
                  </a:lnTo>
                  <a:lnTo>
                    <a:pt x="852297" y="146988"/>
                  </a:lnTo>
                  <a:lnTo>
                    <a:pt x="852297" y="216806"/>
                  </a:lnTo>
                  <a:lnTo>
                    <a:pt x="967645" y="216806"/>
                  </a:lnTo>
                  <a:lnTo>
                    <a:pt x="967645" y="251953"/>
                  </a:lnTo>
                  <a:lnTo>
                    <a:pt x="813911" y="251953"/>
                  </a:lnTo>
                  <a:lnTo>
                    <a:pt x="813911" y="3160"/>
                  </a:lnTo>
                  <a:close/>
                  <a:moveTo>
                    <a:pt x="1200436" y="252239"/>
                  </a:moveTo>
                  <a:lnTo>
                    <a:pt x="1153763" y="252239"/>
                  </a:lnTo>
                  <a:lnTo>
                    <a:pt x="1091565" y="160799"/>
                  </a:lnTo>
                  <a:lnTo>
                    <a:pt x="1064800" y="160799"/>
                  </a:lnTo>
                  <a:lnTo>
                    <a:pt x="1064800" y="252239"/>
                  </a:lnTo>
                  <a:lnTo>
                    <a:pt x="1026128" y="252239"/>
                  </a:lnTo>
                  <a:lnTo>
                    <a:pt x="1026128" y="3065"/>
                  </a:lnTo>
                  <a:lnTo>
                    <a:pt x="1123379" y="3065"/>
                  </a:lnTo>
                  <a:cubicBezTo>
                    <a:pt x="1176909" y="3065"/>
                    <a:pt x="1199483" y="42499"/>
                    <a:pt x="1199483" y="82218"/>
                  </a:cubicBezTo>
                  <a:cubicBezTo>
                    <a:pt x="1199483" y="118794"/>
                    <a:pt x="1181005" y="154227"/>
                    <a:pt x="1135094" y="159180"/>
                  </a:cubicBezTo>
                  <a:lnTo>
                    <a:pt x="1200245" y="252144"/>
                  </a:lnTo>
                  <a:close/>
                  <a:moveTo>
                    <a:pt x="1064895" y="38117"/>
                  </a:moveTo>
                  <a:lnTo>
                    <a:pt x="1064895" y="125271"/>
                  </a:lnTo>
                  <a:lnTo>
                    <a:pt x="1120616" y="125271"/>
                  </a:lnTo>
                  <a:cubicBezTo>
                    <a:pt x="1148524" y="125271"/>
                    <a:pt x="1159669" y="103173"/>
                    <a:pt x="1159669" y="81837"/>
                  </a:cubicBezTo>
                  <a:cubicBezTo>
                    <a:pt x="1159669" y="60501"/>
                    <a:pt x="1148810" y="38022"/>
                    <a:pt x="1121569" y="38022"/>
                  </a:cubicBezTo>
                  <a:lnTo>
                    <a:pt x="1064895" y="38022"/>
                  </a:lnTo>
                  <a:close/>
                  <a:moveTo>
                    <a:pt x="1290256" y="179849"/>
                  </a:moveTo>
                  <a:cubicBezTo>
                    <a:pt x="1291019" y="200137"/>
                    <a:pt x="1310164" y="220711"/>
                    <a:pt x="1339882" y="220711"/>
                  </a:cubicBezTo>
                  <a:cubicBezTo>
                    <a:pt x="1369600" y="220711"/>
                    <a:pt x="1384364" y="204805"/>
                    <a:pt x="1386935" y="186707"/>
                  </a:cubicBezTo>
                  <a:cubicBezTo>
                    <a:pt x="1388364" y="163561"/>
                    <a:pt x="1370648" y="151560"/>
                    <a:pt x="1347502" y="146131"/>
                  </a:cubicBezTo>
                  <a:lnTo>
                    <a:pt x="1315974" y="138225"/>
                  </a:lnTo>
                  <a:cubicBezTo>
                    <a:pt x="1262444" y="123747"/>
                    <a:pt x="1254062" y="93362"/>
                    <a:pt x="1254062" y="71550"/>
                  </a:cubicBezTo>
                  <a:cubicBezTo>
                    <a:pt x="1254062" y="28878"/>
                    <a:pt x="1292162" y="303"/>
                    <a:pt x="1336072" y="303"/>
                  </a:cubicBezTo>
                  <a:cubicBezTo>
                    <a:pt x="1379982" y="303"/>
                    <a:pt x="1417034" y="28878"/>
                    <a:pt x="1417034" y="74026"/>
                  </a:cubicBezTo>
                  <a:lnTo>
                    <a:pt x="1378934" y="74026"/>
                  </a:lnTo>
                  <a:cubicBezTo>
                    <a:pt x="1378934" y="51262"/>
                    <a:pt x="1361218" y="35926"/>
                    <a:pt x="1335500" y="35926"/>
                  </a:cubicBezTo>
                  <a:cubicBezTo>
                    <a:pt x="1312736" y="35926"/>
                    <a:pt x="1292447" y="49642"/>
                    <a:pt x="1292447" y="70312"/>
                  </a:cubicBezTo>
                  <a:cubicBezTo>
                    <a:pt x="1292447" y="79837"/>
                    <a:pt x="1296067" y="95267"/>
                    <a:pt x="1325785" y="102887"/>
                  </a:cubicBezTo>
                  <a:lnTo>
                    <a:pt x="1357598" y="111174"/>
                  </a:lnTo>
                  <a:cubicBezTo>
                    <a:pt x="1407890" y="124604"/>
                    <a:pt x="1428845" y="152798"/>
                    <a:pt x="1424940" y="188517"/>
                  </a:cubicBezTo>
                  <a:cubicBezTo>
                    <a:pt x="1421321" y="227569"/>
                    <a:pt x="1387697" y="255192"/>
                    <a:pt x="1339977" y="255192"/>
                  </a:cubicBezTo>
                  <a:cubicBezTo>
                    <a:pt x="1288256" y="255192"/>
                    <a:pt x="1252156" y="219759"/>
                    <a:pt x="1252156" y="179087"/>
                  </a:cubicBezTo>
                  <a:lnTo>
                    <a:pt x="1290256" y="179754"/>
                  </a:lnTo>
                  <a:close/>
                  <a:moveTo>
                    <a:pt x="1475041" y="2970"/>
                  </a:moveTo>
                  <a:lnTo>
                    <a:pt x="1513141" y="2970"/>
                  </a:lnTo>
                  <a:lnTo>
                    <a:pt x="1513141" y="252144"/>
                  </a:lnTo>
                  <a:lnTo>
                    <a:pt x="1475041" y="252144"/>
                  </a:lnTo>
                  <a:lnTo>
                    <a:pt x="1475041" y="2970"/>
                  </a:lnTo>
                  <a:close/>
                  <a:moveTo>
                    <a:pt x="1557147" y="2970"/>
                  </a:moveTo>
                  <a:lnTo>
                    <a:pt x="1742980" y="2970"/>
                  </a:lnTo>
                  <a:lnTo>
                    <a:pt x="1742980" y="38784"/>
                  </a:lnTo>
                  <a:lnTo>
                    <a:pt x="1669732" y="38784"/>
                  </a:lnTo>
                  <a:lnTo>
                    <a:pt x="1669732" y="252239"/>
                  </a:lnTo>
                  <a:lnTo>
                    <a:pt x="1630680" y="252239"/>
                  </a:lnTo>
                  <a:lnTo>
                    <a:pt x="1630680" y="38879"/>
                  </a:lnTo>
                  <a:lnTo>
                    <a:pt x="1557338" y="38879"/>
                  </a:lnTo>
                  <a:lnTo>
                    <a:pt x="1557338" y="2970"/>
                  </a:lnTo>
                  <a:close/>
                  <a:moveTo>
                    <a:pt x="1861375" y="252144"/>
                  </a:moveTo>
                  <a:lnTo>
                    <a:pt x="1861375" y="137939"/>
                  </a:lnTo>
                  <a:lnTo>
                    <a:pt x="1766221" y="3065"/>
                  </a:lnTo>
                  <a:lnTo>
                    <a:pt x="1812227" y="3065"/>
                  </a:lnTo>
                  <a:lnTo>
                    <a:pt x="1880997" y="102125"/>
                  </a:lnTo>
                  <a:lnTo>
                    <a:pt x="1950434" y="3065"/>
                  </a:lnTo>
                  <a:lnTo>
                    <a:pt x="1996440" y="3065"/>
                  </a:lnTo>
                  <a:lnTo>
                    <a:pt x="1900619" y="138320"/>
                  </a:lnTo>
                  <a:lnTo>
                    <a:pt x="1900619" y="252525"/>
                  </a:lnTo>
                  <a:lnTo>
                    <a:pt x="1861566" y="252144"/>
                  </a:lnTo>
                  <a:close/>
                  <a:moveTo>
                    <a:pt x="2238566" y="17"/>
                  </a:moveTo>
                  <a:cubicBezTo>
                    <a:pt x="2309146" y="-1126"/>
                    <a:pt x="2367248" y="55262"/>
                    <a:pt x="2368391" y="125842"/>
                  </a:cubicBezTo>
                  <a:cubicBezTo>
                    <a:pt x="2369534" y="196423"/>
                    <a:pt x="2313146" y="254525"/>
                    <a:pt x="2242566" y="255668"/>
                  </a:cubicBezTo>
                  <a:cubicBezTo>
                    <a:pt x="2171986" y="256811"/>
                    <a:pt x="2113883" y="200423"/>
                    <a:pt x="2112740" y="129843"/>
                  </a:cubicBezTo>
                  <a:cubicBezTo>
                    <a:pt x="2112740" y="129271"/>
                    <a:pt x="2112740" y="128605"/>
                    <a:pt x="2112740" y="128033"/>
                  </a:cubicBezTo>
                  <a:cubicBezTo>
                    <a:pt x="2111788" y="58310"/>
                    <a:pt x="2167604" y="970"/>
                    <a:pt x="2237327" y="17"/>
                  </a:cubicBezTo>
                  <a:cubicBezTo>
                    <a:pt x="2237708" y="17"/>
                    <a:pt x="2238184" y="17"/>
                    <a:pt x="2238566" y="17"/>
                  </a:cubicBezTo>
                  <a:close/>
                  <a:moveTo>
                    <a:pt x="2238566" y="218140"/>
                  </a:moveTo>
                  <a:cubicBezTo>
                    <a:pt x="2288381" y="219664"/>
                    <a:pt x="2330006" y="180516"/>
                    <a:pt x="2331530" y="130700"/>
                  </a:cubicBezTo>
                  <a:cubicBezTo>
                    <a:pt x="2333054" y="80884"/>
                    <a:pt x="2293906" y="39260"/>
                    <a:pt x="2244090" y="37736"/>
                  </a:cubicBezTo>
                  <a:cubicBezTo>
                    <a:pt x="2194274" y="36212"/>
                    <a:pt x="2152650" y="75360"/>
                    <a:pt x="2151126" y="125176"/>
                  </a:cubicBezTo>
                  <a:cubicBezTo>
                    <a:pt x="2151126" y="126128"/>
                    <a:pt x="2151126" y="127081"/>
                    <a:pt x="2151126" y="128128"/>
                  </a:cubicBezTo>
                  <a:cubicBezTo>
                    <a:pt x="2150078" y="176896"/>
                    <a:pt x="2188750" y="217187"/>
                    <a:pt x="2237423" y="218235"/>
                  </a:cubicBezTo>
                  <a:cubicBezTo>
                    <a:pt x="2237804" y="218235"/>
                    <a:pt x="2238184" y="218235"/>
                    <a:pt x="2238566" y="218235"/>
                  </a:cubicBezTo>
                  <a:lnTo>
                    <a:pt x="2238566" y="218235"/>
                  </a:lnTo>
                  <a:close/>
                  <a:moveTo>
                    <a:pt x="2413349" y="2970"/>
                  </a:moveTo>
                  <a:lnTo>
                    <a:pt x="2561558" y="2970"/>
                  </a:lnTo>
                  <a:lnTo>
                    <a:pt x="2561558" y="38117"/>
                  </a:lnTo>
                  <a:lnTo>
                    <a:pt x="2451640" y="38117"/>
                  </a:lnTo>
                  <a:lnTo>
                    <a:pt x="2451640" y="111841"/>
                  </a:lnTo>
                  <a:lnTo>
                    <a:pt x="2538413" y="111841"/>
                  </a:lnTo>
                  <a:lnTo>
                    <a:pt x="2538413" y="146893"/>
                  </a:lnTo>
                  <a:lnTo>
                    <a:pt x="2451640" y="146893"/>
                  </a:lnTo>
                  <a:lnTo>
                    <a:pt x="2451640" y="251572"/>
                  </a:lnTo>
                  <a:lnTo>
                    <a:pt x="2413540" y="251572"/>
                  </a:lnTo>
                  <a:lnTo>
                    <a:pt x="2413349" y="2970"/>
                  </a:lnTo>
                  <a:close/>
                  <a:moveTo>
                    <a:pt x="2842260" y="165752"/>
                  </a:moveTo>
                  <a:lnTo>
                    <a:pt x="2842260" y="2970"/>
                  </a:lnTo>
                  <a:lnTo>
                    <a:pt x="2881027" y="2970"/>
                  </a:lnTo>
                  <a:lnTo>
                    <a:pt x="2881027" y="165752"/>
                  </a:lnTo>
                  <a:cubicBezTo>
                    <a:pt x="2881598" y="214901"/>
                    <a:pt x="2842260" y="255287"/>
                    <a:pt x="2793111" y="255859"/>
                  </a:cubicBezTo>
                  <a:cubicBezTo>
                    <a:pt x="2791682" y="255859"/>
                    <a:pt x="2790254" y="255859"/>
                    <a:pt x="2788730" y="255859"/>
                  </a:cubicBezTo>
                  <a:cubicBezTo>
                    <a:pt x="2738819" y="255859"/>
                    <a:pt x="2696147" y="220426"/>
                    <a:pt x="2696147" y="165847"/>
                  </a:cubicBezTo>
                  <a:lnTo>
                    <a:pt x="2696147" y="3065"/>
                  </a:lnTo>
                  <a:lnTo>
                    <a:pt x="2735199" y="3065"/>
                  </a:lnTo>
                  <a:lnTo>
                    <a:pt x="2735199" y="165847"/>
                  </a:lnTo>
                  <a:cubicBezTo>
                    <a:pt x="2735199" y="195375"/>
                    <a:pt x="2759202" y="219378"/>
                    <a:pt x="2788730" y="219378"/>
                  </a:cubicBezTo>
                  <a:cubicBezTo>
                    <a:pt x="2818257" y="219378"/>
                    <a:pt x="2842260" y="195375"/>
                    <a:pt x="2842260" y="165847"/>
                  </a:cubicBezTo>
                  <a:close/>
                  <a:moveTo>
                    <a:pt x="2930461" y="2970"/>
                  </a:moveTo>
                  <a:lnTo>
                    <a:pt x="3116390" y="2970"/>
                  </a:lnTo>
                  <a:lnTo>
                    <a:pt x="3116390" y="38784"/>
                  </a:lnTo>
                  <a:lnTo>
                    <a:pt x="3043047" y="38784"/>
                  </a:lnTo>
                  <a:lnTo>
                    <a:pt x="3043047" y="252239"/>
                  </a:lnTo>
                  <a:lnTo>
                    <a:pt x="3003995" y="252239"/>
                  </a:lnTo>
                  <a:lnTo>
                    <a:pt x="3003995" y="38879"/>
                  </a:lnTo>
                  <a:lnTo>
                    <a:pt x="2930652" y="38879"/>
                  </a:lnTo>
                  <a:lnTo>
                    <a:pt x="2930652" y="2970"/>
                  </a:lnTo>
                  <a:close/>
                  <a:moveTo>
                    <a:pt x="3280315" y="190422"/>
                  </a:moveTo>
                  <a:lnTo>
                    <a:pt x="3179826" y="190422"/>
                  </a:lnTo>
                  <a:lnTo>
                    <a:pt x="3155919" y="252715"/>
                  </a:lnTo>
                  <a:lnTo>
                    <a:pt x="3115056" y="252715"/>
                  </a:lnTo>
                  <a:lnTo>
                    <a:pt x="3208782" y="3065"/>
                  </a:lnTo>
                  <a:lnTo>
                    <a:pt x="3250406" y="3065"/>
                  </a:lnTo>
                  <a:lnTo>
                    <a:pt x="3344418" y="252239"/>
                  </a:lnTo>
                  <a:lnTo>
                    <a:pt x="3303937" y="252239"/>
                  </a:lnTo>
                  <a:lnTo>
                    <a:pt x="3280220" y="190422"/>
                  </a:lnTo>
                  <a:close/>
                  <a:moveTo>
                    <a:pt x="3192780" y="156037"/>
                  </a:moveTo>
                  <a:lnTo>
                    <a:pt x="3267266" y="156037"/>
                  </a:lnTo>
                  <a:lnTo>
                    <a:pt x="3230023" y="51357"/>
                  </a:lnTo>
                  <a:lnTo>
                    <a:pt x="3192685" y="156037"/>
                  </a:lnTo>
                  <a:close/>
                  <a:moveTo>
                    <a:pt x="3580066" y="2970"/>
                  </a:moveTo>
                  <a:lnTo>
                    <a:pt x="3580066" y="252144"/>
                  </a:lnTo>
                  <a:lnTo>
                    <a:pt x="3541014" y="252144"/>
                  </a:lnTo>
                  <a:lnTo>
                    <a:pt x="3541014" y="145845"/>
                  </a:lnTo>
                  <a:lnTo>
                    <a:pt x="3428619" y="145845"/>
                  </a:lnTo>
                  <a:lnTo>
                    <a:pt x="3428619" y="252144"/>
                  </a:lnTo>
                  <a:lnTo>
                    <a:pt x="3390519" y="252144"/>
                  </a:lnTo>
                  <a:lnTo>
                    <a:pt x="3390519" y="2970"/>
                  </a:lnTo>
                  <a:lnTo>
                    <a:pt x="3428619" y="2970"/>
                  </a:lnTo>
                  <a:lnTo>
                    <a:pt x="3428619" y="110698"/>
                  </a:lnTo>
                  <a:lnTo>
                    <a:pt x="3541110" y="110698"/>
                  </a:lnTo>
                  <a:lnTo>
                    <a:pt x="3541110" y="2970"/>
                  </a:lnTo>
                  <a:lnTo>
                    <a:pt x="3580066" y="297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grpSp>
          <p:nvGrpSpPr>
            <p:cNvPr id="606" name="Google Shape;606;p68"/>
            <p:cNvGrpSpPr/>
            <p:nvPr/>
          </p:nvGrpSpPr>
          <p:grpSpPr>
            <a:xfrm>
              <a:off x="6455388" y="4102692"/>
              <a:ext cx="1601438" cy="1455705"/>
              <a:chOff x="3324225" y="2700241"/>
              <a:chExt cx="1601438" cy="1455705"/>
            </a:xfrm>
          </p:grpSpPr>
          <p:sp>
            <p:nvSpPr>
              <p:cNvPr id="607" name="Google Shape;607;p68"/>
              <p:cNvSpPr/>
              <p:nvPr/>
            </p:nvSpPr>
            <p:spPr>
              <a:xfrm>
                <a:off x="4540585" y="3230022"/>
                <a:ext cx="239250" cy="787908"/>
              </a:xfrm>
              <a:custGeom>
                <a:rect b="b" l="l" r="r" t="t"/>
                <a:pathLst>
                  <a:path extrusionOk="0" h="787908" w="239250">
                    <a:moveTo>
                      <a:pt x="14270" y="87440"/>
                    </a:moveTo>
                    <a:cubicBezTo>
                      <a:pt x="36273" y="66580"/>
                      <a:pt x="61895" y="37052"/>
                      <a:pt x="91994" y="12954"/>
                    </a:cubicBezTo>
                    <a:moveTo>
                      <a:pt x="239251" y="549307"/>
                    </a:moveTo>
                    <a:lnTo>
                      <a:pt x="239251" y="635603"/>
                    </a:lnTo>
                    <a:lnTo>
                      <a:pt x="85993" y="787908"/>
                    </a:lnTo>
                    <a:cubicBezTo>
                      <a:pt x="-131844" y="356330"/>
                      <a:pt x="118569" y="176879"/>
                      <a:pt x="239251" y="0"/>
                    </a:cubicBezTo>
                    <a:lnTo>
                      <a:pt x="239251" y="201263"/>
                    </a:lnTo>
                    <a:lnTo>
                      <a:pt x="210676" y="173927"/>
                    </a:lnTo>
                    <a:cubicBezTo>
                      <a:pt x="199817" y="163830"/>
                      <a:pt x="182767" y="164402"/>
                      <a:pt x="172576" y="175165"/>
                    </a:cubicBezTo>
                    <a:cubicBezTo>
                      <a:pt x="162098" y="185738"/>
                      <a:pt x="162098" y="202692"/>
                      <a:pt x="172576" y="213265"/>
                    </a:cubicBezTo>
                    <a:lnTo>
                      <a:pt x="239251" y="276511"/>
                    </a:lnTo>
                    <a:lnTo>
                      <a:pt x="239251" y="350234"/>
                    </a:lnTo>
                    <a:lnTo>
                      <a:pt x="101709" y="343757"/>
                    </a:lnTo>
                    <a:cubicBezTo>
                      <a:pt x="86660" y="342995"/>
                      <a:pt x="73897" y="354521"/>
                      <a:pt x="73134" y="369570"/>
                    </a:cubicBezTo>
                    <a:cubicBezTo>
                      <a:pt x="73134" y="369570"/>
                      <a:pt x="73134" y="369570"/>
                      <a:pt x="73134" y="369570"/>
                    </a:cubicBezTo>
                    <a:cubicBezTo>
                      <a:pt x="72087" y="384524"/>
                      <a:pt x="83136" y="397478"/>
                      <a:pt x="98090" y="398717"/>
                    </a:cubicBezTo>
                    <a:lnTo>
                      <a:pt x="239155" y="405289"/>
                    </a:lnTo>
                    <a:lnTo>
                      <a:pt x="239155" y="486728"/>
                    </a:lnTo>
                    <a:lnTo>
                      <a:pt x="89136" y="545973"/>
                    </a:lnTo>
                    <a:cubicBezTo>
                      <a:pt x="74468" y="551783"/>
                      <a:pt x="67324" y="568452"/>
                      <a:pt x="73230" y="583121"/>
                    </a:cubicBezTo>
                    <a:cubicBezTo>
                      <a:pt x="73230" y="583121"/>
                      <a:pt x="73230" y="583121"/>
                      <a:pt x="73230" y="583216"/>
                    </a:cubicBezTo>
                    <a:cubicBezTo>
                      <a:pt x="78468" y="598075"/>
                      <a:pt x="94756" y="605981"/>
                      <a:pt x="109615" y="600742"/>
                    </a:cubicBezTo>
                    <a:cubicBezTo>
                      <a:pt x="109615" y="600742"/>
                      <a:pt x="109615" y="600742"/>
                      <a:pt x="109615" y="600742"/>
                    </a:cubicBezTo>
                    <a:lnTo>
                      <a:pt x="238965" y="548831"/>
                    </a:lnTo>
                    <a:lnTo>
                      <a:pt x="239155" y="5492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608" name="Google Shape;608;p68"/>
              <p:cNvSpPr/>
              <p:nvPr/>
            </p:nvSpPr>
            <p:spPr>
              <a:xfrm>
                <a:off x="3324225" y="2700241"/>
                <a:ext cx="1601438" cy="1455705"/>
              </a:xfrm>
              <a:custGeom>
                <a:rect b="b" l="l" r="r" t="t"/>
                <a:pathLst>
                  <a:path extrusionOk="0" h="1455705" w="1601438">
                    <a:moveTo>
                      <a:pt x="1337977" y="82201"/>
                    </a:moveTo>
                    <a:lnTo>
                      <a:pt x="1377315" y="124206"/>
                    </a:lnTo>
                    <a:cubicBezTo>
                      <a:pt x="1383316" y="131159"/>
                      <a:pt x="1393793" y="131921"/>
                      <a:pt x="1400747" y="126016"/>
                    </a:cubicBezTo>
                    <a:cubicBezTo>
                      <a:pt x="1407414" y="119729"/>
                      <a:pt x="1407795" y="109252"/>
                      <a:pt x="1401509" y="102489"/>
                    </a:cubicBezTo>
                    <a:lnTo>
                      <a:pt x="1356836" y="54864"/>
                    </a:lnTo>
                    <a:cubicBezTo>
                      <a:pt x="1372076" y="34195"/>
                      <a:pt x="1390174" y="15716"/>
                      <a:pt x="1410557" y="0"/>
                    </a:cubicBezTo>
                    <a:lnTo>
                      <a:pt x="1601438" y="0"/>
                    </a:lnTo>
                    <a:lnTo>
                      <a:pt x="1601438" y="437864"/>
                    </a:lnTo>
                    <a:lnTo>
                      <a:pt x="1503331" y="437864"/>
                    </a:lnTo>
                    <a:cubicBezTo>
                      <a:pt x="1522381" y="377190"/>
                      <a:pt x="1516856" y="312134"/>
                      <a:pt x="1463802" y="233553"/>
                    </a:cubicBezTo>
                    <a:cubicBezTo>
                      <a:pt x="1609725" y="598361"/>
                      <a:pt x="853631" y="586835"/>
                      <a:pt x="1180910" y="1435703"/>
                    </a:cubicBezTo>
                    <a:lnTo>
                      <a:pt x="1163765" y="1455706"/>
                    </a:lnTo>
                    <a:lnTo>
                      <a:pt x="437769" y="1455706"/>
                    </a:lnTo>
                    <a:lnTo>
                      <a:pt x="146304" y="1165289"/>
                    </a:lnTo>
                    <a:lnTo>
                      <a:pt x="146304" y="437579"/>
                    </a:lnTo>
                    <a:lnTo>
                      <a:pt x="0" y="437579"/>
                    </a:lnTo>
                    <a:lnTo>
                      <a:pt x="0" y="95"/>
                    </a:lnTo>
                    <a:lnTo>
                      <a:pt x="727901" y="95"/>
                    </a:lnTo>
                    <a:lnTo>
                      <a:pt x="727901" y="437960"/>
                    </a:lnTo>
                    <a:lnTo>
                      <a:pt x="581882" y="437960"/>
                    </a:lnTo>
                    <a:lnTo>
                      <a:pt x="581882" y="1017937"/>
                    </a:lnTo>
                    <a:lnTo>
                      <a:pt x="1019747" y="1017937"/>
                    </a:lnTo>
                    <a:lnTo>
                      <a:pt x="1019747" y="437483"/>
                    </a:lnTo>
                    <a:lnTo>
                      <a:pt x="873728" y="437483"/>
                    </a:lnTo>
                    <a:lnTo>
                      <a:pt x="873728" y="95"/>
                    </a:lnTo>
                    <a:lnTo>
                      <a:pt x="1343025" y="95"/>
                    </a:lnTo>
                    <a:cubicBezTo>
                      <a:pt x="1189768" y="114300"/>
                      <a:pt x="1096232" y="410147"/>
                      <a:pt x="1230535" y="617411"/>
                    </a:cubicBezTo>
                    <a:cubicBezTo>
                      <a:pt x="1252538" y="596551"/>
                      <a:pt x="1278160" y="567023"/>
                      <a:pt x="1308259" y="542925"/>
                    </a:cubicBezTo>
                    <a:cubicBezTo>
                      <a:pt x="1294352" y="519684"/>
                      <a:pt x="1283589" y="494729"/>
                      <a:pt x="1276064" y="468725"/>
                    </a:cubicBezTo>
                    <a:lnTo>
                      <a:pt x="1433417" y="407765"/>
                    </a:lnTo>
                    <a:cubicBezTo>
                      <a:pt x="1442657" y="404336"/>
                      <a:pt x="1447324" y="394049"/>
                      <a:pt x="1443895" y="384810"/>
                    </a:cubicBezTo>
                    <a:cubicBezTo>
                      <a:pt x="1440466" y="375571"/>
                      <a:pt x="1430179" y="370904"/>
                      <a:pt x="1420939" y="374333"/>
                    </a:cubicBezTo>
                    <a:lnTo>
                      <a:pt x="1267778" y="433673"/>
                    </a:lnTo>
                    <a:cubicBezTo>
                      <a:pt x="1261110" y="396621"/>
                      <a:pt x="1259110" y="358807"/>
                      <a:pt x="1261967" y="321278"/>
                    </a:cubicBezTo>
                    <a:lnTo>
                      <a:pt x="1416082" y="316516"/>
                    </a:lnTo>
                    <a:cubicBezTo>
                      <a:pt x="1425797" y="316325"/>
                      <a:pt x="1433513" y="308420"/>
                      <a:pt x="1433417" y="298704"/>
                    </a:cubicBezTo>
                    <a:cubicBezTo>
                      <a:pt x="1433036" y="288989"/>
                      <a:pt x="1424940" y="281464"/>
                      <a:pt x="1415225" y="281750"/>
                    </a:cubicBezTo>
                    <a:lnTo>
                      <a:pt x="1265587" y="286322"/>
                    </a:lnTo>
                    <a:cubicBezTo>
                      <a:pt x="1270159" y="252698"/>
                      <a:pt x="1277874" y="219647"/>
                      <a:pt x="1288542" y="187452"/>
                    </a:cubicBezTo>
                    <a:lnTo>
                      <a:pt x="1394746" y="222314"/>
                    </a:lnTo>
                    <a:cubicBezTo>
                      <a:pt x="1403699" y="225552"/>
                      <a:pt x="1413510" y="220980"/>
                      <a:pt x="1416844" y="212122"/>
                    </a:cubicBezTo>
                    <a:cubicBezTo>
                      <a:pt x="1419797" y="203168"/>
                      <a:pt x="1414939" y="193453"/>
                      <a:pt x="1405985" y="190405"/>
                    </a:cubicBezTo>
                    <a:lnTo>
                      <a:pt x="1300258" y="155639"/>
                    </a:lnTo>
                    <a:cubicBezTo>
                      <a:pt x="1310640" y="130112"/>
                      <a:pt x="1323308" y="105537"/>
                      <a:pt x="1337977" y="82296"/>
                    </a:cubicBezTo>
                    <a:lnTo>
                      <a:pt x="1337977" y="8229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</p:grpSp>
      <p:sp>
        <p:nvSpPr>
          <p:cNvPr id="609" name="Google Shape;609;p68"/>
          <p:cNvSpPr txBox="1"/>
          <p:nvPr/>
        </p:nvSpPr>
        <p:spPr>
          <a:xfrm>
            <a:off x="274320" y="6375028"/>
            <a:ext cx="30289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A7A9A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UNIVERSITY OF UTAH HEALTH</a:t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610" name="Google Shape;610;p68"/>
          <p:cNvGrpSpPr/>
          <p:nvPr/>
        </p:nvGrpSpPr>
        <p:grpSpPr>
          <a:xfrm>
            <a:off x="-3424512" y="-1"/>
            <a:ext cx="3208421" cy="6857999"/>
            <a:chOff x="-3424512" y="-1"/>
            <a:chExt cx="3208421" cy="6857999"/>
          </a:xfrm>
        </p:grpSpPr>
        <p:sp>
          <p:nvSpPr>
            <p:cNvPr id="611" name="Google Shape;611;p68"/>
            <p:cNvSpPr/>
            <p:nvPr/>
          </p:nvSpPr>
          <p:spPr>
            <a:xfrm>
              <a:off x="-3424512" y="-1"/>
              <a:ext cx="3208421" cy="685799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12" name="Google Shape;612;p68"/>
            <p:cNvSpPr txBox="1"/>
            <p:nvPr/>
          </p:nvSpPr>
          <p:spPr>
            <a:xfrm>
              <a:off x="-3267122" y="150741"/>
              <a:ext cx="2941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GB" sz="3200" u="none" cap="none" strike="noStrike">
                  <a:solidFill>
                    <a:schemeClr val="accen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Instruction: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68"/>
            <p:cNvSpPr txBox="1"/>
            <p:nvPr/>
          </p:nvSpPr>
          <p:spPr>
            <a:xfrm>
              <a:off x="-3267122" y="818147"/>
              <a:ext cx="294176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To underline keyword in title text box, highlight selected word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14" name="Google Shape;614;p6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143860" y="1824108"/>
              <a:ext cx="875152" cy="905001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615" name="Google Shape;615;p68"/>
            <p:cNvSpPr txBox="1"/>
            <p:nvPr/>
          </p:nvSpPr>
          <p:spPr>
            <a:xfrm>
              <a:off x="-3267122" y="2906262"/>
              <a:ext cx="2502568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2. Then go to 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‘Bold’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in the toolbar and then </a:t>
              </a:r>
              <a:b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‘underline’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after.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16" name="Google Shape;616;p68"/>
            <p:cNvPicPr preferRelativeResize="0"/>
            <p:nvPr/>
          </p:nvPicPr>
          <p:blipFill rotWithShape="1">
            <a:blip r:embed="rId3">
              <a:alphaModFix/>
            </a:blip>
            <a:srcRect b="-62788" l="0" r="0" t="-62788"/>
            <a:stretch/>
          </p:blipFill>
          <p:spPr>
            <a:xfrm>
              <a:off x="-3143862" y="4212225"/>
              <a:ext cx="1654280" cy="1614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68"/>
            <p:cNvSpPr/>
            <p:nvPr/>
          </p:nvSpPr>
          <p:spPr>
            <a:xfrm>
              <a:off x="-3095847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18" name="Google Shape;618;p68"/>
            <p:cNvSpPr/>
            <p:nvPr/>
          </p:nvSpPr>
          <p:spPr>
            <a:xfrm>
              <a:off x="-2236570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619" name="Google Shape;619;p68"/>
          <p:cNvSpPr txBox="1"/>
          <p:nvPr>
            <p:ph idx="5" type="body"/>
          </p:nvPr>
        </p:nvSpPr>
        <p:spPr>
          <a:xfrm>
            <a:off x="274320" y="5943600"/>
            <a:ext cx="10672763" cy="3304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indent="-342900" lvl="1" marL="9144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Layout 1">
  <p:cSld name="Team Layout 1"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69"/>
          <p:cNvSpPr txBox="1"/>
          <p:nvPr>
            <p:ph type="title"/>
          </p:nvPr>
        </p:nvSpPr>
        <p:spPr>
          <a:xfrm>
            <a:off x="365760" y="365760"/>
            <a:ext cx="10958513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2" name="Google Shape;622;p69"/>
          <p:cNvSpPr txBox="1"/>
          <p:nvPr>
            <p:ph idx="1" type="body"/>
          </p:nvPr>
        </p:nvSpPr>
        <p:spPr>
          <a:xfrm>
            <a:off x="1600200" y="1463176"/>
            <a:ext cx="2340000" cy="618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cap="none"/>
            </a:lvl2pPr>
            <a:lvl3pPr indent="-2286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4pPr>
            <a:lvl5pPr indent="-2286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3" name="Google Shape;623;p69"/>
          <p:cNvSpPr/>
          <p:nvPr>
            <p:ph idx="2" type="pic"/>
          </p:nvPr>
        </p:nvSpPr>
        <p:spPr>
          <a:xfrm>
            <a:off x="457200" y="1445790"/>
            <a:ext cx="1052070" cy="105206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624" name="Google Shape;624;p69"/>
          <p:cNvSpPr txBox="1"/>
          <p:nvPr>
            <p:ph idx="3" type="body"/>
          </p:nvPr>
        </p:nvSpPr>
        <p:spPr>
          <a:xfrm>
            <a:off x="1600200" y="2129368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2pPr>
            <a:lvl3pPr indent="-2286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4pPr>
            <a:lvl5pPr indent="-2286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5" name="Google Shape;625;p69"/>
          <p:cNvSpPr/>
          <p:nvPr>
            <p:ph idx="4" type="pic"/>
          </p:nvPr>
        </p:nvSpPr>
        <p:spPr>
          <a:xfrm>
            <a:off x="457200" y="2999143"/>
            <a:ext cx="1052070" cy="105206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626" name="Google Shape;626;p69"/>
          <p:cNvSpPr txBox="1"/>
          <p:nvPr>
            <p:ph idx="5" type="body"/>
          </p:nvPr>
        </p:nvSpPr>
        <p:spPr>
          <a:xfrm>
            <a:off x="1600200" y="3695066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2pPr>
            <a:lvl3pPr indent="-2286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4pPr>
            <a:lvl5pPr indent="-2286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7" name="Google Shape;627;p69"/>
          <p:cNvSpPr/>
          <p:nvPr>
            <p:ph idx="6" type="pic"/>
          </p:nvPr>
        </p:nvSpPr>
        <p:spPr>
          <a:xfrm>
            <a:off x="457200" y="4552496"/>
            <a:ext cx="1052070" cy="105206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628" name="Google Shape;628;p69"/>
          <p:cNvSpPr txBox="1"/>
          <p:nvPr>
            <p:ph idx="7" type="body"/>
          </p:nvPr>
        </p:nvSpPr>
        <p:spPr>
          <a:xfrm>
            <a:off x="1600200" y="5247622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2pPr>
            <a:lvl3pPr indent="-2286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4pPr>
            <a:lvl5pPr indent="-2286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629" name="Google Shape;629;p69"/>
          <p:cNvGrpSpPr/>
          <p:nvPr/>
        </p:nvGrpSpPr>
        <p:grpSpPr>
          <a:xfrm>
            <a:off x="-3424512" y="-1"/>
            <a:ext cx="3208421" cy="6857999"/>
            <a:chOff x="-3424512" y="-1"/>
            <a:chExt cx="3208421" cy="6857999"/>
          </a:xfrm>
        </p:grpSpPr>
        <p:sp>
          <p:nvSpPr>
            <p:cNvPr id="630" name="Google Shape;630;p69"/>
            <p:cNvSpPr/>
            <p:nvPr/>
          </p:nvSpPr>
          <p:spPr>
            <a:xfrm>
              <a:off x="-3424512" y="-1"/>
              <a:ext cx="3208421" cy="685799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31" name="Google Shape;631;p69"/>
            <p:cNvSpPr txBox="1"/>
            <p:nvPr/>
          </p:nvSpPr>
          <p:spPr>
            <a:xfrm>
              <a:off x="-3267122" y="150741"/>
              <a:ext cx="2941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GB" sz="3200" u="none" cap="none" strike="noStrike">
                  <a:solidFill>
                    <a:schemeClr val="accen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Instruction 1: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69"/>
            <p:cNvSpPr txBox="1"/>
            <p:nvPr/>
          </p:nvSpPr>
          <p:spPr>
            <a:xfrm>
              <a:off x="-3267122" y="818147"/>
              <a:ext cx="294176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To underline keyword in title text box, highlight selected word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33" name="Google Shape;633;p6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143860" y="1824108"/>
              <a:ext cx="875152" cy="905001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634" name="Google Shape;634;p69"/>
            <p:cNvSpPr txBox="1"/>
            <p:nvPr/>
          </p:nvSpPr>
          <p:spPr>
            <a:xfrm>
              <a:off x="-3267122" y="2906262"/>
              <a:ext cx="2502568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2. Then go to 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‘Bold’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in the toolbar and then </a:t>
              </a:r>
              <a:b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‘underline’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after.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35" name="Google Shape;635;p69"/>
            <p:cNvPicPr preferRelativeResize="0"/>
            <p:nvPr/>
          </p:nvPicPr>
          <p:blipFill rotWithShape="1">
            <a:blip r:embed="rId3">
              <a:alphaModFix/>
            </a:blip>
            <a:srcRect b="-62788" l="0" r="0" t="-62788"/>
            <a:stretch/>
          </p:blipFill>
          <p:spPr>
            <a:xfrm>
              <a:off x="-3143862" y="4212225"/>
              <a:ext cx="1654280" cy="1614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6" name="Google Shape;636;p69"/>
            <p:cNvSpPr/>
            <p:nvPr/>
          </p:nvSpPr>
          <p:spPr>
            <a:xfrm>
              <a:off x="-3095847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37" name="Google Shape;637;p69"/>
            <p:cNvSpPr/>
            <p:nvPr/>
          </p:nvSpPr>
          <p:spPr>
            <a:xfrm>
              <a:off x="-2236570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638" name="Google Shape;638;p69"/>
          <p:cNvGrpSpPr/>
          <p:nvPr/>
        </p:nvGrpSpPr>
        <p:grpSpPr>
          <a:xfrm>
            <a:off x="10729913" y="6334847"/>
            <a:ext cx="1126458" cy="295807"/>
            <a:chOff x="6455388" y="4102692"/>
            <a:chExt cx="5543454" cy="1455705"/>
          </a:xfrm>
        </p:grpSpPr>
        <p:sp>
          <p:nvSpPr>
            <p:cNvPr id="639" name="Google Shape;639;p69"/>
            <p:cNvSpPr/>
            <p:nvPr/>
          </p:nvSpPr>
          <p:spPr>
            <a:xfrm>
              <a:off x="8423253" y="4383013"/>
              <a:ext cx="3575494" cy="683609"/>
            </a:xfrm>
            <a:custGeom>
              <a:rect b="b" l="l" r="r" t="t"/>
              <a:pathLst>
                <a:path extrusionOk="0" h="683609" w="3575494">
                  <a:moveTo>
                    <a:pt x="527495" y="0"/>
                  </a:moveTo>
                  <a:lnTo>
                    <a:pt x="527495" y="683133"/>
                  </a:lnTo>
                  <a:lnTo>
                    <a:pt x="399669" y="683133"/>
                  </a:lnTo>
                  <a:lnTo>
                    <a:pt x="399669" y="400622"/>
                  </a:lnTo>
                  <a:lnTo>
                    <a:pt x="125921" y="400622"/>
                  </a:lnTo>
                  <a:lnTo>
                    <a:pt x="125921" y="683228"/>
                  </a:lnTo>
                  <a:lnTo>
                    <a:pt x="0" y="683228"/>
                  </a:lnTo>
                  <a:lnTo>
                    <a:pt x="0" y="0"/>
                  </a:lnTo>
                  <a:lnTo>
                    <a:pt x="125921" y="0"/>
                  </a:lnTo>
                  <a:lnTo>
                    <a:pt x="125921" y="286607"/>
                  </a:lnTo>
                  <a:lnTo>
                    <a:pt x="399574" y="286607"/>
                  </a:lnTo>
                  <a:lnTo>
                    <a:pt x="399574" y="0"/>
                  </a:lnTo>
                  <a:lnTo>
                    <a:pt x="527495" y="0"/>
                  </a:lnTo>
                  <a:close/>
                  <a:moveTo>
                    <a:pt x="715994" y="0"/>
                  </a:moveTo>
                  <a:lnTo>
                    <a:pt x="1138809" y="0"/>
                  </a:lnTo>
                  <a:lnTo>
                    <a:pt x="1138809" y="113062"/>
                  </a:lnTo>
                  <a:lnTo>
                    <a:pt x="841915" y="113062"/>
                  </a:lnTo>
                  <a:lnTo>
                    <a:pt x="841915" y="290989"/>
                  </a:lnTo>
                  <a:lnTo>
                    <a:pt x="1101662" y="290989"/>
                  </a:lnTo>
                  <a:lnTo>
                    <a:pt x="1101662" y="403003"/>
                  </a:lnTo>
                  <a:lnTo>
                    <a:pt x="841915" y="403003"/>
                  </a:lnTo>
                  <a:lnTo>
                    <a:pt x="841915" y="570548"/>
                  </a:lnTo>
                  <a:lnTo>
                    <a:pt x="1148334" y="570548"/>
                  </a:lnTo>
                  <a:lnTo>
                    <a:pt x="1148334" y="683609"/>
                  </a:lnTo>
                  <a:lnTo>
                    <a:pt x="715994" y="683609"/>
                  </a:lnTo>
                  <a:lnTo>
                    <a:pt x="715994" y="0"/>
                  </a:lnTo>
                  <a:close/>
                  <a:moveTo>
                    <a:pt x="1686687" y="517589"/>
                  </a:moveTo>
                  <a:lnTo>
                    <a:pt x="1431893" y="517589"/>
                  </a:lnTo>
                  <a:lnTo>
                    <a:pt x="1369409" y="683228"/>
                  </a:lnTo>
                  <a:lnTo>
                    <a:pt x="1234535" y="683228"/>
                  </a:lnTo>
                  <a:lnTo>
                    <a:pt x="1490377" y="95"/>
                  </a:lnTo>
                  <a:lnTo>
                    <a:pt x="1627251" y="95"/>
                  </a:lnTo>
                  <a:lnTo>
                    <a:pt x="1883092" y="683228"/>
                  </a:lnTo>
                  <a:lnTo>
                    <a:pt x="1749171" y="683228"/>
                  </a:lnTo>
                  <a:lnTo>
                    <a:pt x="1686592" y="517589"/>
                  </a:lnTo>
                  <a:close/>
                  <a:moveTo>
                    <a:pt x="1474470" y="406527"/>
                  </a:moveTo>
                  <a:lnTo>
                    <a:pt x="1645063" y="406527"/>
                  </a:lnTo>
                  <a:lnTo>
                    <a:pt x="1558862" y="145733"/>
                  </a:lnTo>
                  <a:lnTo>
                    <a:pt x="1474565" y="406527"/>
                  </a:lnTo>
                  <a:close/>
                  <a:moveTo>
                    <a:pt x="1995392" y="0"/>
                  </a:moveTo>
                  <a:lnTo>
                    <a:pt x="2121980" y="0"/>
                  </a:lnTo>
                  <a:lnTo>
                    <a:pt x="2121980" y="570167"/>
                  </a:lnTo>
                  <a:lnTo>
                    <a:pt x="2385632" y="570167"/>
                  </a:lnTo>
                  <a:lnTo>
                    <a:pt x="2385632" y="683228"/>
                  </a:lnTo>
                  <a:lnTo>
                    <a:pt x="1995392" y="683228"/>
                  </a:lnTo>
                  <a:lnTo>
                    <a:pt x="1995392" y="0"/>
                  </a:lnTo>
                  <a:close/>
                  <a:moveTo>
                    <a:pt x="2395157" y="0"/>
                  </a:moveTo>
                  <a:lnTo>
                    <a:pt x="2907792" y="0"/>
                  </a:lnTo>
                  <a:lnTo>
                    <a:pt x="2907792" y="116014"/>
                  </a:lnTo>
                  <a:lnTo>
                    <a:pt x="2715863" y="116014"/>
                  </a:lnTo>
                  <a:lnTo>
                    <a:pt x="2715863" y="683228"/>
                  </a:lnTo>
                  <a:lnTo>
                    <a:pt x="2587942" y="683228"/>
                  </a:lnTo>
                  <a:lnTo>
                    <a:pt x="2587942" y="116014"/>
                  </a:lnTo>
                  <a:lnTo>
                    <a:pt x="2395061" y="116014"/>
                  </a:lnTo>
                  <a:lnTo>
                    <a:pt x="2395061" y="0"/>
                  </a:lnTo>
                  <a:close/>
                  <a:moveTo>
                    <a:pt x="3575494" y="0"/>
                  </a:moveTo>
                  <a:lnTo>
                    <a:pt x="3575494" y="683133"/>
                  </a:lnTo>
                  <a:lnTo>
                    <a:pt x="3447764" y="683133"/>
                  </a:lnTo>
                  <a:lnTo>
                    <a:pt x="3447764" y="400622"/>
                  </a:lnTo>
                  <a:lnTo>
                    <a:pt x="3174111" y="400622"/>
                  </a:lnTo>
                  <a:lnTo>
                    <a:pt x="3174111" y="683228"/>
                  </a:lnTo>
                  <a:lnTo>
                    <a:pt x="3048191" y="683228"/>
                  </a:lnTo>
                  <a:lnTo>
                    <a:pt x="3048191" y="0"/>
                  </a:lnTo>
                  <a:lnTo>
                    <a:pt x="3174111" y="0"/>
                  </a:lnTo>
                  <a:lnTo>
                    <a:pt x="3174111" y="286607"/>
                  </a:lnTo>
                  <a:lnTo>
                    <a:pt x="3447764" y="286607"/>
                  </a:lnTo>
                  <a:lnTo>
                    <a:pt x="3447764" y="0"/>
                  </a:lnTo>
                  <a:lnTo>
                    <a:pt x="35754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40" name="Google Shape;640;p69"/>
            <p:cNvSpPr/>
            <p:nvPr/>
          </p:nvSpPr>
          <p:spPr>
            <a:xfrm>
              <a:off x="8418776" y="5302158"/>
              <a:ext cx="3580066" cy="255953"/>
            </a:xfrm>
            <a:custGeom>
              <a:rect b="b" l="l" r="r" t="t"/>
              <a:pathLst>
                <a:path extrusionOk="0" h="255953" w="3580066">
                  <a:moveTo>
                    <a:pt x="146113" y="165847"/>
                  </a:moveTo>
                  <a:lnTo>
                    <a:pt x="146113" y="3065"/>
                  </a:lnTo>
                  <a:lnTo>
                    <a:pt x="184880" y="3065"/>
                  </a:lnTo>
                  <a:lnTo>
                    <a:pt x="184880" y="165847"/>
                  </a:lnTo>
                  <a:cubicBezTo>
                    <a:pt x="185452" y="214996"/>
                    <a:pt x="146113" y="255382"/>
                    <a:pt x="96964" y="255954"/>
                  </a:cubicBezTo>
                  <a:cubicBezTo>
                    <a:pt x="95536" y="255954"/>
                    <a:pt x="94107" y="255954"/>
                    <a:pt x="92583" y="255954"/>
                  </a:cubicBezTo>
                  <a:cubicBezTo>
                    <a:pt x="42672" y="255954"/>
                    <a:pt x="0" y="220521"/>
                    <a:pt x="0" y="165943"/>
                  </a:cubicBezTo>
                  <a:lnTo>
                    <a:pt x="0" y="3160"/>
                  </a:lnTo>
                  <a:lnTo>
                    <a:pt x="39148" y="3160"/>
                  </a:lnTo>
                  <a:lnTo>
                    <a:pt x="39148" y="165943"/>
                  </a:lnTo>
                  <a:cubicBezTo>
                    <a:pt x="39148" y="195470"/>
                    <a:pt x="63151" y="219473"/>
                    <a:pt x="92678" y="219473"/>
                  </a:cubicBezTo>
                  <a:cubicBezTo>
                    <a:pt x="122206" y="219473"/>
                    <a:pt x="146209" y="195470"/>
                    <a:pt x="146209" y="165943"/>
                  </a:cubicBezTo>
                  <a:lnTo>
                    <a:pt x="146113" y="165943"/>
                  </a:lnTo>
                  <a:close/>
                  <a:moveTo>
                    <a:pt x="434435" y="252239"/>
                  </a:moveTo>
                  <a:lnTo>
                    <a:pt x="398621" y="252239"/>
                  </a:lnTo>
                  <a:lnTo>
                    <a:pt x="291560" y="73931"/>
                  </a:lnTo>
                  <a:lnTo>
                    <a:pt x="291560" y="252239"/>
                  </a:lnTo>
                  <a:lnTo>
                    <a:pt x="253460" y="252239"/>
                  </a:lnTo>
                  <a:lnTo>
                    <a:pt x="253460" y="3065"/>
                  </a:lnTo>
                  <a:lnTo>
                    <a:pt x="290417" y="3065"/>
                  </a:lnTo>
                  <a:lnTo>
                    <a:pt x="396335" y="179944"/>
                  </a:lnTo>
                  <a:lnTo>
                    <a:pt x="396335" y="3065"/>
                  </a:lnTo>
                  <a:lnTo>
                    <a:pt x="434435" y="3065"/>
                  </a:lnTo>
                  <a:lnTo>
                    <a:pt x="434435" y="252239"/>
                  </a:lnTo>
                  <a:close/>
                  <a:moveTo>
                    <a:pt x="497014" y="3065"/>
                  </a:moveTo>
                  <a:lnTo>
                    <a:pt x="535114" y="3065"/>
                  </a:lnTo>
                  <a:lnTo>
                    <a:pt x="535114" y="252239"/>
                  </a:lnTo>
                  <a:lnTo>
                    <a:pt x="497014" y="252239"/>
                  </a:lnTo>
                  <a:lnTo>
                    <a:pt x="497014" y="3065"/>
                  </a:lnTo>
                  <a:close/>
                  <a:moveTo>
                    <a:pt x="622935" y="3065"/>
                  </a:moveTo>
                  <a:lnTo>
                    <a:pt x="676180" y="188231"/>
                  </a:lnTo>
                  <a:lnTo>
                    <a:pt x="729710" y="3065"/>
                  </a:lnTo>
                  <a:lnTo>
                    <a:pt x="769525" y="3065"/>
                  </a:lnTo>
                  <a:lnTo>
                    <a:pt x="694372" y="252239"/>
                  </a:lnTo>
                  <a:lnTo>
                    <a:pt x="658558" y="252239"/>
                  </a:lnTo>
                  <a:lnTo>
                    <a:pt x="583025" y="3065"/>
                  </a:lnTo>
                  <a:lnTo>
                    <a:pt x="623125" y="3065"/>
                  </a:lnTo>
                  <a:close/>
                  <a:moveTo>
                    <a:pt x="813911" y="3065"/>
                  </a:moveTo>
                  <a:lnTo>
                    <a:pt x="964025" y="3065"/>
                  </a:lnTo>
                  <a:lnTo>
                    <a:pt x="964025" y="38212"/>
                  </a:lnTo>
                  <a:lnTo>
                    <a:pt x="852297" y="38212"/>
                  </a:lnTo>
                  <a:lnTo>
                    <a:pt x="852297" y="111936"/>
                  </a:lnTo>
                  <a:lnTo>
                    <a:pt x="949928" y="111936"/>
                  </a:lnTo>
                  <a:lnTo>
                    <a:pt x="949928" y="146988"/>
                  </a:lnTo>
                  <a:lnTo>
                    <a:pt x="852297" y="146988"/>
                  </a:lnTo>
                  <a:lnTo>
                    <a:pt x="852297" y="216806"/>
                  </a:lnTo>
                  <a:lnTo>
                    <a:pt x="967645" y="216806"/>
                  </a:lnTo>
                  <a:lnTo>
                    <a:pt x="967645" y="251953"/>
                  </a:lnTo>
                  <a:lnTo>
                    <a:pt x="813911" y="251953"/>
                  </a:lnTo>
                  <a:lnTo>
                    <a:pt x="813911" y="3160"/>
                  </a:lnTo>
                  <a:close/>
                  <a:moveTo>
                    <a:pt x="1200436" y="252239"/>
                  </a:moveTo>
                  <a:lnTo>
                    <a:pt x="1153763" y="252239"/>
                  </a:lnTo>
                  <a:lnTo>
                    <a:pt x="1091565" y="160799"/>
                  </a:lnTo>
                  <a:lnTo>
                    <a:pt x="1064800" y="160799"/>
                  </a:lnTo>
                  <a:lnTo>
                    <a:pt x="1064800" y="252239"/>
                  </a:lnTo>
                  <a:lnTo>
                    <a:pt x="1026128" y="252239"/>
                  </a:lnTo>
                  <a:lnTo>
                    <a:pt x="1026128" y="3065"/>
                  </a:lnTo>
                  <a:lnTo>
                    <a:pt x="1123379" y="3065"/>
                  </a:lnTo>
                  <a:cubicBezTo>
                    <a:pt x="1176909" y="3065"/>
                    <a:pt x="1199483" y="42499"/>
                    <a:pt x="1199483" y="82218"/>
                  </a:cubicBezTo>
                  <a:cubicBezTo>
                    <a:pt x="1199483" y="118794"/>
                    <a:pt x="1181005" y="154227"/>
                    <a:pt x="1135094" y="159180"/>
                  </a:cubicBezTo>
                  <a:lnTo>
                    <a:pt x="1200245" y="252144"/>
                  </a:lnTo>
                  <a:close/>
                  <a:moveTo>
                    <a:pt x="1064895" y="38117"/>
                  </a:moveTo>
                  <a:lnTo>
                    <a:pt x="1064895" y="125271"/>
                  </a:lnTo>
                  <a:lnTo>
                    <a:pt x="1120616" y="125271"/>
                  </a:lnTo>
                  <a:cubicBezTo>
                    <a:pt x="1148524" y="125271"/>
                    <a:pt x="1159669" y="103173"/>
                    <a:pt x="1159669" y="81837"/>
                  </a:cubicBezTo>
                  <a:cubicBezTo>
                    <a:pt x="1159669" y="60501"/>
                    <a:pt x="1148810" y="38022"/>
                    <a:pt x="1121569" y="38022"/>
                  </a:cubicBezTo>
                  <a:lnTo>
                    <a:pt x="1064895" y="38022"/>
                  </a:lnTo>
                  <a:close/>
                  <a:moveTo>
                    <a:pt x="1290256" y="179849"/>
                  </a:moveTo>
                  <a:cubicBezTo>
                    <a:pt x="1291019" y="200137"/>
                    <a:pt x="1310164" y="220711"/>
                    <a:pt x="1339882" y="220711"/>
                  </a:cubicBezTo>
                  <a:cubicBezTo>
                    <a:pt x="1369600" y="220711"/>
                    <a:pt x="1384364" y="204805"/>
                    <a:pt x="1386935" y="186707"/>
                  </a:cubicBezTo>
                  <a:cubicBezTo>
                    <a:pt x="1388364" y="163561"/>
                    <a:pt x="1370648" y="151560"/>
                    <a:pt x="1347502" y="146131"/>
                  </a:cubicBezTo>
                  <a:lnTo>
                    <a:pt x="1315974" y="138225"/>
                  </a:lnTo>
                  <a:cubicBezTo>
                    <a:pt x="1262444" y="123747"/>
                    <a:pt x="1254062" y="93362"/>
                    <a:pt x="1254062" y="71550"/>
                  </a:cubicBezTo>
                  <a:cubicBezTo>
                    <a:pt x="1254062" y="28878"/>
                    <a:pt x="1292162" y="303"/>
                    <a:pt x="1336072" y="303"/>
                  </a:cubicBezTo>
                  <a:cubicBezTo>
                    <a:pt x="1379982" y="303"/>
                    <a:pt x="1417034" y="28878"/>
                    <a:pt x="1417034" y="74026"/>
                  </a:cubicBezTo>
                  <a:lnTo>
                    <a:pt x="1378934" y="74026"/>
                  </a:lnTo>
                  <a:cubicBezTo>
                    <a:pt x="1378934" y="51262"/>
                    <a:pt x="1361218" y="35926"/>
                    <a:pt x="1335500" y="35926"/>
                  </a:cubicBezTo>
                  <a:cubicBezTo>
                    <a:pt x="1312736" y="35926"/>
                    <a:pt x="1292447" y="49642"/>
                    <a:pt x="1292447" y="70312"/>
                  </a:cubicBezTo>
                  <a:cubicBezTo>
                    <a:pt x="1292447" y="79837"/>
                    <a:pt x="1296067" y="95267"/>
                    <a:pt x="1325785" y="102887"/>
                  </a:cubicBezTo>
                  <a:lnTo>
                    <a:pt x="1357598" y="111174"/>
                  </a:lnTo>
                  <a:cubicBezTo>
                    <a:pt x="1407890" y="124604"/>
                    <a:pt x="1428845" y="152798"/>
                    <a:pt x="1424940" y="188517"/>
                  </a:cubicBezTo>
                  <a:cubicBezTo>
                    <a:pt x="1421321" y="227569"/>
                    <a:pt x="1387697" y="255192"/>
                    <a:pt x="1339977" y="255192"/>
                  </a:cubicBezTo>
                  <a:cubicBezTo>
                    <a:pt x="1288256" y="255192"/>
                    <a:pt x="1252156" y="219759"/>
                    <a:pt x="1252156" y="179087"/>
                  </a:cubicBezTo>
                  <a:lnTo>
                    <a:pt x="1290256" y="179754"/>
                  </a:lnTo>
                  <a:close/>
                  <a:moveTo>
                    <a:pt x="1475041" y="2970"/>
                  </a:moveTo>
                  <a:lnTo>
                    <a:pt x="1513141" y="2970"/>
                  </a:lnTo>
                  <a:lnTo>
                    <a:pt x="1513141" y="252144"/>
                  </a:lnTo>
                  <a:lnTo>
                    <a:pt x="1475041" y="252144"/>
                  </a:lnTo>
                  <a:lnTo>
                    <a:pt x="1475041" y="2970"/>
                  </a:lnTo>
                  <a:close/>
                  <a:moveTo>
                    <a:pt x="1557147" y="2970"/>
                  </a:moveTo>
                  <a:lnTo>
                    <a:pt x="1742980" y="2970"/>
                  </a:lnTo>
                  <a:lnTo>
                    <a:pt x="1742980" y="38784"/>
                  </a:lnTo>
                  <a:lnTo>
                    <a:pt x="1669732" y="38784"/>
                  </a:lnTo>
                  <a:lnTo>
                    <a:pt x="1669732" y="252239"/>
                  </a:lnTo>
                  <a:lnTo>
                    <a:pt x="1630680" y="252239"/>
                  </a:lnTo>
                  <a:lnTo>
                    <a:pt x="1630680" y="38879"/>
                  </a:lnTo>
                  <a:lnTo>
                    <a:pt x="1557338" y="38879"/>
                  </a:lnTo>
                  <a:lnTo>
                    <a:pt x="1557338" y="2970"/>
                  </a:lnTo>
                  <a:close/>
                  <a:moveTo>
                    <a:pt x="1861375" y="252144"/>
                  </a:moveTo>
                  <a:lnTo>
                    <a:pt x="1861375" y="137939"/>
                  </a:lnTo>
                  <a:lnTo>
                    <a:pt x="1766221" y="3065"/>
                  </a:lnTo>
                  <a:lnTo>
                    <a:pt x="1812227" y="3065"/>
                  </a:lnTo>
                  <a:lnTo>
                    <a:pt x="1880997" y="102125"/>
                  </a:lnTo>
                  <a:lnTo>
                    <a:pt x="1950434" y="3065"/>
                  </a:lnTo>
                  <a:lnTo>
                    <a:pt x="1996440" y="3065"/>
                  </a:lnTo>
                  <a:lnTo>
                    <a:pt x="1900619" y="138320"/>
                  </a:lnTo>
                  <a:lnTo>
                    <a:pt x="1900619" y="252525"/>
                  </a:lnTo>
                  <a:lnTo>
                    <a:pt x="1861566" y="252144"/>
                  </a:lnTo>
                  <a:close/>
                  <a:moveTo>
                    <a:pt x="2238566" y="17"/>
                  </a:moveTo>
                  <a:cubicBezTo>
                    <a:pt x="2309146" y="-1126"/>
                    <a:pt x="2367248" y="55262"/>
                    <a:pt x="2368391" y="125842"/>
                  </a:cubicBezTo>
                  <a:cubicBezTo>
                    <a:pt x="2369534" y="196423"/>
                    <a:pt x="2313146" y="254525"/>
                    <a:pt x="2242566" y="255668"/>
                  </a:cubicBezTo>
                  <a:cubicBezTo>
                    <a:pt x="2171986" y="256811"/>
                    <a:pt x="2113883" y="200423"/>
                    <a:pt x="2112740" y="129843"/>
                  </a:cubicBezTo>
                  <a:cubicBezTo>
                    <a:pt x="2112740" y="129271"/>
                    <a:pt x="2112740" y="128605"/>
                    <a:pt x="2112740" y="128033"/>
                  </a:cubicBezTo>
                  <a:cubicBezTo>
                    <a:pt x="2111788" y="58310"/>
                    <a:pt x="2167604" y="970"/>
                    <a:pt x="2237327" y="17"/>
                  </a:cubicBezTo>
                  <a:cubicBezTo>
                    <a:pt x="2237708" y="17"/>
                    <a:pt x="2238184" y="17"/>
                    <a:pt x="2238566" y="17"/>
                  </a:cubicBezTo>
                  <a:close/>
                  <a:moveTo>
                    <a:pt x="2238566" y="218140"/>
                  </a:moveTo>
                  <a:cubicBezTo>
                    <a:pt x="2288381" y="219664"/>
                    <a:pt x="2330006" y="180516"/>
                    <a:pt x="2331530" y="130700"/>
                  </a:cubicBezTo>
                  <a:cubicBezTo>
                    <a:pt x="2333054" y="80884"/>
                    <a:pt x="2293906" y="39260"/>
                    <a:pt x="2244090" y="37736"/>
                  </a:cubicBezTo>
                  <a:cubicBezTo>
                    <a:pt x="2194274" y="36212"/>
                    <a:pt x="2152650" y="75360"/>
                    <a:pt x="2151126" y="125176"/>
                  </a:cubicBezTo>
                  <a:cubicBezTo>
                    <a:pt x="2151126" y="126128"/>
                    <a:pt x="2151126" y="127081"/>
                    <a:pt x="2151126" y="128128"/>
                  </a:cubicBezTo>
                  <a:cubicBezTo>
                    <a:pt x="2150078" y="176896"/>
                    <a:pt x="2188750" y="217187"/>
                    <a:pt x="2237423" y="218235"/>
                  </a:cubicBezTo>
                  <a:cubicBezTo>
                    <a:pt x="2237804" y="218235"/>
                    <a:pt x="2238184" y="218235"/>
                    <a:pt x="2238566" y="218235"/>
                  </a:cubicBezTo>
                  <a:lnTo>
                    <a:pt x="2238566" y="218235"/>
                  </a:lnTo>
                  <a:close/>
                  <a:moveTo>
                    <a:pt x="2413349" y="2970"/>
                  </a:moveTo>
                  <a:lnTo>
                    <a:pt x="2561558" y="2970"/>
                  </a:lnTo>
                  <a:lnTo>
                    <a:pt x="2561558" y="38117"/>
                  </a:lnTo>
                  <a:lnTo>
                    <a:pt x="2451640" y="38117"/>
                  </a:lnTo>
                  <a:lnTo>
                    <a:pt x="2451640" y="111841"/>
                  </a:lnTo>
                  <a:lnTo>
                    <a:pt x="2538413" y="111841"/>
                  </a:lnTo>
                  <a:lnTo>
                    <a:pt x="2538413" y="146893"/>
                  </a:lnTo>
                  <a:lnTo>
                    <a:pt x="2451640" y="146893"/>
                  </a:lnTo>
                  <a:lnTo>
                    <a:pt x="2451640" y="251572"/>
                  </a:lnTo>
                  <a:lnTo>
                    <a:pt x="2413540" y="251572"/>
                  </a:lnTo>
                  <a:lnTo>
                    <a:pt x="2413349" y="2970"/>
                  </a:lnTo>
                  <a:close/>
                  <a:moveTo>
                    <a:pt x="2842260" y="165752"/>
                  </a:moveTo>
                  <a:lnTo>
                    <a:pt x="2842260" y="2970"/>
                  </a:lnTo>
                  <a:lnTo>
                    <a:pt x="2881027" y="2970"/>
                  </a:lnTo>
                  <a:lnTo>
                    <a:pt x="2881027" y="165752"/>
                  </a:lnTo>
                  <a:cubicBezTo>
                    <a:pt x="2881598" y="214901"/>
                    <a:pt x="2842260" y="255287"/>
                    <a:pt x="2793111" y="255859"/>
                  </a:cubicBezTo>
                  <a:cubicBezTo>
                    <a:pt x="2791682" y="255859"/>
                    <a:pt x="2790254" y="255859"/>
                    <a:pt x="2788730" y="255859"/>
                  </a:cubicBezTo>
                  <a:cubicBezTo>
                    <a:pt x="2738819" y="255859"/>
                    <a:pt x="2696147" y="220426"/>
                    <a:pt x="2696147" y="165847"/>
                  </a:cubicBezTo>
                  <a:lnTo>
                    <a:pt x="2696147" y="3065"/>
                  </a:lnTo>
                  <a:lnTo>
                    <a:pt x="2735199" y="3065"/>
                  </a:lnTo>
                  <a:lnTo>
                    <a:pt x="2735199" y="165847"/>
                  </a:lnTo>
                  <a:cubicBezTo>
                    <a:pt x="2735199" y="195375"/>
                    <a:pt x="2759202" y="219378"/>
                    <a:pt x="2788730" y="219378"/>
                  </a:cubicBezTo>
                  <a:cubicBezTo>
                    <a:pt x="2818257" y="219378"/>
                    <a:pt x="2842260" y="195375"/>
                    <a:pt x="2842260" y="165847"/>
                  </a:cubicBezTo>
                  <a:close/>
                  <a:moveTo>
                    <a:pt x="2930461" y="2970"/>
                  </a:moveTo>
                  <a:lnTo>
                    <a:pt x="3116390" y="2970"/>
                  </a:lnTo>
                  <a:lnTo>
                    <a:pt x="3116390" y="38784"/>
                  </a:lnTo>
                  <a:lnTo>
                    <a:pt x="3043047" y="38784"/>
                  </a:lnTo>
                  <a:lnTo>
                    <a:pt x="3043047" y="252239"/>
                  </a:lnTo>
                  <a:lnTo>
                    <a:pt x="3003995" y="252239"/>
                  </a:lnTo>
                  <a:lnTo>
                    <a:pt x="3003995" y="38879"/>
                  </a:lnTo>
                  <a:lnTo>
                    <a:pt x="2930652" y="38879"/>
                  </a:lnTo>
                  <a:lnTo>
                    <a:pt x="2930652" y="2970"/>
                  </a:lnTo>
                  <a:close/>
                  <a:moveTo>
                    <a:pt x="3280315" y="190422"/>
                  </a:moveTo>
                  <a:lnTo>
                    <a:pt x="3179826" y="190422"/>
                  </a:lnTo>
                  <a:lnTo>
                    <a:pt x="3155919" y="252715"/>
                  </a:lnTo>
                  <a:lnTo>
                    <a:pt x="3115056" y="252715"/>
                  </a:lnTo>
                  <a:lnTo>
                    <a:pt x="3208782" y="3065"/>
                  </a:lnTo>
                  <a:lnTo>
                    <a:pt x="3250406" y="3065"/>
                  </a:lnTo>
                  <a:lnTo>
                    <a:pt x="3344418" y="252239"/>
                  </a:lnTo>
                  <a:lnTo>
                    <a:pt x="3303937" y="252239"/>
                  </a:lnTo>
                  <a:lnTo>
                    <a:pt x="3280220" y="190422"/>
                  </a:lnTo>
                  <a:close/>
                  <a:moveTo>
                    <a:pt x="3192780" y="156037"/>
                  </a:moveTo>
                  <a:lnTo>
                    <a:pt x="3267266" y="156037"/>
                  </a:lnTo>
                  <a:lnTo>
                    <a:pt x="3230023" y="51357"/>
                  </a:lnTo>
                  <a:lnTo>
                    <a:pt x="3192685" y="156037"/>
                  </a:lnTo>
                  <a:close/>
                  <a:moveTo>
                    <a:pt x="3580066" y="2970"/>
                  </a:moveTo>
                  <a:lnTo>
                    <a:pt x="3580066" y="252144"/>
                  </a:lnTo>
                  <a:lnTo>
                    <a:pt x="3541014" y="252144"/>
                  </a:lnTo>
                  <a:lnTo>
                    <a:pt x="3541014" y="145845"/>
                  </a:lnTo>
                  <a:lnTo>
                    <a:pt x="3428619" y="145845"/>
                  </a:lnTo>
                  <a:lnTo>
                    <a:pt x="3428619" y="252144"/>
                  </a:lnTo>
                  <a:lnTo>
                    <a:pt x="3390519" y="252144"/>
                  </a:lnTo>
                  <a:lnTo>
                    <a:pt x="3390519" y="2970"/>
                  </a:lnTo>
                  <a:lnTo>
                    <a:pt x="3428619" y="2970"/>
                  </a:lnTo>
                  <a:lnTo>
                    <a:pt x="3428619" y="110698"/>
                  </a:lnTo>
                  <a:lnTo>
                    <a:pt x="3541110" y="110698"/>
                  </a:lnTo>
                  <a:lnTo>
                    <a:pt x="3541110" y="2970"/>
                  </a:lnTo>
                  <a:lnTo>
                    <a:pt x="3580066" y="297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grpSp>
          <p:nvGrpSpPr>
            <p:cNvPr id="641" name="Google Shape;641;p69"/>
            <p:cNvGrpSpPr/>
            <p:nvPr/>
          </p:nvGrpSpPr>
          <p:grpSpPr>
            <a:xfrm>
              <a:off x="6455388" y="4102692"/>
              <a:ext cx="1601438" cy="1455705"/>
              <a:chOff x="3324225" y="2700241"/>
              <a:chExt cx="1601438" cy="1455705"/>
            </a:xfrm>
          </p:grpSpPr>
          <p:sp>
            <p:nvSpPr>
              <p:cNvPr id="642" name="Google Shape;642;p69"/>
              <p:cNvSpPr/>
              <p:nvPr/>
            </p:nvSpPr>
            <p:spPr>
              <a:xfrm>
                <a:off x="4540585" y="3230022"/>
                <a:ext cx="239250" cy="787908"/>
              </a:xfrm>
              <a:custGeom>
                <a:rect b="b" l="l" r="r" t="t"/>
                <a:pathLst>
                  <a:path extrusionOk="0" h="787908" w="239250">
                    <a:moveTo>
                      <a:pt x="14270" y="87440"/>
                    </a:moveTo>
                    <a:cubicBezTo>
                      <a:pt x="36273" y="66580"/>
                      <a:pt x="61895" y="37052"/>
                      <a:pt x="91994" y="12954"/>
                    </a:cubicBezTo>
                    <a:moveTo>
                      <a:pt x="239251" y="549307"/>
                    </a:moveTo>
                    <a:lnTo>
                      <a:pt x="239251" y="635603"/>
                    </a:lnTo>
                    <a:lnTo>
                      <a:pt x="85993" y="787908"/>
                    </a:lnTo>
                    <a:cubicBezTo>
                      <a:pt x="-131844" y="356330"/>
                      <a:pt x="118569" y="176879"/>
                      <a:pt x="239251" y="0"/>
                    </a:cubicBezTo>
                    <a:lnTo>
                      <a:pt x="239251" y="201263"/>
                    </a:lnTo>
                    <a:lnTo>
                      <a:pt x="210676" y="173927"/>
                    </a:lnTo>
                    <a:cubicBezTo>
                      <a:pt x="199817" y="163830"/>
                      <a:pt x="182767" y="164402"/>
                      <a:pt x="172576" y="175165"/>
                    </a:cubicBezTo>
                    <a:cubicBezTo>
                      <a:pt x="162098" y="185738"/>
                      <a:pt x="162098" y="202692"/>
                      <a:pt x="172576" y="213265"/>
                    </a:cubicBezTo>
                    <a:lnTo>
                      <a:pt x="239251" y="276511"/>
                    </a:lnTo>
                    <a:lnTo>
                      <a:pt x="239251" y="350234"/>
                    </a:lnTo>
                    <a:lnTo>
                      <a:pt x="101709" y="343757"/>
                    </a:lnTo>
                    <a:cubicBezTo>
                      <a:pt x="86660" y="342995"/>
                      <a:pt x="73897" y="354521"/>
                      <a:pt x="73134" y="369570"/>
                    </a:cubicBezTo>
                    <a:cubicBezTo>
                      <a:pt x="73134" y="369570"/>
                      <a:pt x="73134" y="369570"/>
                      <a:pt x="73134" y="369570"/>
                    </a:cubicBezTo>
                    <a:cubicBezTo>
                      <a:pt x="72087" y="384524"/>
                      <a:pt x="83136" y="397478"/>
                      <a:pt x="98090" y="398717"/>
                    </a:cubicBezTo>
                    <a:lnTo>
                      <a:pt x="239155" y="405289"/>
                    </a:lnTo>
                    <a:lnTo>
                      <a:pt x="239155" y="486728"/>
                    </a:lnTo>
                    <a:lnTo>
                      <a:pt x="89136" y="545973"/>
                    </a:lnTo>
                    <a:cubicBezTo>
                      <a:pt x="74468" y="551783"/>
                      <a:pt x="67324" y="568452"/>
                      <a:pt x="73230" y="583121"/>
                    </a:cubicBezTo>
                    <a:cubicBezTo>
                      <a:pt x="73230" y="583121"/>
                      <a:pt x="73230" y="583121"/>
                      <a:pt x="73230" y="583216"/>
                    </a:cubicBezTo>
                    <a:cubicBezTo>
                      <a:pt x="78468" y="598075"/>
                      <a:pt x="94756" y="605981"/>
                      <a:pt x="109615" y="600742"/>
                    </a:cubicBezTo>
                    <a:cubicBezTo>
                      <a:pt x="109615" y="600742"/>
                      <a:pt x="109615" y="600742"/>
                      <a:pt x="109615" y="600742"/>
                    </a:cubicBezTo>
                    <a:lnTo>
                      <a:pt x="238965" y="548831"/>
                    </a:lnTo>
                    <a:lnTo>
                      <a:pt x="239155" y="5492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643" name="Google Shape;643;p69"/>
              <p:cNvSpPr/>
              <p:nvPr/>
            </p:nvSpPr>
            <p:spPr>
              <a:xfrm>
                <a:off x="3324225" y="2700241"/>
                <a:ext cx="1601438" cy="1455705"/>
              </a:xfrm>
              <a:custGeom>
                <a:rect b="b" l="l" r="r" t="t"/>
                <a:pathLst>
                  <a:path extrusionOk="0" h="1455705" w="1601438">
                    <a:moveTo>
                      <a:pt x="1337977" y="82201"/>
                    </a:moveTo>
                    <a:lnTo>
                      <a:pt x="1377315" y="124206"/>
                    </a:lnTo>
                    <a:cubicBezTo>
                      <a:pt x="1383316" y="131159"/>
                      <a:pt x="1393793" y="131921"/>
                      <a:pt x="1400747" y="126016"/>
                    </a:cubicBezTo>
                    <a:cubicBezTo>
                      <a:pt x="1407414" y="119729"/>
                      <a:pt x="1407795" y="109252"/>
                      <a:pt x="1401509" y="102489"/>
                    </a:cubicBezTo>
                    <a:lnTo>
                      <a:pt x="1356836" y="54864"/>
                    </a:lnTo>
                    <a:cubicBezTo>
                      <a:pt x="1372076" y="34195"/>
                      <a:pt x="1390174" y="15716"/>
                      <a:pt x="1410557" y="0"/>
                    </a:cubicBezTo>
                    <a:lnTo>
                      <a:pt x="1601438" y="0"/>
                    </a:lnTo>
                    <a:lnTo>
                      <a:pt x="1601438" y="437864"/>
                    </a:lnTo>
                    <a:lnTo>
                      <a:pt x="1503331" y="437864"/>
                    </a:lnTo>
                    <a:cubicBezTo>
                      <a:pt x="1522381" y="377190"/>
                      <a:pt x="1516856" y="312134"/>
                      <a:pt x="1463802" y="233553"/>
                    </a:cubicBezTo>
                    <a:cubicBezTo>
                      <a:pt x="1609725" y="598361"/>
                      <a:pt x="853631" y="586835"/>
                      <a:pt x="1180910" y="1435703"/>
                    </a:cubicBezTo>
                    <a:lnTo>
                      <a:pt x="1163765" y="1455706"/>
                    </a:lnTo>
                    <a:lnTo>
                      <a:pt x="437769" y="1455706"/>
                    </a:lnTo>
                    <a:lnTo>
                      <a:pt x="146304" y="1165289"/>
                    </a:lnTo>
                    <a:lnTo>
                      <a:pt x="146304" y="437579"/>
                    </a:lnTo>
                    <a:lnTo>
                      <a:pt x="0" y="437579"/>
                    </a:lnTo>
                    <a:lnTo>
                      <a:pt x="0" y="95"/>
                    </a:lnTo>
                    <a:lnTo>
                      <a:pt x="727901" y="95"/>
                    </a:lnTo>
                    <a:lnTo>
                      <a:pt x="727901" y="437960"/>
                    </a:lnTo>
                    <a:lnTo>
                      <a:pt x="581882" y="437960"/>
                    </a:lnTo>
                    <a:lnTo>
                      <a:pt x="581882" y="1017937"/>
                    </a:lnTo>
                    <a:lnTo>
                      <a:pt x="1019747" y="1017937"/>
                    </a:lnTo>
                    <a:lnTo>
                      <a:pt x="1019747" y="437483"/>
                    </a:lnTo>
                    <a:lnTo>
                      <a:pt x="873728" y="437483"/>
                    </a:lnTo>
                    <a:lnTo>
                      <a:pt x="873728" y="95"/>
                    </a:lnTo>
                    <a:lnTo>
                      <a:pt x="1343025" y="95"/>
                    </a:lnTo>
                    <a:cubicBezTo>
                      <a:pt x="1189768" y="114300"/>
                      <a:pt x="1096232" y="410147"/>
                      <a:pt x="1230535" y="617411"/>
                    </a:cubicBezTo>
                    <a:cubicBezTo>
                      <a:pt x="1252538" y="596551"/>
                      <a:pt x="1278160" y="567023"/>
                      <a:pt x="1308259" y="542925"/>
                    </a:cubicBezTo>
                    <a:cubicBezTo>
                      <a:pt x="1294352" y="519684"/>
                      <a:pt x="1283589" y="494729"/>
                      <a:pt x="1276064" y="468725"/>
                    </a:cubicBezTo>
                    <a:lnTo>
                      <a:pt x="1433417" y="407765"/>
                    </a:lnTo>
                    <a:cubicBezTo>
                      <a:pt x="1442657" y="404336"/>
                      <a:pt x="1447324" y="394049"/>
                      <a:pt x="1443895" y="384810"/>
                    </a:cubicBezTo>
                    <a:cubicBezTo>
                      <a:pt x="1440466" y="375571"/>
                      <a:pt x="1430179" y="370904"/>
                      <a:pt x="1420939" y="374333"/>
                    </a:cubicBezTo>
                    <a:lnTo>
                      <a:pt x="1267778" y="433673"/>
                    </a:lnTo>
                    <a:cubicBezTo>
                      <a:pt x="1261110" y="396621"/>
                      <a:pt x="1259110" y="358807"/>
                      <a:pt x="1261967" y="321278"/>
                    </a:cubicBezTo>
                    <a:lnTo>
                      <a:pt x="1416082" y="316516"/>
                    </a:lnTo>
                    <a:cubicBezTo>
                      <a:pt x="1425797" y="316325"/>
                      <a:pt x="1433513" y="308420"/>
                      <a:pt x="1433417" y="298704"/>
                    </a:cubicBezTo>
                    <a:cubicBezTo>
                      <a:pt x="1433036" y="288989"/>
                      <a:pt x="1424940" y="281464"/>
                      <a:pt x="1415225" y="281750"/>
                    </a:cubicBezTo>
                    <a:lnTo>
                      <a:pt x="1265587" y="286322"/>
                    </a:lnTo>
                    <a:cubicBezTo>
                      <a:pt x="1270159" y="252698"/>
                      <a:pt x="1277874" y="219647"/>
                      <a:pt x="1288542" y="187452"/>
                    </a:cubicBezTo>
                    <a:lnTo>
                      <a:pt x="1394746" y="222314"/>
                    </a:lnTo>
                    <a:cubicBezTo>
                      <a:pt x="1403699" y="225552"/>
                      <a:pt x="1413510" y="220980"/>
                      <a:pt x="1416844" y="212122"/>
                    </a:cubicBezTo>
                    <a:cubicBezTo>
                      <a:pt x="1419797" y="203168"/>
                      <a:pt x="1414939" y="193453"/>
                      <a:pt x="1405985" y="190405"/>
                    </a:cubicBezTo>
                    <a:lnTo>
                      <a:pt x="1300258" y="155639"/>
                    </a:lnTo>
                    <a:cubicBezTo>
                      <a:pt x="1310640" y="130112"/>
                      <a:pt x="1323308" y="105537"/>
                      <a:pt x="1337977" y="82296"/>
                    </a:cubicBezTo>
                    <a:lnTo>
                      <a:pt x="1337977" y="8229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</p:grpSp>
      <p:sp>
        <p:nvSpPr>
          <p:cNvPr id="644" name="Google Shape;644;p69"/>
          <p:cNvSpPr txBox="1"/>
          <p:nvPr/>
        </p:nvSpPr>
        <p:spPr>
          <a:xfrm>
            <a:off x="274320" y="6375028"/>
            <a:ext cx="30289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A7A9A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UNIVERSITY OF UTAH HEALTH</a:t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645" name="Google Shape;645;p69"/>
          <p:cNvGrpSpPr/>
          <p:nvPr/>
        </p:nvGrpSpPr>
        <p:grpSpPr>
          <a:xfrm>
            <a:off x="-3424512" y="-1"/>
            <a:ext cx="3208421" cy="6857999"/>
            <a:chOff x="-3424512" y="-1"/>
            <a:chExt cx="3208421" cy="6857999"/>
          </a:xfrm>
        </p:grpSpPr>
        <p:sp>
          <p:nvSpPr>
            <p:cNvPr id="646" name="Google Shape;646;p69"/>
            <p:cNvSpPr/>
            <p:nvPr/>
          </p:nvSpPr>
          <p:spPr>
            <a:xfrm>
              <a:off x="-3424512" y="-1"/>
              <a:ext cx="3208421" cy="685799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47" name="Google Shape;647;p69"/>
            <p:cNvSpPr txBox="1"/>
            <p:nvPr/>
          </p:nvSpPr>
          <p:spPr>
            <a:xfrm>
              <a:off x="-3267122" y="150741"/>
              <a:ext cx="2941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GB" sz="3200" u="none" cap="none" strike="noStrike">
                  <a:solidFill>
                    <a:schemeClr val="accen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Instruction: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69"/>
            <p:cNvSpPr txBox="1"/>
            <p:nvPr/>
          </p:nvSpPr>
          <p:spPr>
            <a:xfrm>
              <a:off x="-3267122" y="818147"/>
              <a:ext cx="294176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To underline keyword in title text box, highlight selected word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49" name="Google Shape;649;p6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143860" y="1824108"/>
              <a:ext cx="875152" cy="905001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650" name="Google Shape;650;p69"/>
            <p:cNvSpPr txBox="1"/>
            <p:nvPr/>
          </p:nvSpPr>
          <p:spPr>
            <a:xfrm>
              <a:off x="-3267122" y="2906262"/>
              <a:ext cx="2502568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2. Then go to 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‘Bold’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in the toolbar and then </a:t>
              </a:r>
              <a:b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‘underline’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after.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51" name="Google Shape;651;p69"/>
            <p:cNvPicPr preferRelativeResize="0"/>
            <p:nvPr/>
          </p:nvPicPr>
          <p:blipFill rotWithShape="1">
            <a:blip r:embed="rId3">
              <a:alphaModFix/>
            </a:blip>
            <a:srcRect b="-62788" l="0" r="0" t="-62788"/>
            <a:stretch/>
          </p:blipFill>
          <p:spPr>
            <a:xfrm>
              <a:off x="-3143862" y="4212225"/>
              <a:ext cx="1654280" cy="1614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2" name="Google Shape;652;p69"/>
            <p:cNvSpPr/>
            <p:nvPr/>
          </p:nvSpPr>
          <p:spPr>
            <a:xfrm>
              <a:off x="-3095847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53" name="Google Shape;653;p69"/>
            <p:cNvSpPr/>
            <p:nvPr/>
          </p:nvSpPr>
          <p:spPr>
            <a:xfrm>
              <a:off x="-2236570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654" name="Google Shape;654;p69"/>
          <p:cNvSpPr txBox="1"/>
          <p:nvPr>
            <p:ph idx="8" type="body"/>
          </p:nvPr>
        </p:nvSpPr>
        <p:spPr>
          <a:xfrm>
            <a:off x="1600200" y="3028874"/>
            <a:ext cx="2340000" cy="618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cap="none"/>
            </a:lvl2pPr>
            <a:lvl3pPr indent="-2286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4pPr>
            <a:lvl5pPr indent="-2286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5" name="Google Shape;655;p69"/>
          <p:cNvSpPr txBox="1"/>
          <p:nvPr>
            <p:ph idx="9" type="body"/>
          </p:nvPr>
        </p:nvSpPr>
        <p:spPr>
          <a:xfrm>
            <a:off x="1600200" y="4568831"/>
            <a:ext cx="2340000" cy="618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cap="none"/>
            </a:lvl2pPr>
            <a:lvl3pPr indent="-2286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4pPr>
            <a:lvl5pPr indent="-2286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6" name="Google Shape;656;p69"/>
          <p:cNvSpPr txBox="1"/>
          <p:nvPr>
            <p:ph idx="13" type="body"/>
          </p:nvPr>
        </p:nvSpPr>
        <p:spPr>
          <a:xfrm>
            <a:off x="9299448" y="1463176"/>
            <a:ext cx="2340000" cy="618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cap="none"/>
            </a:lvl2pPr>
            <a:lvl3pPr indent="-2286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4pPr>
            <a:lvl5pPr indent="-2286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7" name="Google Shape;657;p69"/>
          <p:cNvSpPr/>
          <p:nvPr>
            <p:ph idx="14" type="pic"/>
          </p:nvPr>
        </p:nvSpPr>
        <p:spPr>
          <a:xfrm>
            <a:off x="8156448" y="1445790"/>
            <a:ext cx="1052070" cy="105206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658" name="Google Shape;658;p69"/>
          <p:cNvSpPr txBox="1"/>
          <p:nvPr>
            <p:ph idx="15" type="body"/>
          </p:nvPr>
        </p:nvSpPr>
        <p:spPr>
          <a:xfrm>
            <a:off x="9299448" y="2129368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2pPr>
            <a:lvl3pPr indent="-2286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4pPr>
            <a:lvl5pPr indent="-2286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9" name="Google Shape;659;p69"/>
          <p:cNvSpPr/>
          <p:nvPr>
            <p:ph idx="16" type="pic"/>
          </p:nvPr>
        </p:nvSpPr>
        <p:spPr>
          <a:xfrm>
            <a:off x="8156448" y="2999143"/>
            <a:ext cx="1052070" cy="105206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660" name="Google Shape;660;p69"/>
          <p:cNvSpPr txBox="1"/>
          <p:nvPr>
            <p:ph idx="17" type="body"/>
          </p:nvPr>
        </p:nvSpPr>
        <p:spPr>
          <a:xfrm>
            <a:off x="9299448" y="3695066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2pPr>
            <a:lvl3pPr indent="-2286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4pPr>
            <a:lvl5pPr indent="-2286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1" name="Google Shape;661;p69"/>
          <p:cNvSpPr/>
          <p:nvPr>
            <p:ph idx="18" type="pic"/>
          </p:nvPr>
        </p:nvSpPr>
        <p:spPr>
          <a:xfrm>
            <a:off x="8156448" y="4552496"/>
            <a:ext cx="1052070" cy="105206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662" name="Google Shape;662;p69"/>
          <p:cNvSpPr txBox="1"/>
          <p:nvPr>
            <p:ph idx="19" type="body"/>
          </p:nvPr>
        </p:nvSpPr>
        <p:spPr>
          <a:xfrm>
            <a:off x="9299448" y="5247622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2pPr>
            <a:lvl3pPr indent="-2286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4pPr>
            <a:lvl5pPr indent="-2286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3" name="Google Shape;663;p69"/>
          <p:cNvSpPr txBox="1"/>
          <p:nvPr>
            <p:ph idx="20" type="body"/>
          </p:nvPr>
        </p:nvSpPr>
        <p:spPr>
          <a:xfrm>
            <a:off x="9299448" y="3028874"/>
            <a:ext cx="2340000" cy="618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cap="none"/>
            </a:lvl2pPr>
            <a:lvl3pPr indent="-2286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4pPr>
            <a:lvl5pPr indent="-2286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4" name="Google Shape;664;p69"/>
          <p:cNvSpPr txBox="1"/>
          <p:nvPr>
            <p:ph idx="21" type="body"/>
          </p:nvPr>
        </p:nvSpPr>
        <p:spPr>
          <a:xfrm>
            <a:off x="9299448" y="4568831"/>
            <a:ext cx="2340000" cy="618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cap="none"/>
            </a:lvl2pPr>
            <a:lvl3pPr indent="-2286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4pPr>
            <a:lvl5pPr indent="-2286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5" name="Google Shape;665;p69"/>
          <p:cNvSpPr txBox="1"/>
          <p:nvPr>
            <p:ph idx="22" type="body"/>
          </p:nvPr>
        </p:nvSpPr>
        <p:spPr>
          <a:xfrm>
            <a:off x="5449824" y="1463176"/>
            <a:ext cx="2340000" cy="618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cap="none"/>
            </a:lvl2pPr>
            <a:lvl3pPr indent="-2286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4pPr>
            <a:lvl5pPr indent="-2286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6" name="Google Shape;666;p69"/>
          <p:cNvSpPr/>
          <p:nvPr>
            <p:ph idx="23" type="pic"/>
          </p:nvPr>
        </p:nvSpPr>
        <p:spPr>
          <a:xfrm>
            <a:off x="4305090" y="1445790"/>
            <a:ext cx="1052070" cy="105206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667" name="Google Shape;667;p69"/>
          <p:cNvSpPr txBox="1"/>
          <p:nvPr>
            <p:ph idx="24" type="body"/>
          </p:nvPr>
        </p:nvSpPr>
        <p:spPr>
          <a:xfrm>
            <a:off x="5448090" y="2129368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2pPr>
            <a:lvl3pPr indent="-2286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4pPr>
            <a:lvl5pPr indent="-2286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8" name="Google Shape;668;p69"/>
          <p:cNvSpPr/>
          <p:nvPr>
            <p:ph idx="25" type="pic"/>
          </p:nvPr>
        </p:nvSpPr>
        <p:spPr>
          <a:xfrm>
            <a:off x="4305090" y="2999143"/>
            <a:ext cx="1052070" cy="105206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669" name="Google Shape;669;p69"/>
          <p:cNvSpPr txBox="1"/>
          <p:nvPr>
            <p:ph idx="26" type="body"/>
          </p:nvPr>
        </p:nvSpPr>
        <p:spPr>
          <a:xfrm>
            <a:off x="5448090" y="3695066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2pPr>
            <a:lvl3pPr indent="-2286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4pPr>
            <a:lvl5pPr indent="-2286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0" name="Google Shape;670;p69"/>
          <p:cNvSpPr/>
          <p:nvPr>
            <p:ph idx="27" type="pic"/>
          </p:nvPr>
        </p:nvSpPr>
        <p:spPr>
          <a:xfrm>
            <a:off x="4305090" y="4552496"/>
            <a:ext cx="1052070" cy="105206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671" name="Google Shape;671;p69"/>
          <p:cNvSpPr txBox="1"/>
          <p:nvPr>
            <p:ph idx="28" type="body"/>
          </p:nvPr>
        </p:nvSpPr>
        <p:spPr>
          <a:xfrm>
            <a:off x="5448090" y="5247622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2pPr>
            <a:lvl3pPr indent="-2286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4pPr>
            <a:lvl5pPr indent="-2286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2" name="Google Shape;672;p69"/>
          <p:cNvSpPr txBox="1"/>
          <p:nvPr>
            <p:ph idx="29" type="body"/>
          </p:nvPr>
        </p:nvSpPr>
        <p:spPr>
          <a:xfrm>
            <a:off x="5448090" y="3028874"/>
            <a:ext cx="2340000" cy="618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cap="none"/>
            </a:lvl2pPr>
            <a:lvl3pPr indent="-2286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4pPr>
            <a:lvl5pPr indent="-2286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3" name="Google Shape;673;p69"/>
          <p:cNvSpPr txBox="1"/>
          <p:nvPr>
            <p:ph idx="30" type="body"/>
          </p:nvPr>
        </p:nvSpPr>
        <p:spPr>
          <a:xfrm>
            <a:off x="5448090" y="4568831"/>
            <a:ext cx="2340000" cy="618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cap="none"/>
            </a:lvl2pPr>
            <a:lvl3pPr indent="-2286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4pPr>
            <a:lvl5pPr indent="-2286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Layout 2">
  <p:cSld name="Team Layout 2"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70"/>
          <p:cNvSpPr txBox="1"/>
          <p:nvPr>
            <p:ph type="title"/>
          </p:nvPr>
        </p:nvSpPr>
        <p:spPr>
          <a:xfrm>
            <a:off x="365760" y="365760"/>
            <a:ext cx="10958513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76" name="Google Shape;676;p70"/>
          <p:cNvGrpSpPr/>
          <p:nvPr/>
        </p:nvGrpSpPr>
        <p:grpSpPr>
          <a:xfrm>
            <a:off x="-3424512" y="-1"/>
            <a:ext cx="3208421" cy="6857999"/>
            <a:chOff x="-3424512" y="-1"/>
            <a:chExt cx="3208421" cy="6857999"/>
          </a:xfrm>
        </p:grpSpPr>
        <p:sp>
          <p:nvSpPr>
            <p:cNvPr id="677" name="Google Shape;677;p70"/>
            <p:cNvSpPr/>
            <p:nvPr/>
          </p:nvSpPr>
          <p:spPr>
            <a:xfrm>
              <a:off x="-3424512" y="-1"/>
              <a:ext cx="3208421" cy="685799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78" name="Google Shape;678;p70"/>
            <p:cNvSpPr txBox="1"/>
            <p:nvPr/>
          </p:nvSpPr>
          <p:spPr>
            <a:xfrm>
              <a:off x="-3267122" y="150741"/>
              <a:ext cx="2941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GB" sz="3200" u="none" cap="none" strike="noStrike">
                  <a:solidFill>
                    <a:schemeClr val="accen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Instruction 1: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70"/>
            <p:cNvSpPr txBox="1"/>
            <p:nvPr/>
          </p:nvSpPr>
          <p:spPr>
            <a:xfrm>
              <a:off x="-3267122" y="818147"/>
              <a:ext cx="294176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To underline keyword in title text box, highlight selected word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80" name="Google Shape;680;p7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143860" y="1824108"/>
              <a:ext cx="875152" cy="905001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681" name="Google Shape;681;p70"/>
            <p:cNvSpPr txBox="1"/>
            <p:nvPr/>
          </p:nvSpPr>
          <p:spPr>
            <a:xfrm>
              <a:off x="-3267122" y="2906262"/>
              <a:ext cx="2502568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2. Then go to 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‘Bold’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in the toolbar and then </a:t>
              </a:r>
              <a:b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‘underline’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after.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82" name="Google Shape;682;p70"/>
            <p:cNvPicPr preferRelativeResize="0"/>
            <p:nvPr/>
          </p:nvPicPr>
          <p:blipFill rotWithShape="1">
            <a:blip r:embed="rId3">
              <a:alphaModFix/>
            </a:blip>
            <a:srcRect b="-62788" l="0" r="0" t="-62788"/>
            <a:stretch/>
          </p:blipFill>
          <p:spPr>
            <a:xfrm>
              <a:off x="-3143862" y="4212225"/>
              <a:ext cx="1654280" cy="1614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3" name="Google Shape;683;p70"/>
            <p:cNvSpPr/>
            <p:nvPr/>
          </p:nvSpPr>
          <p:spPr>
            <a:xfrm>
              <a:off x="-3095847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84" name="Google Shape;684;p70"/>
            <p:cNvSpPr/>
            <p:nvPr/>
          </p:nvSpPr>
          <p:spPr>
            <a:xfrm>
              <a:off x="-2236570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685" name="Google Shape;685;p70"/>
          <p:cNvGrpSpPr/>
          <p:nvPr/>
        </p:nvGrpSpPr>
        <p:grpSpPr>
          <a:xfrm>
            <a:off x="10729913" y="6334847"/>
            <a:ext cx="1126458" cy="295807"/>
            <a:chOff x="6455388" y="4102692"/>
            <a:chExt cx="5543454" cy="1455705"/>
          </a:xfrm>
        </p:grpSpPr>
        <p:sp>
          <p:nvSpPr>
            <p:cNvPr id="686" name="Google Shape;686;p70"/>
            <p:cNvSpPr/>
            <p:nvPr/>
          </p:nvSpPr>
          <p:spPr>
            <a:xfrm>
              <a:off x="8423253" y="4383013"/>
              <a:ext cx="3575494" cy="683609"/>
            </a:xfrm>
            <a:custGeom>
              <a:rect b="b" l="l" r="r" t="t"/>
              <a:pathLst>
                <a:path extrusionOk="0" h="683609" w="3575494">
                  <a:moveTo>
                    <a:pt x="527495" y="0"/>
                  </a:moveTo>
                  <a:lnTo>
                    <a:pt x="527495" y="683133"/>
                  </a:lnTo>
                  <a:lnTo>
                    <a:pt x="399669" y="683133"/>
                  </a:lnTo>
                  <a:lnTo>
                    <a:pt x="399669" y="400622"/>
                  </a:lnTo>
                  <a:lnTo>
                    <a:pt x="125921" y="400622"/>
                  </a:lnTo>
                  <a:lnTo>
                    <a:pt x="125921" y="683228"/>
                  </a:lnTo>
                  <a:lnTo>
                    <a:pt x="0" y="683228"/>
                  </a:lnTo>
                  <a:lnTo>
                    <a:pt x="0" y="0"/>
                  </a:lnTo>
                  <a:lnTo>
                    <a:pt x="125921" y="0"/>
                  </a:lnTo>
                  <a:lnTo>
                    <a:pt x="125921" y="286607"/>
                  </a:lnTo>
                  <a:lnTo>
                    <a:pt x="399574" y="286607"/>
                  </a:lnTo>
                  <a:lnTo>
                    <a:pt x="399574" y="0"/>
                  </a:lnTo>
                  <a:lnTo>
                    <a:pt x="527495" y="0"/>
                  </a:lnTo>
                  <a:close/>
                  <a:moveTo>
                    <a:pt x="715994" y="0"/>
                  </a:moveTo>
                  <a:lnTo>
                    <a:pt x="1138809" y="0"/>
                  </a:lnTo>
                  <a:lnTo>
                    <a:pt x="1138809" y="113062"/>
                  </a:lnTo>
                  <a:lnTo>
                    <a:pt x="841915" y="113062"/>
                  </a:lnTo>
                  <a:lnTo>
                    <a:pt x="841915" y="290989"/>
                  </a:lnTo>
                  <a:lnTo>
                    <a:pt x="1101662" y="290989"/>
                  </a:lnTo>
                  <a:lnTo>
                    <a:pt x="1101662" y="403003"/>
                  </a:lnTo>
                  <a:lnTo>
                    <a:pt x="841915" y="403003"/>
                  </a:lnTo>
                  <a:lnTo>
                    <a:pt x="841915" y="570548"/>
                  </a:lnTo>
                  <a:lnTo>
                    <a:pt x="1148334" y="570548"/>
                  </a:lnTo>
                  <a:lnTo>
                    <a:pt x="1148334" y="683609"/>
                  </a:lnTo>
                  <a:lnTo>
                    <a:pt x="715994" y="683609"/>
                  </a:lnTo>
                  <a:lnTo>
                    <a:pt x="715994" y="0"/>
                  </a:lnTo>
                  <a:close/>
                  <a:moveTo>
                    <a:pt x="1686687" y="517589"/>
                  </a:moveTo>
                  <a:lnTo>
                    <a:pt x="1431893" y="517589"/>
                  </a:lnTo>
                  <a:lnTo>
                    <a:pt x="1369409" y="683228"/>
                  </a:lnTo>
                  <a:lnTo>
                    <a:pt x="1234535" y="683228"/>
                  </a:lnTo>
                  <a:lnTo>
                    <a:pt x="1490377" y="95"/>
                  </a:lnTo>
                  <a:lnTo>
                    <a:pt x="1627251" y="95"/>
                  </a:lnTo>
                  <a:lnTo>
                    <a:pt x="1883092" y="683228"/>
                  </a:lnTo>
                  <a:lnTo>
                    <a:pt x="1749171" y="683228"/>
                  </a:lnTo>
                  <a:lnTo>
                    <a:pt x="1686592" y="517589"/>
                  </a:lnTo>
                  <a:close/>
                  <a:moveTo>
                    <a:pt x="1474470" y="406527"/>
                  </a:moveTo>
                  <a:lnTo>
                    <a:pt x="1645063" y="406527"/>
                  </a:lnTo>
                  <a:lnTo>
                    <a:pt x="1558862" y="145733"/>
                  </a:lnTo>
                  <a:lnTo>
                    <a:pt x="1474565" y="406527"/>
                  </a:lnTo>
                  <a:close/>
                  <a:moveTo>
                    <a:pt x="1995392" y="0"/>
                  </a:moveTo>
                  <a:lnTo>
                    <a:pt x="2121980" y="0"/>
                  </a:lnTo>
                  <a:lnTo>
                    <a:pt x="2121980" y="570167"/>
                  </a:lnTo>
                  <a:lnTo>
                    <a:pt x="2385632" y="570167"/>
                  </a:lnTo>
                  <a:lnTo>
                    <a:pt x="2385632" y="683228"/>
                  </a:lnTo>
                  <a:lnTo>
                    <a:pt x="1995392" y="683228"/>
                  </a:lnTo>
                  <a:lnTo>
                    <a:pt x="1995392" y="0"/>
                  </a:lnTo>
                  <a:close/>
                  <a:moveTo>
                    <a:pt x="2395157" y="0"/>
                  </a:moveTo>
                  <a:lnTo>
                    <a:pt x="2907792" y="0"/>
                  </a:lnTo>
                  <a:lnTo>
                    <a:pt x="2907792" y="116014"/>
                  </a:lnTo>
                  <a:lnTo>
                    <a:pt x="2715863" y="116014"/>
                  </a:lnTo>
                  <a:lnTo>
                    <a:pt x="2715863" y="683228"/>
                  </a:lnTo>
                  <a:lnTo>
                    <a:pt x="2587942" y="683228"/>
                  </a:lnTo>
                  <a:lnTo>
                    <a:pt x="2587942" y="116014"/>
                  </a:lnTo>
                  <a:lnTo>
                    <a:pt x="2395061" y="116014"/>
                  </a:lnTo>
                  <a:lnTo>
                    <a:pt x="2395061" y="0"/>
                  </a:lnTo>
                  <a:close/>
                  <a:moveTo>
                    <a:pt x="3575494" y="0"/>
                  </a:moveTo>
                  <a:lnTo>
                    <a:pt x="3575494" y="683133"/>
                  </a:lnTo>
                  <a:lnTo>
                    <a:pt x="3447764" y="683133"/>
                  </a:lnTo>
                  <a:lnTo>
                    <a:pt x="3447764" y="400622"/>
                  </a:lnTo>
                  <a:lnTo>
                    <a:pt x="3174111" y="400622"/>
                  </a:lnTo>
                  <a:lnTo>
                    <a:pt x="3174111" y="683228"/>
                  </a:lnTo>
                  <a:lnTo>
                    <a:pt x="3048191" y="683228"/>
                  </a:lnTo>
                  <a:lnTo>
                    <a:pt x="3048191" y="0"/>
                  </a:lnTo>
                  <a:lnTo>
                    <a:pt x="3174111" y="0"/>
                  </a:lnTo>
                  <a:lnTo>
                    <a:pt x="3174111" y="286607"/>
                  </a:lnTo>
                  <a:lnTo>
                    <a:pt x="3447764" y="286607"/>
                  </a:lnTo>
                  <a:lnTo>
                    <a:pt x="3447764" y="0"/>
                  </a:lnTo>
                  <a:lnTo>
                    <a:pt x="35754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87" name="Google Shape;687;p70"/>
            <p:cNvSpPr/>
            <p:nvPr/>
          </p:nvSpPr>
          <p:spPr>
            <a:xfrm>
              <a:off x="8418776" y="5302158"/>
              <a:ext cx="3580066" cy="255953"/>
            </a:xfrm>
            <a:custGeom>
              <a:rect b="b" l="l" r="r" t="t"/>
              <a:pathLst>
                <a:path extrusionOk="0" h="255953" w="3580066">
                  <a:moveTo>
                    <a:pt x="146113" y="165847"/>
                  </a:moveTo>
                  <a:lnTo>
                    <a:pt x="146113" y="3065"/>
                  </a:lnTo>
                  <a:lnTo>
                    <a:pt x="184880" y="3065"/>
                  </a:lnTo>
                  <a:lnTo>
                    <a:pt x="184880" y="165847"/>
                  </a:lnTo>
                  <a:cubicBezTo>
                    <a:pt x="185452" y="214996"/>
                    <a:pt x="146113" y="255382"/>
                    <a:pt x="96964" y="255954"/>
                  </a:cubicBezTo>
                  <a:cubicBezTo>
                    <a:pt x="95536" y="255954"/>
                    <a:pt x="94107" y="255954"/>
                    <a:pt x="92583" y="255954"/>
                  </a:cubicBezTo>
                  <a:cubicBezTo>
                    <a:pt x="42672" y="255954"/>
                    <a:pt x="0" y="220521"/>
                    <a:pt x="0" y="165943"/>
                  </a:cubicBezTo>
                  <a:lnTo>
                    <a:pt x="0" y="3160"/>
                  </a:lnTo>
                  <a:lnTo>
                    <a:pt x="39148" y="3160"/>
                  </a:lnTo>
                  <a:lnTo>
                    <a:pt x="39148" y="165943"/>
                  </a:lnTo>
                  <a:cubicBezTo>
                    <a:pt x="39148" y="195470"/>
                    <a:pt x="63151" y="219473"/>
                    <a:pt x="92678" y="219473"/>
                  </a:cubicBezTo>
                  <a:cubicBezTo>
                    <a:pt x="122206" y="219473"/>
                    <a:pt x="146209" y="195470"/>
                    <a:pt x="146209" y="165943"/>
                  </a:cubicBezTo>
                  <a:lnTo>
                    <a:pt x="146113" y="165943"/>
                  </a:lnTo>
                  <a:close/>
                  <a:moveTo>
                    <a:pt x="434435" y="252239"/>
                  </a:moveTo>
                  <a:lnTo>
                    <a:pt x="398621" y="252239"/>
                  </a:lnTo>
                  <a:lnTo>
                    <a:pt x="291560" y="73931"/>
                  </a:lnTo>
                  <a:lnTo>
                    <a:pt x="291560" y="252239"/>
                  </a:lnTo>
                  <a:lnTo>
                    <a:pt x="253460" y="252239"/>
                  </a:lnTo>
                  <a:lnTo>
                    <a:pt x="253460" y="3065"/>
                  </a:lnTo>
                  <a:lnTo>
                    <a:pt x="290417" y="3065"/>
                  </a:lnTo>
                  <a:lnTo>
                    <a:pt x="396335" y="179944"/>
                  </a:lnTo>
                  <a:lnTo>
                    <a:pt x="396335" y="3065"/>
                  </a:lnTo>
                  <a:lnTo>
                    <a:pt x="434435" y="3065"/>
                  </a:lnTo>
                  <a:lnTo>
                    <a:pt x="434435" y="252239"/>
                  </a:lnTo>
                  <a:close/>
                  <a:moveTo>
                    <a:pt x="497014" y="3065"/>
                  </a:moveTo>
                  <a:lnTo>
                    <a:pt x="535114" y="3065"/>
                  </a:lnTo>
                  <a:lnTo>
                    <a:pt x="535114" y="252239"/>
                  </a:lnTo>
                  <a:lnTo>
                    <a:pt x="497014" y="252239"/>
                  </a:lnTo>
                  <a:lnTo>
                    <a:pt x="497014" y="3065"/>
                  </a:lnTo>
                  <a:close/>
                  <a:moveTo>
                    <a:pt x="622935" y="3065"/>
                  </a:moveTo>
                  <a:lnTo>
                    <a:pt x="676180" y="188231"/>
                  </a:lnTo>
                  <a:lnTo>
                    <a:pt x="729710" y="3065"/>
                  </a:lnTo>
                  <a:lnTo>
                    <a:pt x="769525" y="3065"/>
                  </a:lnTo>
                  <a:lnTo>
                    <a:pt x="694372" y="252239"/>
                  </a:lnTo>
                  <a:lnTo>
                    <a:pt x="658558" y="252239"/>
                  </a:lnTo>
                  <a:lnTo>
                    <a:pt x="583025" y="3065"/>
                  </a:lnTo>
                  <a:lnTo>
                    <a:pt x="623125" y="3065"/>
                  </a:lnTo>
                  <a:close/>
                  <a:moveTo>
                    <a:pt x="813911" y="3065"/>
                  </a:moveTo>
                  <a:lnTo>
                    <a:pt x="964025" y="3065"/>
                  </a:lnTo>
                  <a:lnTo>
                    <a:pt x="964025" y="38212"/>
                  </a:lnTo>
                  <a:lnTo>
                    <a:pt x="852297" y="38212"/>
                  </a:lnTo>
                  <a:lnTo>
                    <a:pt x="852297" y="111936"/>
                  </a:lnTo>
                  <a:lnTo>
                    <a:pt x="949928" y="111936"/>
                  </a:lnTo>
                  <a:lnTo>
                    <a:pt x="949928" y="146988"/>
                  </a:lnTo>
                  <a:lnTo>
                    <a:pt x="852297" y="146988"/>
                  </a:lnTo>
                  <a:lnTo>
                    <a:pt x="852297" y="216806"/>
                  </a:lnTo>
                  <a:lnTo>
                    <a:pt x="967645" y="216806"/>
                  </a:lnTo>
                  <a:lnTo>
                    <a:pt x="967645" y="251953"/>
                  </a:lnTo>
                  <a:lnTo>
                    <a:pt x="813911" y="251953"/>
                  </a:lnTo>
                  <a:lnTo>
                    <a:pt x="813911" y="3160"/>
                  </a:lnTo>
                  <a:close/>
                  <a:moveTo>
                    <a:pt x="1200436" y="252239"/>
                  </a:moveTo>
                  <a:lnTo>
                    <a:pt x="1153763" y="252239"/>
                  </a:lnTo>
                  <a:lnTo>
                    <a:pt x="1091565" y="160799"/>
                  </a:lnTo>
                  <a:lnTo>
                    <a:pt x="1064800" y="160799"/>
                  </a:lnTo>
                  <a:lnTo>
                    <a:pt x="1064800" y="252239"/>
                  </a:lnTo>
                  <a:lnTo>
                    <a:pt x="1026128" y="252239"/>
                  </a:lnTo>
                  <a:lnTo>
                    <a:pt x="1026128" y="3065"/>
                  </a:lnTo>
                  <a:lnTo>
                    <a:pt x="1123379" y="3065"/>
                  </a:lnTo>
                  <a:cubicBezTo>
                    <a:pt x="1176909" y="3065"/>
                    <a:pt x="1199483" y="42499"/>
                    <a:pt x="1199483" y="82218"/>
                  </a:cubicBezTo>
                  <a:cubicBezTo>
                    <a:pt x="1199483" y="118794"/>
                    <a:pt x="1181005" y="154227"/>
                    <a:pt x="1135094" y="159180"/>
                  </a:cubicBezTo>
                  <a:lnTo>
                    <a:pt x="1200245" y="252144"/>
                  </a:lnTo>
                  <a:close/>
                  <a:moveTo>
                    <a:pt x="1064895" y="38117"/>
                  </a:moveTo>
                  <a:lnTo>
                    <a:pt x="1064895" y="125271"/>
                  </a:lnTo>
                  <a:lnTo>
                    <a:pt x="1120616" y="125271"/>
                  </a:lnTo>
                  <a:cubicBezTo>
                    <a:pt x="1148524" y="125271"/>
                    <a:pt x="1159669" y="103173"/>
                    <a:pt x="1159669" y="81837"/>
                  </a:cubicBezTo>
                  <a:cubicBezTo>
                    <a:pt x="1159669" y="60501"/>
                    <a:pt x="1148810" y="38022"/>
                    <a:pt x="1121569" y="38022"/>
                  </a:cubicBezTo>
                  <a:lnTo>
                    <a:pt x="1064895" y="38022"/>
                  </a:lnTo>
                  <a:close/>
                  <a:moveTo>
                    <a:pt x="1290256" y="179849"/>
                  </a:moveTo>
                  <a:cubicBezTo>
                    <a:pt x="1291019" y="200137"/>
                    <a:pt x="1310164" y="220711"/>
                    <a:pt x="1339882" y="220711"/>
                  </a:cubicBezTo>
                  <a:cubicBezTo>
                    <a:pt x="1369600" y="220711"/>
                    <a:pt x="1384364" y="204805"/>
                    <a:pt x="1386935" y="186707"/>
                  </a:cubicBezTo>
                  <a:cubicBezTo>
                    <a:pt x="1388364" y="163561"/>
                    <a:pt x="1370648" y="151560"/>
                    <a:pt x="1347502" y="146131"/>
                  </a:cubicBezTo>
                  <a:lnTo>
                    <a:pt x="1315974" y="138225"/>
                  </a:lnTo>
                  <a:cubicBezTo>
                    <a:pt x="1262444" y="123747"/>
                    <a:pt x="1254062" y="93362"/>
                    <a:pt x="1254062" y="71550"/>
                  </a:cubicBezTo>
                  <a:cubicBezTo>
                    <a:pt x="1254062" y="28878"/>
                    <a:pt x="1292162" y="303"/>
                    <a:pt x="1336072" y="303"/>
                  </a:cubicBezTo>
                  <a:cubicBezTo>
                    <a:pt x="1379982" y="303"/>
                    <a:pt x="1417034" y="28878"/>
                    <a:pt x="1417034" y="74026"/>
                  </a:cubicBezTo>
                  <a:lnTo>
                    <a:pt x="1378934" y="74026"/>
                  </a:lnTo>
                  <a:cubicBezTo>
                    <a:pt x="1378934" y="51262"/>
                    <a:pt x="1361218" y="35926"/>
                    <a:pt x="1335500" y="35926"/>
                  </a:cubicBezTo>
                  <a:cubicBezTo>
                    <a:pt x="1312736" y="35926"/>
                    <a:pt x="1292447" y="49642"/>
                    <a:pt x="1292447" y="70312"/>
                  </a:cubicBezTo>
                  <a:cubicBezTo>
                    <a:pt x="1292447" y="79837"/>
                    <a:pt x="1296067" y="95267"/>
                    <a:pt x="1325785" y="102887"/>
                  </a:cubicBezTo>
                  <a:lnTo>
                    <a:pt x="1357598" y="111174"/>
                  </a:lnTo>
                  <a:cubicBezTo>
                    <a:pt x="1407890" y="124604"/>
                    <a:pt x="1428845" y="152798"/>
                    <a:pt x="1424940" y="188517"/>
                  </a:cubicBezTo>
                  <a:cubicBezTo>
                    <a:pt x="1421321" y="227569"/>
                    <a:pt x="1387697" y="255192"/>
                    <a:pt x="1339977" y="255192"/>
                  </a:cubicBezTo>
                  <a:cubicBezTo>
                    <a:pt x="1288256" y="255192"/>
                    <a:pt x="1252156" y="219759"/>
                    <a:pt x="1252156" y="179087"/>
                  </a:cubicBezTo>
                  <a:lnTo>
                    <a:pt x="1290256" y="179754"/>
                  </a:lnTo>
                  <a:close/>
                  <a:moveTo>
                    <a:pt x="1475041" y="2970"/>
                  </a:moveTo>
                  <a:lnTo>
                    <a:pt x="1513141" y="2970"/>
                  </a:lnTo>
                  <a:lnTo>
                    <a:pt x="1513141" y="252144"/>
                  </a:lnTo>
                  <a:lnTo>
                    <a:pt x="1475041" y="252144"/>
                  </a:lnTo>
                  <a:lnTo>
                    <a:pt x="1475041" y="2970"/>
                  </a:lnTo>
                  <a:close/>
                  <a:moveTo>
                    <a:pt x="1557147" y="2970"/>
                  </a:moveTo>
                  <a:lnTo>
                    <a:pt x="1742980" y="2970"/>
                  </a:lnTo>
                  <a:lnTo>
                    <a:pt x="1742980" y="38784"/>
                  </a:lnTo>
                  <a:lnTo>
                    <a:pt x="1669732" y="38784"/>
                  </a:lnTo>
                  <a:lnTo>
                    <a:pt x="1669732" y="252239"/>
                  </a:lnTo>
                  <a:lnTo>
                    <a:pt x="1630680" y="252239"/>
                  </a:lnTo>
                  <a:lnTo>
                    <a:pt x="1630680" y="38879"/>
                  </a:lnTo>
                  <a:lnTo>
                    <a:pt x="1557338" y="38879"/>
                  </a:lnTo>
                  <a:lnTo>
                    <a:pt x="1557338" y="2970"/>
                  </a:lnTo>
                  <a:close/>
                  <a:moveTo>
                    <a:pt x="1861375" y="252144"/>
                  </a:moveTo>
                  <a:lnTo>
                    <a:pt x="1861375" y="137939"/>
                  </a:lnTo>
                  <a:lnTo>
                    <a:pt x="1766221" y="3065"/>
                  </a:lnTo>
                  <a:lnTo>
                    <a:pt x="1812227" y="3065"/>
                  </a:lnTo>
                  <a:lnTo>
                    <a:pt x="1880997" y="102125"/>
                  </a:lnTo>
                  <a:lnTo>
                    <a:pt x="1950434" y="3065"/>
                  </a:lnTo>
                  <a:lnTo>
                    <a:pt x="1996440" y="3065"/>
                  </a:lnTo>
                  <a:lnTo>
                    <a:pt x="1900619" y="138320"/>
                  </a:lnTo>
                  <a:lnTo>
                    <a:pt x="1900619" y="252525"/>
                  </a:lnTo>
                  <a:lnTo>
                    <a:pt x="1861566" y="252144"/>
                  </a:lnTo>
                  <a:close/>
                  <a:moveTo>
                    <a:pt x="2238566" y="17"/>
                  </a:moveTo>
                  <a:cubicBezTo>
                    <a:pt x="2309146" y="-1126"/>
                    <a:pt x="2367248" y="55262"/>
                    <a:pt x="2368391" y="125842"/>
                  </a:cubicBezTo>
                  <a:cubicBezTo>
                    <a:pt x="2369534" y="196423"/>
                    <a:pt x="2313146" y="254525"/>
                    <a:pt x="2242566" y="255668"/>
                  </a:cubicBezTo>
                  <a:cubicBezTo>
                    <a:pt x="2171986" y="256811"/>
                    <a:pt x="2113883" y="200423"/>
                    <a:pt x="2112740" y="129843"/>
                  </a:cubicBezTo>
                  <a:cubicBezTo>
                    <a:pt x="2112740" y="129271"/>
                    <a:pt x="2112740" y="128605"/>
                    <a:pt x="2112740" y="128033"/>
                  </a:cubicBezTo>
                  <a:cubicBezTo>
                    <a:pt x="2111788" y="58310"/>
                    <a:pt x="2167604" y="970"/>
                    <a:pt x="2237327" y="17"/>
                  </a:cubicBezTo>
                  <a:cubicBezTo>
                    <a:pt x="2237708" y="17"/>
                    <a:pt x="2238184" y="17"/>
                    <a:pt x="2238566" y="17"/>
                  </a:cubicBezTo>
                  <a:close/>
                  <a:moveTo>
                    <a:pt x="2238566" y="218140"/>
                  </a:moveTo>
                  <a:cubicBezTo>
                    <a:pt x="2288381" y="219664"/>
                    <a:pt x="2330006" y="180516"/>
                    <a:pt x="2331530" y="130700"/>
                  </a:cubicBezTo>
                  <a:cubicBezTo>
                    <a:pt x="2333054" y="80884"/>
                    <a:pt x="2293906" y="39260"/>
                    <a:pt x="2244090" y="37736"/>
                  </a:cubicBezTo>
                  <a:cubicBezTo>
                    <a:pt x="2194274" y="36212"/>
                    <a:pt x="2152650" y="75360"/>
                    <a:pt x="2151126" y="125176"/>
                  </a:cubicBezTo>
                  <a:cubicBezTo>
                    <a:pt x="2151126" y="126128"/>
                    <a:pt x="2151126" y="127081"/>
                    <a:pt x="2151126" y="128128"/>
                  </a:cubicBezTo>
                  <a:cubicBezTo>
                    <a:pt x="2150078" y="176896"/>
                    <a:pt x="2188750" y="217187"/>
                    <a:pt x="2237423" y="218235"/>
                  </a:cubicBezTo>
                  <a:cubicBezTo>
                    <a:pt x="2237804" y="218235"/>
                    <a:pt x="2238184" y="218235"/>
                    <a:pt x="2238566" y="218235"/>
                  </a:cubicBezTo>
                  <a:lnTo>
                    <a:pt x="2238566" y="218235"/>
                  </a:lnTo>
                  <a:close/>
                  <a:moveTo>
                    <a:pt x="2413349" y="2970"/>
                  </a:moveTo>
                  <a:lnTo>
                    <a:pt x="2561558" y="2970"/>
                  </a:lnTo>
                  <a:lnTo>
                    <a:pt x="2561558" y="38117"/>
                  </a:lnTo>
                  <a:lnTo>
                    <a:pt x="2451640" y="38117"/>
                  </a:lnTo>
                  <a:lnTo>
                    <a:pt x="2451640" y="111841"/>
                  </a:lnTo>
                  <a:lnTo>
                    <a:pt x="2538413" y="111841"/>
                  </a:lnTo>
                  <a:lnTo>
                    <a:pt x="2538413" y="146893"/>
                  </a:lnTo>
                  <a:lnTo>
                    <a:pt x="2451640" y="146893"/>
                  </a:lnTo>
                  <a:lnTo>
                    <a:pt x="2451640" y="251572"/>
                  </a:lnTo>
                  <a:lnTo>
                    <a:pt x="2413540" y="251572"/>
                  </a:lnTo>
                  <a:lnTo>
                    <a:pt x="2413349" y="2970"/>
                  </a:lnTo>
                  <a:close/>
                  <a:moveTo>
                    <a:pt x="2842260" y="165752"/>
                  </a:moveTo>
                  <a:lnTo>
                    <a:pt x="2842260" y="2970"/>
                  </a:lnTo>
                  <a:lnTo>
                    <a:pt x="2881027" y="2970"/>
                  </a:lnTo>
                  <a:lnTo>
                    <a:pt x="2881027" y="165752"/>
                  </a:lnTo>
                  <a:cubicBezTo>
                    <a:pt x="2881598" y="214901"/>
                    <a:pt x="2842260" y="255287"/>
                    <a:pt x="2793111" y="255859"/>
                  </a:cubicBezTo>
                  <a:cubicBezTo>
                    <a:pt x="2791682" y="255859"/>
                    <a:pt x="2790254" y="255859"/>
                    <a:pt x="2788730" y="255859"/>
                  </a:cubicBezTo>
                  <a:cubicBezTo>
                    <a:pt x="2738819" y="255859"/>
                    <a:pt x="2696147" y="220426"/>
                    <a:pt x="2696147" y="165847"/>
                  </a:cubicBezTo>
                  <a:lnTo>
                    <a:pt x="2696147" y="3065"/>
                  </a:lnTo>
                  <a:lnTo>
                    <a:pt x="2735199" y="3065"/>
                  </a:lnTo>
                  <a:lnTo>
                    <a:pt x="2735199" y="165847"/>
                  </a:lnTo>
                  <a:cubicBezTo>
                    <a:pt x="2735199" y="195375"/>
                    <a:pt x="2759202" y="219378"/>
                    <a:pt x="2788730" y="219378"/>
                  </a:cubicBezTo>
                  <a:cubicBezTo>
                    <a:pt x="2818257" y="219378"/>
                    <a:pt x="2842260" y="195375"/>
                    <a:pt x="2842260" y="165847"/>
                  </a:cubicBezTo>
                  <a:close/>
                  <a:moveTo>
                    <a:pt x="2930461" y="2970"/>
                  </a:moveTo>
                  <a:lnTo>
                    <a:pt x="3116390" y="2970"/>
                  </a:lnTo>
                  <a:lnTo>
                    <a:pt x="3116390" y="38784"/>
                  </a:lnTo>
                  <a:lnTo>
                    <a:pt x="3043047" y="38784"/>
                  </a:lnTo>
                  <a:lnTo>
                    <a:pt x="3043047" y="252239"/>
                  </a:lnTo>
                  <a:lnTo>
                    <a:pt x="3003995" y="252239"/>
                  </a:lnTo>
                  <a:lnTo>
                    <a:pt x="3003995" y="38879"/>
                  </a:lnTo>
                  <a:lnTo>
                    <a:pt x="2930652" y="38879"/>
                  </a:lnTo>
                  <a:lnTo>
                    <a:pt x="2930652" y="2970"/>
                  </a:lnTo>
                  <a:close/>
                  <a:moveTo>
                    <a:pt x="3280315" y="190422"/>
                  </a:moveTo>
                  <a:lnTo>
                    <a:pt x="3179826" y="190422"/>
                  </a:lnTo>
                  <a:lnTo>
                    <a:pt x="3155919" y="252715"/>
                  </a:lnTo>
                  <a:lnTo>
                    <a:pt x="3115056" y="252715"/>
                  </a:lnTo>
                  <a:lnTo>
                    <a:pt x="3208782" y="3065"/>
                  </a:lnTo>
                  <a:lnTo>
                    <a:pt x="3250406" y="3065"/>
                  </a:lnTo>
                  <a:lnTo>
                    <a:pt x="3344418" y="252239"/>
                  </a:lnTo>
                  <a:lnTo>
                    <a:pt x="3303937" y="252239"/>
                  </a:lnTo>
                  <a:lnTo>
                    <a:pt x="3280220" y="190422"/>
                  </a:lnTo>
                  <a:close/>
                  <a:moveTo>
                    <a:pt x="3192780" y="156037"/>
                  </a:moveTo>
                  <a:lnTo>
                    <a:pt x="3267266" y="156037"/>
                  </a:lnTo>
                  <a:lnTo>
                    <a:pt x="3230023" y="51357"/>
                  </a:lnTo>
                  <a:lnTo>
                    <a:pt x="3192685" y="156037"/>
                  </a:lnTo>
                  <a:close/>
                  <a:moveTo>
                    <a:pt x="3580066" y="2970"/>
                  </a:moveTo>
                  <a:lnTo>
                    <a:pt x="3580066" y="252144"/>
                  </a:lnTo>
                  <a:lnTo>
                    <a:pt x="3541014" y="252144"/>
                  </a:lnTo>
                  <a:lnTo>
                    <a:pt x="3541014" y="145845"/>
                  </a:lnTo>
                  <a:lnTo>
                    <a:pt x="3428619" y="145845"/>
                  </a:lnTo>
                  <a:lnTo>
                    <a:pt x="3428619" y="252144"/>
                  </a:lnTo>
                  <a:lnTo>
                    <a:pt x="3390519" y="252144"/>
                  </a:lnTo>
                  <a:lnTo>
                    <a:pt x="3390519" y="2970"/>
                  </a:lnTo>
                  <a:lnTo>
                    <a:pt x="3428619" y="2970"/>
                  </a:lnTo>
                  <a:lnTo>
                    <a:pt x="3428619" y="110698"/>
                  </a:lnTo>
                  <a:lnTo>
                    <a:pt x="3541110" y="110698"/>
                  </a:lnTo>
                  <a:lnTo>
                    <a:pt x="3541110" y="2970"/>
                  </a:lnTo>
                  <a:lnTo>
                    <a:pt x="3580066" y="297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grpSp>
          <p:nvGrpSpPr>
            <p:cNvPr id="688" name="Google Shape;688;p70"/>
            <p:cNvGrpSpPr/>
            <p:nvPr/>
          </p:nvGrpSpPr>
          <p:grpSpPr>
            <a:xfrm>
              <a:off x="6455388" y="4102692"/>
              <a:ext cx="1601438" cy="1455705"/>
              <a:chOff x="3324225" y="2700241"/>
              <a:chExt cx="1601438" cy="1455705"/>
            </a:xfrm>
          </p:grpSpPr>
          <p:sp>
            <p:nvSpPr>
              <p:cNvPr id="689" name="Google Shape;689;p70"/>
              <p:cNvSpPr/>
              <p:nvPr/>
            </p:nvSpPr>
            <p:spPr>
              <a:xfrm>
                <a:off x="4540585" y="3230022"/>
                <a:ext cx="239250" cy="787908"/>
              </a:xfrm>
              <a:custGeom>
                <a:rect b="b" l="l" r="r" t="t"/>
                <a:pathLst>
                  <a:path extrusionOk="0" h="787908" w="239250">
                    <a:moveTo>
                      <a:pt x="14270" y="87440"/>
                    </a:moveTo>
                    <a:cubicBezTo>
                      <a:pt x="36273" y="66580"/>
                      <a:pt x="61895" y="37052"/>
                      <a:pt x="91994" y="12954"/>
                    </a:cubicBezTo>
                    <a:moveTo>
                      <a:pt x="239251" y="549307"/>
                    </a:moveTo>
                    <a:lnTo>
                      <a:pt x="239251" y="635603"/>
                    </a:lnTo>
                    <a:lnTo>
                      <a:pt x="85993" y="787908"/>
                    </a:lnTo>
                    <a:cubicBezTo>
                      <a:pt x="-131844" y="356330"/>
                      <a:pt x="118569" y="176879"/>
                      <a:pt x="239251" y="0"/>
                    </a:cubicBezTo>
                    <a:lnTo>
                      <a:pt x="239251" y="201263"/>
                    </a:lnTo>
                    <a:lnTo>
                      <a:pt x="210676" y="173927"/>
                    </a:lnTo>
                    <a:cubicBezTo>
                      <a:pt x="199817" y="163830"/>
                      <a:pt x="182767" y="164402"/>
                      <a:pt x="172576" y="175165"/>
                    </a:cubicBezTo>
                    <a:cubicBezTo>
                      <a:pt x="162098" y="185738"/>
                      <a:pt x="162098" y="202692"/>
                      <a:pt x="172576" y="213265"/>
                    </a:cubicBezTo>
                    <a:lnTo>
                      <a:pt x="239251" y="276511"/>
                    </a:lnTo>
                    <a:lnTo>
                      <a:pt x="239251" y="350234"/>
                    </a:lnTo>
                    <a:lnTo>
                      <a:pt x="101709" y="343757"/>
                    </a:lnTo>
                    <a:cubicBezTo>
                      <a:pt x="86660" y="342995"/>
                      <a:pt x="73897" y="354521"/>
                      <a:pt x="73134" y="369570"/>
                    </a:cubicBezTo>
                    <a:cubicBezTo>
                      <a:pt x="73134" y="369570"/>
                      <a:pt x="73134" y="369570"/>
                      <a:pt x="73134" y="369570"/>
                    </a:cubicBezTo>
                    <a:cubicBezTo>
                      <a:pt x="72087" y="384524"/>
                      <a:pt x="83136" y="397478"/>
                      <a:pt x="98090" y="398717"/>
                    </a:cubicBezTo>
                    <a:lnTo>
                      <a:pt x="239155" y="405289"/>
                    </a:lnTo>
                    <a:lnTo>
                      <a:pt x="239155" y="486728"/>
                    </a:lnTo>
                    <a:lnTo>
                      <a:pt x="89136" y="545973"/>
                    </a:lnTo>
                    <a:cubicBezTo>
                      <a:pt x="74468" y="551783"/>
                      <a:pt x="67324" y="568452"/>
                      <a:pt x="73230" y="583121"/>
                    </a:cubicBezTo>
                    <a:cubicBezTo>
                      <a:pt x="73230" y="583121"/>
                      <a:pt x="73230" y="583121"/>
                      <a:pt x="73230" y="583216"/>
                    </a:cubicBezTo>
                    <a:cubicBezTo>
                      <a:pt x="78468" y="598075"/>
                      <a:pt x="94756" y="605981"/>
                      <a:pt x="109615" y="600742"/>
                    </a:cubicBezTo>
                    <a:cubicBezTo>
                      <a:pt x="109615" y="600742"/>
                      <a:pt x="109615" y="600742"/>
                      <a:pt x="109615" y="600742"/>
                    </a:cubicBezTo>
                    <a:lnTo>
                      <a:pt x="238965" y="548831"/>
                    </a:lnTo>
                    <a:lnTo>
                      <a:pt x="239155" y="5492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690" name="Google Shape;690;p70"/>
              <p:cNvSpPr/>
              <p:nvPr/>
            </p:nvSpPr>
            <p:spPr>
              <a:xfrm>
                <a:off x="3324225" y="2700241"/>
                <a:ext cx="1601438" cy="1455705"/>
              </a:xfrm>
              <a:custGeom>
                <a:rect b="b" l="l" r="r" t="t"/>
                <a:pathLst>
                  <a:path extrusionOk="0" h="1455705" w="1601438">
                    <a:moveTo>
                      <a:pt x="1337977" y="82201"/>
                    </a:moveTo>
                    <a:lnTo>
                      <a:pt x="1377315" y="124206"/>
                    </a:lnTo>
                    <a:cubicBezTo>
                      <a:pt x="1383316" y="131159"/>
                      <a:pt x="1393793" y="131921"/>
                      <a:pt x="1400747" y="126016"/>
                    </a:cubicBezTo>
                    <a:cubicBezTo>
                      <a:pt x="1407414" y="119729"/>
                      <a:pt x="1407795" y="109252"/>
                      <a:pt x="1401509" y="102489"/>
                    </a:cubicBezTo>
                    <a:lnTo>
                      <a:pt x="1356836" y="54864"/>
                    </a:lnTo>
                    <a:cubicBezTo>
                      <a:pt x="1372076" y="34195"/>
                      <a:pt x="1390174" y="15716"/>
                      <a:pt x="1410557" y="0"/>
                    </a:cubicBezTo>
                    <a:lnTo>
                      <a:pt x="1601438" y="0"/>
                    </a:lnTo>
                    <a:lnTo>
                      <a:pt x="1601438" y="437864"/>
                    </a:lnTo>
                    <a:lnTo>
                      <a:pt x="1503331" y="437864"/>
                    </a:lnTo>
                    <a:cubicBezTo>
                      <a:pt x="1522381" y="377190"/>
                      <a:pt x="1516856" y="312134"/>
                      <a:pt x="1463802" y="233553"/>
                    </a:cubicBezTo>
                    <a:cubicBezTo>
                      <a:pt x="1609725" y="598361"/>
                      <a:pt x="853631" y="586835"/>
                      <a:pt x="1180910" y="1435703"/>
                    </a:cubicBezTo>
                    <a:lnTo>
                      <a:pt x="1163765" y="1455706"/>
                    </a:lnTo>
                    <a:lnTo>
                      <a:pt x="437769" y="1455706"/>
                    </a:lnTo>
                    <a:lnTo>
                      <a:pt x="146304" y="1165289"/>
                    </a:lnTo>
                    <a:lnTo>
                      <a:pt x="146304" y="437579"/>
                    </a:lnTo>
                    <a:lnTo>
                      <a:pt x="0" y="437579"/>
                    </a:lnTo>
                    <a:lnTo>
                      <a:pt x="0" y="95"/>
                    </a:lnTo>
                    <a:lnTo>
                      <a:pt x="727901" y="95"/>
                    </a:lnTo>
                    <a:lnTo>
                      <a:pt x="727901" y="437960"/>
                    </a:lnTo>
                    <a:lnTo>
                      <a:pt x="581882" y="437960"/>
                    </a:lnTo>
                    <a:lnTo>
                      <a:pt x="581882" y="1017937"/>
                    </a:lnTo>
                    <a:lnTo>
                      <a:pt x="1019747" y="1017937"/>
                    </a:lnTo>
                    <a:lnTo>
                      <a:pt x="1019747" y="437483"/>
                    </a:lnTo>
                    <a:lnTo>
                      <a:pt x="873728" y="437483"/>
                    </a:lnTo>
                    <a:lnTo>
                      <a:pt x="873728" y="95"/>
                    </a:lnTo>
                    <a:lnTo>
                      <a:pt x="1343025" y="95"/>
                    </a:lnTo>
                    <a:cubicBezTo>
                      <a:pt x="1189768" y="114300"/>
                      <a:pt x="1096232" y="410147"/>
                      <a:pt x="1230535" y="617411"/>
                    </a:cubicBezTo>
                    <a:cubicBezTo>
                      <a:pt x="1252538" y="596551"/>
                      <a:pt x="1278160" y="567023"/>
                      <a:pt x="1308259" y="542925"/>
                    </a:cubicBezTo>
                    <a:cubicBezTo>
                      <a:pt x="1294352" y="519684"/>
                      <a:pt x="1283589" y="494729"/>
                      <a:pt x="1276064" y="468725"/>
                    </a:cubicBezTo>
                    <a:lnTo>
                      <a:pt x="1433417" y="407765"/>
                    </a:lnTo>
                    <a:cubicBezTo>
                      <a:pt x="1442657" y="404336"/>
                      <a:pt x="1447324" y="394049"/>
                      <a:pt x="1443895" y="384810"/>
                    </a:cubicBezTo>
                    <a:cubicBezTo>
                      <a:pt x="1440466" y="375571"/>
                      <a:pt x="1430179" y="370904"/>
                      <a:pt x="1420939" y="374333"/>
                    </a:cubicBezTo>
                    <a:lnTo>
                      <a:pt x="1267778" y="433673"/>
                    </a:lnTo>
                    <a:cubicBezTo>
                      <a:pt x="1261110" y="396621"/>
                      <a:pt x="1259110" y="358807"/>
                      <a:pt x="1261967" y="321278"/>
                    </a:cubicBezTo>
                    <a:lnTo>
                      <a:pt x="1416082" y="316516"/>
                    </a:lnTo>
                    <a:cubicBezTo>
                      <a:pt x="1425797" y="316325"/>
                      <a:pt x="1433513" y="308420"/>
                      <a:pt x="1433417" y="298704"/>
                    </a:cubicBezTo>
                    <a:cubicBezTo>
                      <a:pt x="1433036" y="288989"/>
                      <a:pt x="1424940" y="281464"/>
                      <a:pt x="1415225" y="281750"/>
                    </a:cubicBezTo>
                    <a:lnTo>
                      <a:pt x="1265587" y="286322"/>
                    </a:lnTo>
                    <a:cubicBezTo>
                      <a:pt x="1270159" y="252698"/>
                      <a:pt x="1277874" y="219647"/>
                      <a:pt x="1288542" y="187452"/>
                    </a:cubicBezTo>
                    <a:lnTo>
                      <a:pt x="1394746" y="222314"/>
                    </a:lnTo>
                    <a:cubicBezTo>
                      <a:pt x="1403699" y="225552"/>
                      <a:pt x="1413510" y="220980"/>
                      <a:pt x="1416844" y="212122"/>
                    </a:cubicBezTo>
                    <a:cubicBezTo>
                      <a:pt x="1419797" y="203168"/>
                      <a:pt x="1414939" y="193453"/>
                      <a:pt x="1405985" y="190405"/>
                    </a:cubicBezTo>
                    <a:lnTo>
                      <a:pt x="1300258" y="155639"/>
                    </a:lnTo>
                    <a:cubicBezTo>
                      <a:pt x="1310640" y="130112"/>
                      <a:pt x="1323308" y="105537"/>
                      <a:pt x="1337977" y="82296"/>
                    </a:cubicBezTo>
                    <a:lnTo>
                      <a:pt x="1337977" y="8229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</p:grpSp>
      <p:sp>
        <p:nvSpPr>
          <p:cNvPr id="691" name="Google Shape;691;p70"/>
          <p:cNvSpPr txBox="1"/>
          <p:nvPr/>
        </p:nvSpPr>
        <p:spPr>
          <a:xfrm>
            <a:off x="274320" y="6375028"/>
            <a:ext cx="30289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A7A9A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UNIVERSITY OF UTAH HEALTH</a:t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692" name="Google Shape;692;p70"/>
          <p:cNvGrpSpPr/>
          <p:nvPr/>
        </p:nvGrpSpPr>
        <p:grpSpPr>
          <a:xfrm>
            <a:off x="-3424512" y="-1"/>
            <a:ext cx="3208421" cy="6857999"/>
            <a:chOff x="-3424512" y="-1"/>
            <a:chExt cx="3208421" cy="6857999"/>
          </a:xfrm>
        </p:grpSpPr>
        <p:sp>
          <p:nvSpPr>
            <p:cNvPr id="693" name="Google Shape;693;p70"/>
            <p:cNvSpPr/>
            <p:nvPr/>
          </p:nvSpPr>
          <p:spPr>
            <a:xfrm>
              <a:off x="-3424512" y="-1"/>
              <a:ext cx="3208421" cy="685799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94" name="Google Shape;694;p70"/>
            <p:cNvSpPr txBox="1"/>
            <p:nvPr/>
          </p:nvSpPr>
          <p:spPr>
            <a:xfrm>
              <a:off x="-3267122" y="150741"/>
              <a:ext cx="2941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GB" sz="3200" u="none" cap="none" strike="noStrike">
                  <a:solidFill>
                    <a:schemeClr val="accen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Instruction: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70"/>
            <p:cNvSpPr txBox="1"/>
            <p:nvPr/>
          </p:nvSpPr>
          <p:spPr>
            <a:xfrm>
              <a:off x="-3267122" y="818147"/>
              <a:ext cx="294176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To underline keyword in title text box, highlight selected word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96" name="Google Shape;696;p7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143860" y="1824108"/>
              <a:ext cx="875152" cy="905001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697" name="Google Shape;697;p70"/>
            <p:cNvSpPr txBox="1"/>
            <p:nvPr/>
          </p:nvSpPr>
          <p:spPr>
            <a:xfrm>
              <a:off x="-3267122" y="2906262"/>
              <a:ext cx="2502568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2. Then go to 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‘Bold’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in the toolbar and then </a:t>
              </a:r>
              <a:b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‘underline’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after.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98" name="Google Shape;698;p70"/>
            <p:cNvPicPr preferRelativeResize="0"/>
            <p:nvPr/>
          </p:nvPicPr>
          <p:blipFill rotWithShape="1">
            <a:blip r:embed="rId3">
              <a:alphaModFix/>
            </a:blip>
            <a:srcRect b="-62788" l="0" r="0" t="-62788"/>
            <a:stretch/>
          </p:blipFill>
          <p:spPr>
            <a:xfrm>
              <a:off x="-3143862" y="4212225"/>
              <a:ext cx="1654280" cy="1614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9" name="Google Shape;699;p70"/>
            <p:cNvSpPr/>
            <p:nvPr/>
          </p:nvSpPr>
          <p:spPr>
            <a:xfrm>
              <a:off x="-3095847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00" name="Google Shape;700;p70"/>
            <p:cNvSpPr/>
            <p:nvPr/>
          </p:nvSpPr>
          <p:spPr>
            <a:xfrm>
              <a:off x="-2236570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701" name="Google Shape;701;p70"/>
          <p:cNvSpPr txBox="1"/>
          <p:nvPr>
            <p:ph idx="1" type="body"/>
          </p:nvPr>
        </p:nvSpPr>
        <p:spPr>
          <a:xfrm>
            <a:off x="905256" y="1706880"/>
            <a:ext cx="4489704" cy="4389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SzPts val="1400"/>
              <a:buFont typeface="Century Gothic"/>
              <a:buNone/>
              <a:defRPr sz="1400"/>
            </a:lvl1pPr>
            <a:lvl2pPr indent="-228600" lvl="1" marL="914400" algn="l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SzPts val="1400"/>
              <a:buFont typeface="Century Gothic"/>
              <a:buNone/>
              <a:defRPr sz="1400"/>
            </a:lvl2pPr>
            <a:lvl3pPr indent="-228600" lvl="2" marL="1371600" algn="l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SzPts val="1400"/>
              <a:buFont typeface="Century Gothic"/>
              <a:buNone/>
              <a:defRPr sz="1400"/>
            </a:lvl3pPr>
            <a:lvl4pPr indent="-228600" lvl="3" marL="1828800" algn="l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SzPts val="1400"/>
              <a:buFont typeface="Century Gothic"/>
              <a:buNone/>
              <a:defRPr sz="1400"/>
            </a:lvl4pPr>
            <a:lvl5pPr indent="-228600" lvl="4" marL="2286000" algn="l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SzPts val="1400"/>
              <a:buFont typeface="Century Gothic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2" name="Google Shape;702;p70"/>
          <p:cNvSpPr txBox="1"/>
          <p:nvPr>
            <p:ph idx="2" type="body"/>
          </p:nvPr>
        </p:nvSpPr>
        <p:spPr>
          <a:xfrm>
            <a:off x="365760" y="1095208"/>
            <a:ext cx="1095697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3" name="Google Shape;703;p70"/>
          <p:cNvSpPr txBox="1"/>
          <p:nvPr>
            <p:ph idx="3" type="body"/>
          </p:nvPr>
        </p:nvSpPr>
        <p:spPr>
          <a:xfrm>
            <a:off x="6327648" y="1706880"/>
            <a:ext cx="4489704" cy="4389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SzPts val="1400"/>
              <a:buFont typeface="Century Gothic"/>
              <a:buNone/>
              <a:defRPr sz="1400"/>
            </a:lvl1pPr>
            <a:lvl2pPr indent="-228600" lvl="1" marL="914400" algn="l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SzPts val="1400"/>
              <a:buFont typeface="Century Gothic"/>
              <a:buNone/>
              <a:defRPr sz="1400"/>
            </a:lvl2pPr>
            <a:lvl3pPr indent="-228600" lvl="2" marL="1371600" algn="l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SzPts val="1400"/>
              <a:buFont typeface="Century Gothic"/>
              <a:buNone/>
              <a:defRPr sz="1400"/>
            </a:lvl3pPr>
            <a:lvl4pPr indent="-228600" lvl="3" marL="1828800" algn="l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SzPts val="1400"/>
              <a:buFont typeface="Century Gothic"/>
              <a:buNone/>
              <a:defRPr sz="1400"/>
            </a:lvl4pPr>
            <a:lvl5pPr indent="-228600" lvl="4" marL="2286000" algn="l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SzPts val="1400"/>
              <a:buFont typeface="Century Gothic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71"/>
          <p:cNvSpPr txBox="1"/>
          <p:nvPr>
            <p:ph type="title"/>
          </p:nvPr>
        </p:nvSpPr>
        <p:spPr>
          <a:xfrm>
            <a:off x="365760" y="365760"/>
            <a:ext cx="10958513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06" name="Google Shape;706;p71"/>
          <p:cNvGrpSpPr/>
          <p:nvPr/>
        </p:nvGrpSpPr>
        <p:grpSpPr>
          <a:xfrm>
            <a:off x="10729913" y="6334847"/>
            <a:ext cx="1126458" cy="295807"/>
            <a:chOff x="6455388" y="4102692"/>
            <a:chExt cx="5543454" cy="1455705"/>
          </a:xfrm>
        </p:grpSpPr>
        <p:sp>
          <p:nvSpPr>
            <p:cNvPr id="707" name="Google Shape;707;p71"/>
            <p:cNvSpPr/>
            <p:nvPr/>
          </p:nvSpPr>
          <p:spPr>
            <a:xfrm>
              <a:off x="8423253" y="4383013"/>
              <a:ext cx="3575494" cy="683609"/>
            </a:xfrm>
            <a:custGeom>
              <a:rect b="b" l="l" r="r" t="t"/>
              <a:pathLst>
                <a:path extrusionOk="0" h="683609" w="3575494">
                  <a:moveTo>
                    <a:pt x="527495" y="0"/>
                  </a:moveTo>
                  <a:lnTo>
                    <a:pt x="527495" y="683133"/>
                  </a:lnTo>
                  <a:lnTo>
                    <a:pt x="399669" y="683133"/>
                  </a:lnTo>
                  <a:lnTo>
                    <a:pt x="399669" y="400622"/>
                  </a:lnTo>
                  <a:lnTo>
                    <a:pt x="125921" y="400622"/>
                  </a:lnTo>
                  <a:lnTo>
                    <a:pt x="125921" y="683228"/>
                  </a:lnTo>
                  <a:lnTo>
                    <a:pt x="0" y="683228"/>
                  </a:lnTo>
                  <a:lnTo>
                    <a:pt x="0" y="0"/>
                  </a:lnTo>
                  <a:lnTo>
                    <a:pt x="125921" y="0"/>
                  </a:lnTo>
                  <a:lnTo>
                    <a:pt x="125921" y="286607"/>
                  </a:lnTo>
                  <a:lnTo>
                    <a:pt x="399574" y="286607"/>
                  </a:lnTo>
                  <a:lnTo>
                    <a:pt x="399574" y="0"/>
                  </a:lnTo>
                  <a:lnTo>
                    <a:pt x="527495" y="0"/>
                  </a:lnTo>
                  <a:close/>
                  <a:moveTo>
                    <a:pt x="715994" y="0"/>
                  </a:moveTo>
                  <a:lnTo>
                    <a:pt x="1138809" y="0"/>
                  </a:lnTo>
                  <a:lnTo>
                    <a:pt x="1138809" y="113062"/>
                  </a:lnTo>
                  <a:lnTo>
                    <a:pt x="841915" y="113062"/>
                  </a:lnTo>
                  <a:lnTo>
                    <a:pt x="841915" y="290989"/>
                  </a:lnTo>
                  <a:lnTo>
                    <a:pt x="1101662" y="290989"/>
                  </a:lnTo>
                  <a:lnTo>
                    <a:pt x="1101662" y="403003"/>
                  </a:lnTo>
                  <a:lnTo>
                    <a:pt x="841915" y="403003"/>
                  </a:lnTo>
                  <a:lnTo>
                    <a:pt x="841915" y="570548"/>
                  </a:lnTo>
                  <a:lnTo>
                    <a:pt x="1148334" y="570548"/>
                  </a:lnTo>
                  <a:lnTo>
                    <a:pt x="1148334" y="683609"/>
                  </a:lnTo>
                  <a:lnTo>
                    <a:pt x="715994" y="683609"/>
                  </a:lnTo>
                  <a:lnTo>
                    <a:pt x="715994" y="0"/>
                  </a:lnTo>
                  <a:close/>
                  <a:moveTo>
                    <a:pt x="1686687" y="517589"/>
                  </a:moveTo>
                  <a:lnTo>
                    <a:pt x="1431893" y="517589"/>
                  </a:lnTo>
                  <a:lnTo>
                    <a:pt x="1369409" y="683228"/>
                  </a:lnTo>
                  <a:lnTo>
                    <a:pt x="1234535" y="683228"/>
                  </a:lnTo>
                  <a:lnTo>
                    <a:pt x="1490377" y="95"/>
                  </a:lnTo>
                  <a:lnTo>
                    <a:pt x="1627251" y="95"/>
                  </a:lnTo>
                  <a:lnTo>
                    <a:pt x="1883092" y="683228"/>
                  </a:lnTo>
                  <a:lnTo>
                    <a:pt x="1749171" y="683228"/>
                  </a:lnTo>
                  <a:lnTo>
                    <a:pt x="1686592" y="517589"/>
                  </a:lnTo>
                  <a:close/>
                  <a:moveTo>
                    <a:pt x="1474470" y="406527"/>
                  </a:moveTo>
                  <a:lnTo>
                    <a:pt x="1645063" y="406527"/>
                  </a:lnTo>
                  <a:lnTo>
                    <a:pt x="1558862" y="145733"/>
                  </a:lnTo>
                  <a:lnTo>
                    <a:pt x="1474565" y="406527"/>
                  </a:lnTo>
                  <a:close/>
                  <a:moveTo>
                    <a:pt x="1995392" y="0"/>
                  </a:moveTo>
                  <a:lnTo>
                    <a:pt x="2121980" y="0"/>
                  </a:lnTo>
                  <a:lnTo>
                    <a:pt x="2121980" y="570167"/>
                  </a:lnTo>
                  <a:lnTo>
                    <a:pt x="2385632" y="570167"/>
                  </a:lnTo>
                  <a:lnTo>
                    <a:pt x="2385632" y="683228"/>
                  </a:lnTo>
                  <a:lnTo>
                    <a:pt x="1995392" y="683228"/>
                  </a:lnTo>
                  <a:lnTo>
                    <a:pt x="1995392" y="0"/>
                  </a:lnTo>
                  <a:close/>
                  <a:moveTo>
                    <a:pt x="2395157" y="0"/>
                  </a:moveTo>
                  <a:lnTo>
                    <a:pt x="2907792" y="0"/>
                  </a:lnTo>
                  <a:lnTo>
                    <a:pt x="2907792" y="116014"/>
                  </a:lnTo>
                  <a:lnTo>
                    <a:pt x="2715863" y="116014"/>
                  </a:lnTo>
                  <a:lnTo>
                    <a:pt x="2715863" y="683228"/>
                  </a:lnTo>
                  <a:lnTo>
                    <a:pt x="2587942" y="683228"/>
                  </a:lnTo>
                  <a:lnTo>
                    <a:pt x="2587942" y="116014"/>
                  </a:lnTo>
                  <a:lnTo>
                    <a:pt x="2395061" y="116014"/>
                  </a:lnTo>
                  <a:lnTo>
                    <a:pt x="2395061" y="0"/>
                  </a:lnTo>
                  <a:close/>
                  <a:moveTo>
                    <a:pt x="3575494" y="0"/>
                  </a:moveTo>
                  <a:lnTo>
                    <a:pt x="3575494" y="683133"/>
                  </a:lnTo>
                  <a:lnTo>
                    <a:pt x="3447764" y="683133"/>
                  </a:lnTo>
                  <a:lnTo>
                    <a:pt x="3447764" y="400622"/>
                  </a:lnTo>
                  <a:lnTo>
                    <a:pt x="3174111" y="400622"/>
                  </a:lnTo>
                  <a:lnTo>
                    <a:pt x="3174111" y="683228"/>
                  </a:lnTo>
                  <a:lnTo>
                    <a:pt x="3048191" y="683228"/>
                  </a:lnTo>
                  <a:lnTo>
                    <a:pt x="3048191" y="0"/>
                  </a:lnTo>
                  <a:lnTo>
                    <a:pt x="3174111" y="0"/>
                  </a:lnTo>
                  <a:lnTo>
                    <a:pt x="3174111" y="286607"/>
                  </a:lnTo>
                  <a:lnTo>
                    <a:pt x="3447764" y="286607"/>
                  </a:lnTo>
                  <a:lnTo>
                    <a:pt x="3447764" y="0"/>
                  </a:lnTo>
                  <a:lnTo>
                    <a:pt x="35754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08" name="Google Shape;708;p71"/>
            <p:cNvSpPr/>
            <p:nvPr/>
          </p:nvSpPr>
          <p:spPr>
            <a:xfrm>
              <a:off x="8418776" y="5302158"/>
              <a:ext cx="3580066" cy="255953"/>
            </a:xfrm>
            <a:custGeom>
              <a:rect b="b" l="l" r="r" t="t"/>
              <a:pathLst>
                <a:path extrusionOk="0" h="255953" w="3580066">
                  <a:moveTo>
                    <a:pt x="146113" y="165847"/>
                  </a:moveTo>
                  <a:lnTo>
                    <a:pt x="146113" y="3065"/>
                  </a:lnTo>
                  <a:lnTo>
                    <a:pt x="184880" y="3065"/>
                  </a:lnTo>
                  <a:lnTo>
                    <a:pt x="184880" y="165847"/>
                  </a:lnTo>
                  <a:cubicBezTo>
                    <a:pt x="185452" y="214996"/>
                    <a:pt x="146113" y="255382"/>
                    <a:pt x="96964" y="255954"/>
                  </a:cubicBezTo>
                  <a:cubicBezTo>
                    <a:pt x="95536" y="255954"/>
                    <a:pt x="94107" y="255954"/>
                    <a:pt x="92583" y="255954"/>
                  </a:cubicBezTo>
                  <a:cubicBezTo>
                    <a:pt x="42672" y="255954"/>
                    <a:pt x="0" y="220521"/>
                    <a:pt x="0" y="165943"/>
                  </a:cubicBezTo>
                  <a:lnTo>
                    <a:pt x="0" y="3160"/>
                  </a:lnTo>
                  <a:lnTo>
                    <a:pt x="39148" y="3160"/>
                  </a:lnTo>
                  <a:lnTo>
                    <a:pt x="39148" y="165943"/>
                  </a:lnTo>
                  <a:cubicBezTo>
                    <a:pt x="39148" y="195470"/>
                    <a:pt x="63151" y="219473"/>
                    <a:pt x="92678" y="219473"/>
                  </a:cubicBezTo>
                  <a:cubicBezTo>
                    <a:pt x="122206" y="219473"/>
                    <a:pt x="146209" y="195470"/>
                    <a:pt x="146209" y="165943"/>
                  </a:cubicBezTo>
                  <a:lnTo>
                    <a:pt x="146113" y="165943"/>
                  </a:lnTo>
                  <a:close/>
                  <a:moveTo>
                    <a:pt x="434435" y="252239"/>
                  </a:moveTo>
                  <a:lnTo>
                    <a:pt x="398621" y="252239"/>
                  </a:lnTo>
                  <a:lnTo>
                    <a:pt x="291560" y="73931"/>
                  </a:lnTo>
                  <a:lnTo>
                    <a:pt x="291560" y="252239"/>
                  </a:lnTo>
                  <a:lnTo>
                    <a:pt x="253460" y="252239"/>
                  </a:lnTo>
                  <a:lnTo>
                    <a:pt x="253460" y="3065"/>
                  </a:lnTo>
                  <a:lnTo>
                    <a:pt x="290417" y="3065"/>
                  </a:lnTo>
                  <a:lnTo>
                    <a:pt x="396335" y="179944"/>
                  </a:lnTo>
                  <a:lnTo>
                    <a:pt x="396335" y="3065"/>
                  </a:lnTo>
                  <a:lnTo>
                    <a:pt x="434435" y="3065"/>
                  </a:lnTo>
                  <a:lnTo>
                    <a:pt x="434435" y="252239"/>
                  </a:lnTo>
                  <a:close/>
                  <a:moveTo>
                    <a:pt x="497014" y="3065"/>
                  </a:moveTo>
                  <a:lnTo>
                    <a:pt x="535114" y="3065"/>
                  </a:lnTo>
                  <a:lnTo>
                    <a:pt x="535114" y="252239"/>
                  </a:lnTo>
                  <a:lnTo>
                    <a:pt x="497014" y="252239"/>
                  </a:lnTo>
                  <a:lnTo>
                    <a:pt x="497014" y="3065"/>
                  </a:lnTo>
                  <a:close/>
                  <a:moveTo>
                    <a:pt x="622935" y="3065"/>
                  </a:moveTo>
                  <a:lnTo>
                    <a:pt x="676180" y="188231"/>
                  </a:lnTo>
                  <a:lnTo>
                    <a:pt x="729710" y="3065"/>
                  </a:lnTo>
                  <a:lnTo>
                    <a:pt x="769525" y="3065"/>
                  </a:lnTo>
                  <a:lnTo>
                    <a:pt x="694372" y="252239"/>
                  </a:lnTo>
                  <a:lnTo>
                    <a:pt x="658558" y="252239"/>
                  </a:lnTo>
                  <a:lnTo>
                    <a:pt x="583025" y="3065"/>
                  </a:lnTo>
                  <a:lnTo>
                    <a:pt x="623125" y="3065"/>
                  </a:lnTo>
                  <a:close/>
                  <a:moveTo>
                    <a:pt x="813911" y="3065"/>
                  </a:moveTo>
                  <a:lnTo>
                    <a:pt x="964025" y="3065"/>
                  </a:lnTo>
                  <a:lnTo>
                    <a:pt x="964025" y="38212"/>
                  </a:lnTo>
                  <a:lnTo>
                    <a:pt x="852297" y="38212"/>
                  </a:lnTo>
                  <a:lnTo>
                    <a:pt x="852297" y="111936"/>
                  </a:lnTo>
                  <a:lnTo>
                    <a:pt x="949928" y="111936"/>
                  </a:lnTo>
                  <a:lnTo>
                    <a:pt x="949928" y="146988"/>
                  </a:lnTo>
                  <a:lnTo>
                    <a:pt x="852297" y="146988"/>
                  </a:lnTo>
                  <a:lnTo>
                    <a:pt x="852297" y="216806"/>
                  </a:lnTo>
                  <a:lnTo>
                    <a:pt x="967645" y="216806"/>
                  </a:lnTo>
                  <a:lnTo>
                    <a:pt x="967645" y="251953"/>
                  </a:lnTo>
                  <a:lnTo>
                    <a:pt x="813911" y="251953"/>
                  </a:lnTo>
                  <a:lnTo>
                    <a:pt x="813911" y="3160"/>
                  </a:lnTo>
                  <a:close/>
                  <a:moveTo>
                    <a:pt x="1200436" y="252239"/>
                  </a:moveTo>
                  <a:lnTo>
                    <a:pt x="1153763" y="252239"/>
                  </a:lnTo>
                  <a:lnTo>
                    <a:pt x="1091565" y="160799"/>
                  </a:lnTo>
                  <a:lnTo>
                    <a:pt x="1064800" y="160799"/>
                  </a:lnTo>
                  <a:lnTo>
                    <a:pt x="1064800" y="252239"/>
                  </a:lnTo>
                  <a:lnTo>
                    <a:pt x="1026128" y="252239"/>
                  </a:lnTo>
                  <a:lnTo>
                    <a:pt x="1026128" y="3065"/>
                  </a:lnTo>
                  <a:lnTo>
                    <a:pt x="1123379" y="3065"/>
                  </a:lnTo>
                  <a:cubicBezTo>
                    <a:pt x="1176909" y="3065"/>
                    <a:pt x="1199483" y="42499"/>
                    <a:pt x="1199483" y="82218"/>
                  </a:cubicBezTo>
                  <a:cubicBezTo>
                    <a:pt x="1199483" y="118794"/>
                    <a:pt x="1181005" y="154227"/>
                    <a:pt x="1135094" y="159180"/>
                  </a:cubicBezTo>
                  <a:lnTo>
                    <a:pt x="1200245" y="252144"/>
                  </a:lnTo>
                  <a:close/>
                  <a:moveTo>
                    <a:pt x="1064895" y="38117"/>
                  </a:moveTo>
                  <a:lnTo>
                    <a:pt x="1064895" y="125271"/>
                  </a:lnTo>
                  <a:lnTo>
                    <a:pt x="1120616" y="125271"/>
                  </a:lnTo>
                  <a:cubicBezTo>
                    <a:pt x="1148524" y="125271"/>
                    <a:pt x="1159669" y="103173"/>
                    <a:pt x="1159669" y="81837"/>
                  </a:cubicBezTo>
                  <a:cubicBezTo>
                    <a:pt x="1159669" y="60501"/>
                    <a:pt x="1148810" y="38022"/>
                    <a:pt x="1121569" y="38022"/>
                  </a:cubicBezTo>
                  <a:lnTo>
                    <a:pt x="1064895" y="38022"/>
                  </a:lnTo>
                  <a:close/>
                  <a:moveTo>
                    <a:pt x="1290256" y="179849"/>
                  </a:moveTo>
                  <a:cubicBezTo>
                    <a:pt x="1291019" y="200137"/>
                    <a:pt x="1310164" y="220711"/>
                    <a:pt x="1339882" y="220711"/>
                  </a:cubicBezTo>
                  <a:cubicBezTo>
                    <a:pt x="1369600" y="220711"/>
                    <a:pt x="1384364" y="204805"/>
                    <a:pt x="1386935" y="186707"/>
                  </a:cubicBezTo>
                  <a:cubicBezTo>
                    <a:pt x="1388364" y="163561"/>
                    <a:pt x="1370648" y="151560"/>
                    <a:pt x="1347502" y="146131"/>
                  </a:cubicBezTo>
                  <a:lnTo>
                    <a:pt x="1315974" y="138225"/>
                  </a:lnTo>
                  <a:cubicBezTo>
                    <a:pt x="1262444" y="123747"/>
                    <a:pt x="1254062" y="93362"/>
                    <a:pt x="1254062" y="71550"/>
                  </a:cubicBezTo>
                  <a:cubicBezTo>
                    <a:pt x="1254062" y="28878"/>
                    <a:pt x="1292162" y="303"/>
                    <a:pt x="1336072" y="303"/>
                  </a:cubicBezTo>
                  <a:cubicBezTo>
                    <a:pt x="1379982" y="303"/>
                    <a:pt x="1417034" y="28878"/>
                    <a:pt x="1417034" y="74026"/>
                  </a:cubicBezTo>
                  <a:lnTo>
                    <a:pt x="1378934" y="74026"/>
                  </a:lnTo>
                  <a:cubicBezTo>
                    <a:pt x="1378934" y="51262"/>
                    <a:pt x="1361218" y="35926"/>
                    <a:pt x="1335500" y="35926"/>
                  </a:cubicBezTo>
                  <a:cubicBezTo>
                    <a:pt x="1312736" y="35926"/>
                    <a:pt x="1292447" y="49642"/>
                    <a:pt x="1292447" y="70312"/>
                  </a:cubicBezTo>
                  <a:cubicBezTo>
                    <a:pt x="1292447" y="79837"/>
                    <a:pt x="1296067" y="95267"/>
                    <a:pt x="1325785" y="102887"/>
                  </a:cubicBezTo>
                  <a:lnTo>
                    <a:pt x="1357598" y="111174"/>
                  </a:lnTo>
                  <a:cubicBezTo>
                    <a:pt x="1407890" y="124604"/>
                    <a:pt x="1428845" y="152798"/>
                    <a:pt x="1424940" y="188517"/>
                  </a:cubicBezTo>
                  <a:cubicBezTo>
                    <a:pt x="1421321" y="227569"/>
                    <a:pt x="1387697" y="255192"/>
                    <a:pt x="1339977" y="255192"/>
                  </a:cubicBezTo>
                  <a:cubicBezTo>
                    <a:pt x="1288256" y="255192"/>
                    <a:pt x="1252156" y="219759"/>
                    <a:pt x="1252156" y="179087"/>
                  </a:cubicBezTo>
                  <a:lnTo>
                    <a:pt x="1290256" y="179754"/>
                  </a:lnTo>
                  <a:close/>
                  <a:moveTo>
                    <a:pt x="1475041" y="2970"/>
                  </a:moveTo>
                  <a:lnTo>
                    <a:pt x="1513141" y="2970"/>
                  </a:lnTo>
                  <a:lnTo>
                    <a:pt x="1513141" y="252144"/>
                  </a:lnTo>
                  <a:lnTo>
                    <a:pt x="1475041" y="252144"/>
                  </a:lnTo>
                  <a:lnTo>
                    <a:pt x="1475041" y="2970"/>
                  </a:lnTo>
                  <a:close/>
                  <a:moveTo>
                    <a:pt x="1557147" y="2970"/>
                  </a:moveTo>
                  <a:lnTo>
                    <a:pt x="1742980" y="2970"/>
                  </a:lnTo>
                  <a:lnTo>
                    <a:pt x="1742980" y="38784"/>
                  </a:lnTo>
                  <a:lnTo>
                    <a:pt x="1669732" y="38784"/>
                  </a:lnTo>
                  <a:lnTo>
                    <a:pt x="1669732" y="252239"/>
                  </a:lnTo>
                  <a:lnTo>
                    <a:pt x="1630680" y="252239"/>
                  </a:lnTo>
                  <a:lnTo>
                    <a:pt x="1630680" y="38879"/>
                  </a:lnTo>
                  <a:lnTo>
                    <a:pt x="1557338" y="38879"/>
                  </a:lnTo>
                  <a:lnTo>
                    <a:pt x="1557338" y="2970"/>
                  </a:lnTo>
                  <a:close/>
                  <a:moveTo>
                    <a:pt x="1861375" y="252144"/>
                  </a:moveTo>
                  <a:lnTo>
                    <a:pt x="1861375" y="137939"/>
                  </a:lnTo>
                  <a:lnTo>
                    <a:pt x="1766221" y="3065"/>
                  </a:lnTo>
                  <a:lnTo>
                    <a:pt x="1812227" y="3065"/>
                  </a:lnTo>
                  <a:lnTo>
                    <a:pt x="1880997" y="102125"/>
                  </a:lnTo>
                  <a:lnTo>
                    <a:pt x="1950434" y="3065"/>
                  </a:lnTo>
                  <a:lnTo>
                    <a:pt x="1996440" y="3065"/>
                  </a:lnTo>
                  <a:lnTo>
                    <a:pt x="1900619" y="138320"/>
                  </a:lnTo>
                  <a:lnTo>
                    <a:pt x="1900619" y="252525"/>
                  </a:lnTo>
                  <a:lnTo>
                    <a:pt x="1861566" y="252144"/>
                  </a:lnTo>
                  <a:close/>
                  <a:moveTo>
                    <a:pt x="2238566" y="17"/>
                  </a:moveTo>
                  <a:cubicBezTo>
                    <a:pt x="2309146" y="-1126"/>
                    <a:pt x="2367248" y="55262"/>
                    <a:pt x="2368391" y="125842"/>
                  </a:cubicBezTo>
                  <a:cubicBezTo>
                    <a:pt x="2369534" y="196423"/>
                    <a:pt x="2313146" y="254525"/>
                    <a:pt x="2242566" y="255668"/>
                  </a:cubicBezTo>
                  <a:cubicBezTo>
                    <a:pt x="2171986" y="256811"/>
                    <a:pt x="2113883" y="200423"/>
                    <a:pt x="2112740" y="129843"/>
                  </a:cubicBezTo>
                  <a:cubicBezTo>
                    <a:pt x="2112740" y="129271"/>
                    <a:pt x="2112740" y="128605"/>
                    <a:pt x="2112740" y="128033"/>
                  </a:cubicBezTo>
                  <a:cubicBezTo>
                    <a:pt x="2111788" y="58310"/>
                    <a:pt x="2167604" y="970"/>
                    <a:pt x="2237327" y="17"/>
                  </a:cubicBezTo>
                  <a:cubicBezTo>
                    <a:pt x="2237708" y="17"/>
                    <a:pt x="2238184" y="17"/>
                    <a:pt x="2238566" y="17"/>
                  </a:cubicBezTo>
                  <a:close/>
                  <a:moveTo>
                    <a:pt x="2238566" y="218140"/>
                  </a:moveTo>
                  <a:cubicBezTo>
                    <a:pt x="2288381" y="219664"/>
                    <a:pt x="2330006" y="180516"/>
                    <a:pt x="2331530" y="130700"/>
                  </a:cubicBezTo>
                  <a:cubicBezTo>
                    <a:pt x="2333054" y="80884"/>
                    <a:pt x="2293906" y="39260"/>
                    <a:pt x="2244090" y="37736"/>
                  </a:cubicBezTo>
                  <a:cubicBezTo>
                    <a:pt x="2194274" y="36212"/>
                    <a:pt x="2152650" y="75360"/>
                    <a:pt x="2151126" y="125176"/>
                  </a:cubicBezTo>
                  <a:cubicBezTo>
                    <a:pt x="2151126" y="126128"/>
                    <a:pt x="2151126" y="127081"/>
                    <a:pt x="2151126" y="128128"/>
                  </a:cubicBezTo>
                  <a:cubicBezTo>
                    <a:pt x="2150078" y="176896"/>
                    <a:pt x="2188750" y="217187"/>
                    <a:pt x="2237423" y="218235"/>
                  </a:cubicBezTo>
                  <a:cubicBezTo>
                    <a:pt x="2237804" y="218235"/>
                    <a:pt x="2238184" y="218235"/>
                    <a:pt x="2238566" y="218235"/>
                  </a:cubicBezTo>
                  <a:lnTo>
                    <a:pt x="2238566" y="218235"/>
                  </a:lnTo>
                  <a:close/>
                  <a:moveTo>
                    <a:pt x="2413349" y="2970"/>
                  </a:moveTo>
                  <a:lnTo>
                    <a:pt x="2561558" y="2970"/>
                  </a:lnTo>
                  <a:lnTo>
                    <a:pt x="2561558" y="38117"/>
                  </a:lnTo>
                  <a:lnTo>
                    <a:pt x="2451640" y="38117"/>
                  </a:lnTo>
                  <a:lnTo>
                    <a:pt x="2451640" y="111841"/>
                  </a:lnTo>
                  <a:lnTo>
                    <a:pt x="2538413" y="111841"/>
                  </a:lnTo>
                  <a:lnTo>
                    <a:pt x="2538413" y="146893"/>
                  </a:lnTo>
                  <a:lnTo>
                    <a:pt x="2451640" y="146893"/>
                  </a:lnTo>
                  <a:lnTo>
                    <a:pt x="2451640" y="251572"/>
                  </a:lnTo>
                  <a:lnTo>
                    <a:pt x="2413540" y="251572"/>
                  </a:lnTo>
                  <a:lnTo>
                    <a:pt x="2413349" y="2970"/>
                  </a:lnTo>
                  <a:close/>
                  <a:moveTo>
                    <a:pt x="2842260" y="165752"/>
                  </a:moveTo>
                  <a:lnTo>
                    <a:pt x="2842260" y="2970"/>
                  </a:lnTo>
                  <a:lnTo>
                    <a:pt x="2881027" y="2970"/>
                  </a:lnTo>
                  <a:lnTo>
                    <a:pt x="2881027" y="165752"/>
                  </a:lnTo>
                  <a:cubicBezTo>
                    <a:pt x="2881598" y="214901"/>
                    <a:pt x="2842260" y="255287"/>
                    <a:pt x="2793111" y="255859"/>
                  </a:cubicBezTo>
                  <a:cubicBezTo>
                    <a:pt x="2791682" y="255859"/>
                    <a:pt x="2790254" y="255859"/>
                    <a:pt x="2788730" y="255859"/>
                  </a:cubicBezTo>
                  <a:cubicBezTo>
                    <a:pt x="2738819" y="255859"/>
                    <a:pt x="2696147" y="220426"/>
                    <a:pt x="2696147" y="165847"/>
                  </a:cubicBezTo>
                  <a:lnTo>
                    <a:pt x="2696147" y="3065"/>
                  </a:lnTo>
                  <a:lnTo>
                    <a:pt x="2735199" y="3065"/>
                  </a:lnTo>
                  <a:lnTo>
                    <a:pt x="2735199" y="165847"/>
                  </a:lnTo>
                  <a:cubicBezTo>
                    <a:pt x="2735199" y="195375"/>
                    <a:pt x="2759202" y="219378"/>
                    <a:pt x="2788730" y="219378"/>
                  </a:cubicBezTo>
                  <a:cubicBezTo>
                    <a:pt x="2818257" y="219378"/>
                    <a:pt x="2842260" y="195375"/>
                    <a:pt x="2842260" y="165847"/>
                  </a:cubicBezTo>
                  <a:close/>
                  <a:moveTo>
                    <a:pt x="2930461" y="2970"/>
                  </a:moveTo>
                  <a:lnTo>
                    <a:pt x="3116390" y="2970"/>
                  </a:lnTo>
                  <a:lnTo>
                    <a:pt x="3116390" y="38784"/>
                  </a:lnTo>
                  <a:lnTo>
                    <a:pt x="3043047" y="38784"/>
                  </a:lnTo>
                  <a:lnTo>
                    <a:pt x="3043047" y="252239"/>
                  </a:lnTo>
                  <a:lnTo>
                    <a:pt x="3003995" y="252239"/>
                  </a:lnTo>
                  <a:lnTo>
                    <a:pt x="3003995" y="38879"/>
                  </a:lnTo>
                  <a:lnTo>
                    <a:pt x="2930652" y="38879"/>
                  </a:lnTo>
                  <a:lnTo>
                    <a:pt x="2930652" y="2970"/>
                  </a:lnTo>
                  <a:close/>
                  <a:moveTo>
                    <a:pt x="3280315" y="190422"/>
                  </a:moveTo>
                  <a:lnTo>
                    <a:pt x="3179826" y="190422"/>
                  </a:lnTo>
                  <a:lnTo>
                    <a:pt x="3155919" y="252715"/>
                  </a:lnTo>
                  <a:lnTo>
                    <a:pt x="3115056" y="252715"/>
                  </a:lnTo>
                  <a:lnTo>
                    <a:pt x="3208782" y="3065"/>
                  </a:lnTo>
                  <a:lnTo>
                    <a:pt x="3250406" y="3065"/>
                  </a:lnTo>
                  <a:lnTo>
                    <a:pt x="3344418" y="252239"/>
                  </a:lnTo>
                  <a:lnTo>
                    <a:pt x="3303937" y="252239"/>
                  </a:lnTo>
                  <a:lnTo>
                    <a:pt x="3280220" y="190422"/>
                  </a:lnTo>
                  <a:close/>
                  <a:moveTo>
                    <a:pt x="3192780" y="156037"/>
                  </a:moveTo>
                  <a:lnTo>
                    <a:pt x="3267266" y="156037"/>
                  </a:lnTo>
                  <a:lnTo>
                    <a:pt x="3230023" y="51357"/>
                  </a:lnTo>
                  <a:lnTo>
                    <a:pt x="3192685" y="156037"/>
                  </a:lnTo>
                  <a:close/>
                  <a:moveTo>
                    <a:pt x="3580066" y="2970"/>
                  </a:moveTo>
                  <a:lnTo>
                    <a:pt x="3580066" y="252144"/>
                  </a:lnTo>
                  <a:lnTo>
                    <a:pt x="3541014" y="252144"/>
                  </a:lnTo>
                  <a:lnTo>
                    <a:pt x="3541014" y="145845"/>
                  </a:lnTo>
                  <a:lnTo>
                    <a:pt x="3428619" y="145845"/>
                  </a:lnTo>
                  <a:lnTo>
                    <a:pt x="3428619" y="252144"/>
                  </a:lnTo>
                  <a:lnTo>
                    <a:pt x="3390519" y="252144"/>
                  </a:lnTo>
                  <a:lnTo>
                    <a:pt x="3390519" y="2970"/>
                  </a:lnTo>
                  <a:lnTo>
                    <a:pt x="3428619" y="2970"/>
                  </a:lnTo>
                  <a:lnTo>
                    <a:pt x="3428619" y="110698"/>
                  </a:lnTo>
                  <a:lnTo>
                    <a:pt x="3541110" y="110698"/>
                  </a:lnTo>
                  <a:lnTo>
                    <a:pt x="3541110" y="2970"/>
                  </a:lnTo>
                  <a:lnTo>
                    <a:pt x="3580066" y="297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grpSp>
          <p:nvGrpSpPr>
            <p:cNvPr id="709" name="Google Shape;709;p71"/>
            <p:cNvGrpSpPr/>
            <p:nvPr/>
          </p:nvGrpSpPr>
          <p:grpSpPr>
            <a:xfrm>
              <a:off x="6455388" y="4102692"/>
              <a:ext cx="1601438" cy="1455705"/>
              <a:chOff x="3324225" y="2700241"/>
              <a:chExt cx="1601438" cy="1455705"/>
            </a:xfrm>
          </p:grpSpPr>
          <p:sp>
            <p:nvSpPr>
              <p:cNvPr id="710" name="Google Shape;710;p71"/>
              <p:cNvSpPr/>
              <p:nvPr/>
            </p:nvSpPr>
            <p:spPr>
              <a:xfrm>
                <a:off x="4540585" y="3230022"/>
                <a:ext cx="239250" cy="787908"/>
              </a:xfrm>
              <a:custGeom>
                <a:rect b="b" l="l" r="r" t="t"/>
                <a:pathLst>
                  <a:path extrusionOk="0" h="787908" w="239250">
                    <a:moveTo>
                      <a:pt x="14270" y="87440"/>
                    </a:moveTo>
                    <a:cubicBezTo>
                      <a:pt x="36273" y="66580"/>
                      <a:pt x="61895" y="37052"/>
                      <a:pt x="91994" y="12954"/>
                    </a:cubicBezTo>
                    <a:moveTo>
                      <a:pt x="239251" y="549307"/>
                    </a:moveTo>
                    <a:lnTo>
                      <a:pt x="239251" y="635603"/>
                    </a:lnTo>
                    <a:lnTo>
                      <a:pt x="85993" y="787908"/>
                    </a:lnTo>
                    <a:cubicBezTo>
                      <a:pt x="-131844" y="356330"/>
                      <a:pt x="118569" y="176879"/>
                      <a:pt x="239251" y="0"/>
                    </a:cubicBezTo>
                    <a:lnTo>
                      <a:pt x="239251" y="201263"/>
                    </a:lnTo>
                    <a:lnTo>
                      <a:pt x="210676" y="173927"/>
                    </a:lnTo>
                    <a:cubicBezTo>
                      <a:pt x="199817" y="163830"/>
                      <a:pt x="182767" y="164402"/>
                      <a:pt x="172576" y="175165"/>
                    </a:cubicBezTo>
                    <a:cubicBezTo>
                      <a:pt x="162098" y="185738"/>
                      <a:pt x="162098" y="202692"/>
                      <a:pt x="172576" y="213265"/>
                    </a:cubicBezTo>
                    <a:lnTo>
                      <a:pt x="239251" y="276511"/>
                    </a:lnTo>
                    <a:lnTo>
                      <a:pt x="239251" y="350234"/>
                    </a:lnTo>
                    <a:lnTo>
                      <a:pt x="101709" y="343757"/>
                    </a:lnTo>
                    <a:cubicBezTo>
                      <a:pt x="86660" y="342995"/>
                      <a:pt x="73897" y="354521"/>
                      <a:pt x="73134" y="369570"/>
                    </a:cubicBezTo>
                    <a:cubicBezTo>
                      <a:pt x="73134" y="369570"/>
                      <a:pt x="73134" y="369570"/>
                      <a:pt x="73134" y="369570"/>
                    </a:cubicBezTo>
                    <a:cubicBezTo>
                      <a:pt x="72087" y="384524"/>
                      <a:pt x="83136" y="397478"/>
                      <a:pt x="98090" y="398717"/>
                    </a:cubicBezTo>
                    <a:lnTo>
                      <a:pt x="239155" y="405289"/>
                    </a:lnTo>
                    <a:lnTo>
                      <a:pt x="239155" y="486728"/>
                    </a:lnTo>
                    <a:lnTo>
                      <a:pt x="89136" y="545973"/>
                    </a:lnTo>
                    <a:cubicBezTo>
                      <a:pt x="74468" y="551783"/>
                      <a:pt x="67324" y="568452"/>
                      <a:pt x="73230" y="583121"/>
                    </a:cubicBezTo>
                    <a:cubicBezTo>
                      <a:pt x="73230" y="583121"/>
                      <a:pt x="73230" y="583121"/>
                      <a:pt x="73230" y="583216"/>
                    </a:cubicBezTo>
                    <a:cubicBezTo>
                      <a:pt x="78468" y="598075"/>
                      <a:pt x="94756" y="605981"/>
                      <a:pt x="109615" y="600742"/>
                    </a:cubicBezTo>
                    <a:cubicBezTo>
                      <a:pt x="109615" y="600742"/>
                      <a:pt x="109615" y="600742"/>
                      <a:pt x="109615" y="600742"/>
                    </a:cubicBezTo>
                    <a:lnTo>
                      <a:pt x="238965" y="548831"/>
                    </a:lnTo>
                    <a:lnTo>
                      <a:pt x="239155" y="5492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711" name="Google Shape;711;p71"/>
              <p:cNvSpPr/>
              <p:nvPr/>
            </p:nvSpPr>
            <p:spPr>
              <a:xfrm>
                <a:off x="3324225" y="2700241"/>
                <a:ext cx="1601438" cy="1455705"/>
              </a:xfrm>
              <a:custGeom>
                <a:rect b="b" l="l" r="r" t="t"/>
                <a:pathLst>
                  <a:path extrusionOk="0" h="1455705" w="1601438">
                    <a:moveTo>
                      <a:pt x="1337977" y="82201"/>
                    </a:moveTo>
                    <a:lnTo>
                      <a:pt x="1377315" y="124206"/>
                    </a:lnTo>
                    <a:cubicBezTo>
                      <a:pt x="1383316" y="131159"/>
                      <a:pt x="1393793" y="131921"/>
                      <a:pt x="1400747" y="126016"/>
                    </a:cubicBezTo>
                    <a:cubicBezTo>
                      <a:pt x="1407414" y="119729"/>
                      <a:pt x="1407795" y="109252"/>
                      <a:pt x="1401509" y="102489"/>
                    </a:cubicBezTo>
                    <a:lnTo>
                      <a:pt x="1356836" y="54864"/>
                    </a:lnTo>
                    <a:cubicBezTo>
                      <a:pt x="1372076" y="34195"/>
                      <a:pt x="1390174" y="15716"/>
                      <a:pt x="1410557" y="0"/>
                    </a:cubicBezTo>
                    <a:lnTo>
                      <a:pt x="1601438" y="0"/>
                    </a:lnTo>
                    <a:lnTo>
                      <a:pt x="1601438" y="437864"/>
                    </a:lnTo>
                    <a:lnTo>
                      <a:pt x="1503331" y="437864"/>
                    </a:lnTo>
                    <a:cubicBezTo>
                      <a:pt x="1522381" y="377190"/>
                      <a:pt x="1516856" y="312134"/>
                      <a:pt x="1463802" y="233553"/>
                    </a:cubicBezTo>
                    <a:cubicBezTo>
                      <a:pt x="1609725" y="598361"/>
                      <a:pt x="853631" y="586835"/>
                      <a:pt x="1180910" y="1435703"/>
                    </a:cubicBezTo>
                    <a:lnTo>
                      <a:pt x="1163765" y="1455706"/>
                    </a:lnTo>
                    <a:lnTo>
                      <a:pt x="437769" y="1455706"/>
                    </a:lnTo>
                    <a:lnTo>
                      <a:pt x="146304" y="1165289"/>
                    </a:lnTo>
                    <a:lnTo>
                      <a:pt x="146304" y="437579"/>
                    </a:lnTo>
                    <a:lnTo>
                      <a:pt x="0" y="437579"/>
                    </a:lnTo>
                    <a:lnTo>
                      <a:pt x="0" y="95"/>
                    </a:lnTo>
                    <a:lnTo>
                      <a:pt x="727901" y="95"/>
                    </a:lnTo>
                    <a:lnTo>
                      <a:pt x="727901" y="437960"/>
                    </a:lnTo>
                    <a:lnTo>
                      <a:pt x="581882" y="437960"/>
                    </a:lnTo>
                    <a:lnTo>
                      <a:pt x="581882" y="1017937"/>
                    </a:lnTo>
                    <a:lnTo>
                      <a:pt x="1019747" y="1017937"/>
                    </a:lnTo>
                    <a:lnTo>
                      <a:pt x="1019747" y="437483"/>
                    </a:lnTo>
                    <a:lnTo>
                      <a:pt x="873728" y="437483"/>
                    </a:lnTo>
                    <a:lnTo>
                      <a:pt x="873728" y="95"/>
                    </a:lnTo>
                    <a:lnTo>
                      <a:pt x="1343025" y="95"/>
                    </a:lnTo>
                    <a:cubicBezTo>
                      <a:pt x="1189768" y="114300"/>
                      <a:pt x="1096232" y="410147"/>
                      <a:pt x="1230535" y="617411"/>
                    </a:cubicBezTo>
                    <a:cubicBezTo>
                      <a:pt x="1252538" y="596551"/>
                      <a:pt x="1278160" y="567023"/>
                      <a:pt x="1308259" y="542925"/>
                    </a:cubicBezTo>
                    <a:cubicBezTo>
                      <a:pt x="1294352" y="519684"/>
                      <a:pt x="1283589" y="494729"/>
                      <a:pt x="1276064" y="468725"/>
                    </a:cubicBezTo>
                    <a:lnTo>
                      <a:pt x="1433417" y="407765"/>
                    </a:lnTo>
                    <a:cubicBezTo>
                      <a:pt x="1442657" y="404336"/>
                      <a:pt x="1447324" y="394049"/>
                      <a:pt x="1443895" y="384810"/>
                    </a:cubicBezTo>
                    <a:cubicBezTo>
                      <a:pt x="1440466" y="375571"/>
                      <a:pt x="1430179" y="370904"/>
                      <a:pt x="1420939" y="374333"/>
                    </a:cubicBezTo>
                    <a:lnTo>
                      <a:pt x="1267778" y="433673"/>
                    </a:lnTo>
                    <a:cubicBezTo>
                      <a:pt x="1261110" y="396621"/>
                      <a:pt x="1259110" y="358807"/>
                      <a:pt x="1261967" y="321278"/>
                    </a:cubicBezTo>
                    <a:lnTo>
                      <a:pt x="1416082" y="316516"/>
                    </a:lnTo>
                    <a:cubicBezTo>
                      <a:pt x="1425797" y="316325"/>
                      <a:pt x="1433513" y="308420"/>
                      <a:pt x="1433417" y="298704"/>
                    </a:cubicBezTo>
                    <a:cubicBezTo>
                      <a:pt x="1433036" y="288989"/>
                      <a:pt x="1424940" y="281464"/>
                      <a:pt x="1415225" y="281750"/>
                    </a:cubicBezTo>
                    <a:lnTo>
                      <a:pt x="1265587" y="286322"/>
                    </a:lnTo>
                    <a:cubicBezTo>
                      <a:pt x="1270159" y="252698"/>
                      <a:pt x="1277874" y="219647"/>
                      <a:pt x="1288542" y="187452"/>
                    </a:cubicBezTo>
                    <a:lnTo>
                      <a:pt x="1394746" y="222314"/>
                    </a:lnTo>
                    <a:cubicBezTo>
                      <a:pt x="1403699" y="225552"/>
                      <a:pt x="1413510" y="220980"/>
                      <a:pt x="1416844" y="212122"/>
                    </a:cubicBezTo>
                    <a:cubicBezTo>
                      <a:pt x="1419797" y="203168"/>
                      <a:pt x="1414939" y="193453"/>
                      <a:pt x="1405985" y="190405"/>
                    </a:cubicBezTo>
                    <a:lnTo>
                      <a:pt x="1300258" y="155639"/>
                    </a:lnTo>
                    <a:cubicBezTo>
                      <a:pt x="1310640" y="130112"/>
                      <a:pt x="1323308" y="105537"/>
                      <a:pt x="1337977" y="82296"/>
                    </a:cubicBezTo>
                    <a:lnTo>
                      <a:pt x="1337977" y="8229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</p:grpSp>
      <p:grpSp>
        <p:nvGrpSpPr>
          <p:cNvPr id="712" name="Google Shape;712;p71"/>
          <p:cNvGrpSpPr/>
          <p:nvPr/>
        </p:nvGrpSpPr>
        <p:grpSpPr>
          <a:xfrm>
            <a:off x="-3424512" y="-1"/>
            <a:ext cx="3208421" cy="6857999"/>
            <a:chOff x="-3424512" y="-1"/>
            <a:chExt cx="3208421" cy="6857999"/>
          </a:xfrm>
        </p:grpSpPr>
        <p:sp>
          <p:nvSpPr>
            <p:cNvPr id="713" name="Google Shape;713;p71"/>
            <p:cNvSpPr/>
            <p:nvPr/>
          </p:nvSpPr>
          <p:spPr>
            <a:xfrm>
              <a:off x="-3424512" y="-1"/>
              <a:ext cx="3208421" cy="685799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14" name="Google Shape;714;p71"/>
            <p:cNvSpPr txBox="1"/>
            <p:nvPr/>
          </p:nvSpPr>
          <p:spPr>
            <a:xfrm>
              <a:off x="-3267122" y="150741"/>
              <a:ext cx="2941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GB" sz="3200" u="none" cap="none" strike="noStrike">
                  <a:solidFill>
                    <a:schemeClr val="accen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Instruction 1: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71"/>
            <p:cNvSpPr txBox="1"/>
            <p:nvPr/>
          </p:nvSpPr>
          <p:spPr>
            <a:xfrm>
              <a:off x="-3267122" y="818147"/>
              <a:ext cx="294176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To underline keyword in title text box, highlight selected word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16" name="Google Shape;716;p7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143860" y="1824108"/>
              <a:ext cx="875152" cy="905001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717" name="Google Shape;717;p71"/>
            <p:cNvSpPr txBox="1"/>
            <p:nvPr/>
          </p:nvSpPr>
          <p:spPr>
            <a:xfrm>
              <a:off x="-3267122" y="2906262"/>
              <a:ext cx="2502568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2. Then go to 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‘Bold’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in the toolbar and then </a:t>
              </a:r>
              <a:b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‘underline’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after.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18" name="Google Shape;718;p71"/>
            <p:cNvPicPr preferRelativeResize="0"/>
            <p:nvPr/>
          </p:nvPicPr>
          <p:blipFill rotWithShape="1">
            <a:blip r:embed="rId3">
              <a:alphaModFix/>
            </a:blip>
            <a:srcRect b="-62788" l="0" r="0" t="-62788"/>
            <a:stretch/>
          </p:blipFill>
          <p:spPr>
            <a:xfrm>
              <a:off x="-3143862" y="4212225"/>
              <a:ext cx="1654280" cy="1614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9" name="Google Shape;719;p71"/>
            <p:cNvSpPr/>
            <p:nvPr/>
          </p:nvSpPr>
          <p:spPr>
            <a:xfrm>
              <a:off x="-3095847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20" name="Google Shape;720;p71"/>
            <p:cNvSpPr/>
            <p:nvPr/>
          </p:nvSpPr>
          <p:spPr>
            <a:xfrm>
              <a:off x="-2236570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721" name="Google Shape;721;p71"/>
          <p:cNvSpPr txBox="1"/>
          <p:nvPr/>
        </p:nvSpPr>
        <p:spPr>
          <a:xfrm>
            <a:off x="274320" y="6375028"/>
            <a:ext cx="30289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A7A9A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UNIVERSITY OF UTAH HEALTH</a:t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722" name="Google Shape;722;p71"/>
          <p:cNvGrpSpPr/>
          <p:nvPr/>
        </p:nvGrpSpPr>
        <p:grpSpPr>
          <a:xfrm>
            <a:off x="-3424512" y="-1"/>
            <a:ext cx="3208421" cy="6857999"/>
            <a:chOff x="-3424512" y="-1"/>
            <a:chExt cx="3208421" cy="6857999"/>
          </a:xfrm>
        </p:grpSpPr>
        <p:sp>
          <p:nvSpPr>
            <p:cNvPr id="723" name="Google Shape;723;p71"/>
            <p:cNvSpPr/>
            <p:nvPr/>
          </p:nvSpPr>
          <p:spPr>
            <a:xfrm>
              <a:off x="-3424512" y="-1"/>
              <a:ext cx="3208421" cy="685799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24" name="Google Shape;724;p71"/>
            <p:cNvSpPr txBox="1"/>
            <p:nvPr/>
          </p:nvSpPr>
          <p:spPr>
            <a:xfrm>
              <a:off x="-3267122" y="150741"/>
              <a:ext cx="2941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GB" sz="3200" u="none" cap="none" strike="noStrike">
                  <a:solidFill>
                    <a:schemeClr val="accen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Instruction: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71"/>
            <p:cNvSpPr txBox="1"/>
            <p:nvPr/>
          </p:nvSpPr>
          <p:spPr>
            <a:xfrm>
              <a:off x="-3267122" y="818147"/>
              <a:ext cx="294176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To underline keyword in title text box, highlight selected word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26" name="Google Shape;726;p7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143860" y="1824108"/>
              <a:ext cx="875152" cy="905001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727" name="Google Shape;727;p71"/>
            <p:cNvSpPr txBox="1"/>
            <p:nvPr/>
          </p:nvSpPr>
          <p:spPr>
            <a:xfrm>
              <a:off x="-3267122" y="2906262"/>
              <a:ext cx="2502568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2. Then go to 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‘Bold’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in the toolbar and then </a:t>
              </a:r>
              <a:b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‘underline’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after.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28" name="Google Shape;728;p71"/>
            <p:cNvPicPr preferRelativeResize="0"/>
            <p:nvPr/>
          </p:nvPicPr>
          <p:blipFill rotWithShape="1">
            <a:blip r:embed="rId3">
              <a:alphaModFix/>
            </a:blip>
            <a:srcRect b="-62788" l="0" r="0" t="-62788"/>
            <a:stretch/>
          </p:blipFill>
          <p:spPr>
            <a:xfrm>
              <a:off x="-3143862" y="4212225"/>
              <a:ext cx="1654280" cy="1614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9" name="Google Shape;729;p71"/>
            <p:cNvSpPr/>
            <p:nvPr/>
          </p:nvSpPr>
          <p:spPr>
            <a:xfrm>
              <a:off x="-3095847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30" name="Google Shape;730;p71"/>
            <p:cNvSpPr/>
            <p:nvPr/>
          </p:nvSpPr>
          <p:spPr>
            <a:xfrm>
              <a:off x="-2236570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731" name="Google Shape;731;p71"/>
          <p:cNvSpPr txBox="1"/>
          <p:nvPr>
            <p:ph idx="1" type="body"/>
          </p:nvPr>
        </p:nvSpPr>
        <p:spPr>
          <a:xfrm>
            <a:off x="274320" y="5943600"/>
            <a:ext cx="10672763" cy="3304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indent="-342900" lvl="1" marL="9144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 2">
  <p:cSld name="Title and Table 2"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72"/>
          <p:cNvSpPr txBox="1"/>
          <p:nvPr>
            <p:ph type="title"/>
          </p:nvPr>
        </p:nvSpPr>
        <p:spPr>
          <a:xfrm>
            <a:off x="365760" y="365760"/>
            <a:ext cx="10958513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34" name="Google Shape;734;p72"/>
          <p:cNvGrpSpPr/>
          <p:nvPr/>
        </p:nvGrpSpPr>
        <p:grpSpPr>
          <a:xfrm>
            <a:off x="-3424512" y="-1"/>
            <a:ext cx="3208421" cy="6857999"/>
            <a:chOff x="-3424512" y="-1"/>
            <a:chExt cx="3208421" cy="6857999"/>
          </a:xfrm>
        </p:grpSpPr>
        <p:sp>
          <p:nvSpPr>
            <p:cNvPr id="735" name="Google Shape;735;p72"/>
            <p:cNvSpPr/>
            <p:nvPr/>
          </p:nvSpPr>
          <p:spPr>
            <a:xfrm>
              <a:off x="-3424512" y="-1"/>
              <a:ext cx="3208421" cy="685799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36" name="Google Shape;736;p72"/>
            <p:cNvSpPr txBox="1"/>
            <p:nvPr/>
          </p:nvSpPr>
          <p:spPr>
            <a:xfrm>
              <a:off x="-3267122" y="150741"/>
              <a:ext cx="2941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GB" sz="3200" u="none" cap="none" strike="noStrike">
                  <a:solidFill>
                    <a:schemeClr val="accen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Instruction 1: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72"/>
            <p:cNvSpPr txBox="1"/>
            <p:nvPr/>
          </p:nvSpPr>
          <p:spPr>
            <a:xfrm>
              <a:off x="-3267122" y="818147"/>
              <a:ext cx="294176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To underline keyword in title text box, highlight selected word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38" name="Google Shape;738;p7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143860" y="1824108"/>
              <a:ext cx="875152" cy="905001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739" name="Google Shape;739;p72"/>
            <p:cNvSpPr txBox="1"/>
            <p:nvPr/>
          </p:nvSpPr>
          <p:spPr>
            <a:xfrm>
              <a:off x="-3267122" y="2906262"/>
              <a:ext cx="2502568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2. Then go to 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‘Bold’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in the toolbar and then </a:t>
              </a:r>
              <a:b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‘underline’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after.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40" name="Google Shape;740;p72"/>
            <p:cNvPicPr preferRelativeResize="0"/>
            <p:nvPr/>
          </p:nvPicPr>
          <p:blipFill rotWithShape="1">
            <a:blip r:embed="rId3">
              <a:alphaModFix/>
            </a:blip>
            <a:srcRect b="-62788" l="0" r="0" t="-62788"/>
            <a:stretch/>
          </p:blipFill>
          <p:spPr>
            <a:xfrm>
              <a:off x="-3143862" y="4212225"/>
              <a:ext cx="1654280" cy="1614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41" name="Google Shape;741;p72"/>
            <p:cNvSpPr/>
            <p:nvPr/>
          </p:nvSpPr>
          <p:spPr>
            <a:xfrm>
              <a:off x="-3095847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42" name="Google Shape;742;p72"/>
            <p:cNvSpPr/>
            <p:nvPr/>
          </p:nvSpPr>
          <p:spPr>
            <a:xfrm>
              <a:off x="-2236570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743" name="Google Shape;743;p72"/>
          <p:cNvGrpSpPr/>
          <p:nvPr/>
        </p:nvGrpSpPr>
        <p:grpSpPr>
          <a:xfrm>
            <a:off x="10729913" y="6334847"/>
            <a:ext cx="1126458" cy="295807"/>
            <a:chOff x="6455388" y="4102692"/>
            <a:chExt cx="5543454" cy="1455705"/>
          </a:xfrm>
        </p:grpSpPr>
        <p:sp>
          <p:nvSpPr>
            <p:cNvPr id="744" name="Google Shape;744;p72"/>
            <p:cNvSpPr/>
            <p:nvPr/>
          </p:nvSpPr>
          <p:spPr>
            <a:xfrm>
              <a:off x="8423253" y="4383013"/>
              <a:ext cx="3575494" cy="683609"/>
            </a:xfrm>
            <a:custGeom>
              <a:rect b="b" l="l" r="r" t="t"/>
              <a:pathLst>
                <a:path extrusionOk="0" h="683609" w="3575494">
                  <a:moveTo>
                    <a:pt x="527495" y="0"/>
                  </a:moveTo>
                  <a:lnTo>
                    <a:pt x="527495" y="683133"/>
                  </a:lnTo>
                  <a:lnTo>
                    <a:pt x="399669" y="683133"/>
                  </a:lnTo>
                  <a:lnTo>
                    <a:pt x="399669" y="400622"/>
                  </a:lnTo>
                  <a:lnTo>
                    <a:pt x="125921" y="400622"/>
                  </a:lnTo>
                  <a:lnTo>
                    <a:pt x="125921" y="683228"/>
                  </a:lnTo>
                  <a:lnTo>
                    <a:pt x="0" y="683228"/>
                  </a:lnTo>
                  <a:lnTo>
                    <a:pt x="0" y="0"/>
                  </a:lnTo>
                  <a:lnTo>
                    <a:pt x="125921" y="0"/>
                  </a:lnTo>
                  <a:lnTo>
                    <a:pt x="125921" y="286607"/>
                  </a:lnTo>
                  <a:lnTo>
                    <a:pt x="399574" y="286607"/>
                  </a:lnTo>
                  <a:lnTo>
                    <a:pt x="399574" y="0"/>
                  </a:lnTo>
                  <a:lnTo>
                    <a:pt x="527495" y="0"/>
                  </a:lnTo>
                  <a:close/>
                  <a:moveTo>
                    <a:pt x="715994" y="0"/>
                  </a:moveTo>
                  <a:lnTo>
                    <a:pt x="1138809" y="0"/>
                  </a:lnTo>
                  <a:lnTo>
                    <a:pt x="1138809" y="113062"/>
                  </a:lnTo>
                  <a:lnTo>
                    <a:pt x="841915" y="113062"/>
                  </a:lnTo>
                  <a:lnTo>
                    <a:pt x="841915" y="290989"/>
                  </a:lnTo>
                  <a:lnTo>
                    <a:pt x="1101662" y="290989"/>
                  </a:lnTo>
                  <a:lnTo>
                    <a:pt x="1101662" y="403003"/>
                  </a:lnTo>
                  <a:lnTo>
                    <a:pt x="841915" y="403003"/>
                  </a:lnTo>
                  <a:lnTo>
                    <a:pt x="841915" y="570548"/>
                  </a:lnTo>
                  <a:lnTo>
                    <a:pt x="1148334" y="570548"/>
                  </a:lnTo>
                  <a:lnTo>
                    <a:pt x="1148334" y="683609"/>
                  </a:lnTo>
                  <a:lnTo>
                    <a:pt x="715994" y="683609"/>
                  </a:lnTo>
                  <a:lnTo>
                    <a:pt x="715994" y="0"/>
                  </a:lnTo>
                  <a:close/>
                  <a:moveTo>
                    <a:pt x="1686687" y="517589"/>
                  </a:moveTo>
                  <a:lnTo>
                    <a:pt x="1431893" y="517589"/>
                  </a:lnTo>
                  <a:lnTo>
                    <a:pt x="1369409" y="683228"/>
                  </a:lnTo>
                  <a:lnTo>
                    <a:pt x="1234535" y="683228"/>
                  </a:lnTo>
                  <a:lnTo>
                    <a:pt x="1490377" y="95"/>
                  </a:lnTo>
                  <a:lnTo>
                    <a:pt x="1627251" y="95"/>
                  </a:lnTo>
                  <a:lnTo>
                    <a:pt x="1883092" y="683228"/>
                  </a:lnTo>
                  <a:lnTo>
                    <a:pt x="1749171" y="683228"/>
                  </a:lnTo>
                  <a:lnTo>
                    <a:pt x="1686592" y="517589"/>
                  </a:lnTo>
                  <a:close/>
                  <a:moveTo>
                    <a:pt x="1474470" y="406527"/>
                  </a:moveTo>
                  <a:lnTo>
                    <a:pt x="1645063" y="406527"/>
                  </a:lnTo>
                  <a:lnTo>
                    <a:pt x="1558862" y="145733"/>
                  </a:lnTo>
                  <a:lnTo>
                    <a:pt x="1474565" y="406527"/>
                  </a:lnTo>
                  <a:close/>
                  <a:moveTo>
                    <a:pt x="1995392" y="0"/>
                  </a:moveTo>
                  <a:lnTo>
                    <a:pt x="2121980" y="0"/>
                  </a:lnTo>
                  <a:lnTo>
                    <a:pt x="2121980" y="570167"/>
                  </a:lnTo>
                  <a:lnTo>
                    <a:pt x="2385632" y="570167"/>
                  </a:lnTo>
                  <a:lnTo>
                    <a:pt x="2385632" y="683228"/>
                  </a:lnTo>
                  <a:lnTo>
                    <a:pt x="1995392" y="683228"/>
                  </a:lnTo>
                  <a:lnTo>
                    <a:pt x="1995392" y="0"/>
                  </a:lnTo>
                  <a:close/>
                  <a:moveTo>
                    <a:pt x="2395157" y="0"/>
                  </a:moveTo>
                  <a:lnTo>
                    <a:pt x="2907792" y="0"/>
                  </a:lnTo>
                  <a:lnTo>
                    <a:pt x="2907792" y="116014"/>
                  </a:lnTo>
                  <a:lnTo>
                    <a:pt x="2715863" y="116014"/>
                  </a:lnTo>
                  <a:lnTo>
                    <a:pt x="2715863" y="683228"/>
                  </a:lnTo>
                  <a:lnTo>
                    <a:pt x="2587942" y="683228"/>
                  </a:lnTo>
                  <a:lnTo>
                    <a:pt x="2587942" y="116014"/>
                  </a:lnTo>
                  <a:lnTo>
                    <a:pt x="2395061" y="116014"/>
                  </a:lnTo>
                  <a:lnTo>
                    <a:pt x="2395061" y="0"/>
                  </a:lnTo>
                  <a:close/>
                  <a:moveTo>
                    <a:pt x="3575494" y="0"/>
                  </a:moveTo>
                  <a:lnTo>
                    <a:pt x="3575494" y="683133"/>
                  </a:lnTo>
                  <a:lnTo>
                    <a:pt x="3447764" y="683133"/>
                  </a:lnTo>
                  <a:lnTo>
                    <a:pt x="3447764" y="400622"/>
                  </a:lnTo>
                  <a:lnTo>
                    <a:pt x="3174111" y="400622"/>
                  </a:lnTo>
                  <a:lnTo>
                    <a:pt x="3174111" y="683228"/>
                  </a:lnTo>
                  <a:lnTo>
                    <a:pt x="3048191" y="683228"/>
                  </a:lnTo>
                  <a:lnTo>
                    <a:pt x="3048191" y="0"/>
                  </a:lnTo>
                  <a:lnTo>
                    <a:pt x="3174111" y="0"/>
                  </a:lnTo>
                  <a:lnTo>
                    <a:pt x="3174111" y="286607"/>
                  </a:lnTo>
                  <a:lnTo>
                    <a:pt x="3447764" y="286607"/>
                  </a:lnTo>
                  <a:lnTo>
                    <a:pt x="3447764" y="0"/>
                  </a:lnTo>
                  <a:lnTo>
                    <a:pt x="35754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45" name="Google Shape;745;p72"/>
            <p:cNvSpPr/>
            <p:nvPr/>
          </p:nvSpPr>
          <p:spPr>
            <a:xfrm>
              <a:off x="8418776" y="5302158"/>
              <a:ext cx="3580066" cy="255953"/>
            </a:xfrm>
            <a:custGeom>
              <a:rect b="b" l="l" r="r" t="t"/>
              <a:pathLst>
                <a:path extrusionOk="0" h="255953" w="3580066">
                  <a:moveTo>
                    <a:pt x="146113" y="165847"/>
                  </a:moveTo>
                  <a:lnTo>
                    <a:pt x="146113" y="3065"/>
                  </a:lnTo>
                  <a:lnTo>
                    <a:pt x="184880" y="3065"/>
                  </a:lnTo>
                  <a:lnTo>
                    <a:pt x="184880" y="165847"/>
                  </a:lnTo>
                  <a:cubicBezTo>
                    <a:pt x="185452" y="214996"/>
                    <a:pt x="146113" y="255382"/>
                    <a:pt x="96964" y="255954"/>
                  </a:cubicBezTo>
                  <a:cubicBezTo>
                    <a:pt x="95536" y="255954"/>
                    <a:pt x="94107" y="255954"/>
                    <a:pt x="92583" y="255954"/>
                  </a:cubicBezTo>
                  <a:cubicBezTo>
                    <a:pt x="42672" y="255954"/>
                    <a:pt x="0" y="220521"/>
                    <a:pt x="0" y="165943"/>
                  </a:cubicBezTo>
                  <a:lnTo>
                    <a:pt x="0" y="3160"/>
                  </a:lnTo>
                  <a:lnTo>
                    <a:pt x="39148" y="3160"/>
                  </a:lnTo>
                  <a:lnTo>
                    <a:pt x="39148" y="165943"/>
                  </a:lnTo>
                  <a:cubicBezTo>
                    <a:pt x="39148" y="195470"/>
                    <a:pt x="63151" y="219473"/>
                    <a:pt x="92678" y="219473"/>
                  </a:cubicBezTo>
                  <a:cubicBezTo>
                    <a:pt x="122206" y="219473"/>
                    <a:pt x="146209" y="195470"/>
                    <a:pt x="146209" y="165943"/>
                  </a:cubicBezTo>
                  <a:lnTo>
                    <a:pt x="146113" y="165943"/>
                  </a:lnTo>
                  <a:close/>
                  <a:moveTo>
                    <a:pt x="434435" y="252239"/>
                  </a:moveTo>
                  <a:lnTo>
                    <a:pt x="398621" y="252239"/>
                  </a:lnTo>
                  <a:lnTo>
                    <a:pt x="291560" y="73931"/>
                  </a:lnTo>
                  <a:lnTo>
                    <a:pt x="291560" y="252239"/>
                  </a:lnTo>
                  <a:lnTo>
                    <a:pt x="253460" y="252239"/>
                  </a:lnTo>
                  <a:lnTo>
                    <a:pt x="253460" y="3065"/>
                  </a:lnTo>
                  <a:lnTo>
                    <a:pt x="290417" y="3065"/>
                  </a:lnTo>
                  <a:lnTo>
                    <a:pt x="396335" y="179944"/>
                  </a:lnTo>
                  <a:lnTo>
                    <a:pt x="396335" y="3065"/>
                  </a:lnTo>
                  <a:lnTo>
                    <a:pt x="434435" y="3065"/>
                  </a:lnTo>
                  <a:lnTo>
                    <a:pt x="434435" y="252239"/>
                  </a:lnTo>
                  <a:close/>
                  <a:moveTo>
                    <a:pt x="497014" y="3065"/>
                  </a:moveTo>
                  <a:lnTo>
                    <a:pt x="535114" y="3065"/>
                  </a:lnTo>
                  <a:lnTo>
                    <a:pt x="535114" y="252239"/>
                  </a:lnTo>
                  <a:lnTo>
                    <a:pt x="497014" y="252239"/>
                  </a:lnTo>
                  <a:lnTo>
                    <a:pt x="497014" y="3065"/>
                  </a:lnTo>
                  <a:close/>
                  <a:moveTo>
                    <a:pt x="622935" y="3065"/>
                  </a:moveTo>
                  <a:lnTo>
                    <a:pt x="676180" y="188231"/>
                  </a:lnTo>
                  <a:lnTo>
                    <a:pt x="729710" y="3065"/>
                  </a:lnTo>
                  <a:lnTo>
                    <a:pt x="769525" y="3065"/>
                  </a:lnTo>
                  <a:lnTo>
                    <a:pt x="694372" y="252239"/>
                  </a:lnTo>
                  <a:lnTo>
                    <a:pt x="658558" y="252239"/>
                  </a:lnTo>
                  <a:lnTo>
                    <a:pt x="583025" y="3065"/>
                  </a:lnTo>
                  <a:lnTo>
                    <a:pt x="623125" y="3065"/>
                  </a:lnTo>
                  <a:close/>
                  <a:moveTo>
                    <a:pt x="813911" y="3065"/>
                  </a:moveTo>
                  <a:lnTo>
                    <a:pt x="964025" y="3065"/>
                  </a:lnTo>
                  <a:lnTo>
                    <a:pt x="964025" y="38212"/>
                  </a:lnTo>
                  <a:lnTo>
                    <a:pt x="852297" y="38212"/>
                  </a:lnTo>
                  <a:lnTo>
                    <a:pt x="852297" y="111936"/>
                  </a:lnTo>
                  <a:lnTo>
                    <a:pt x="949928" y="111936"/>
                  </a:lnTo>
                  <a:lnTo>
                    <a:pt x="949928" y="146988"/>
                  </a:lnTo>
                  <a:lnTo>
                    <a:pt x="852297" y="146988"/>
                  </a:lnTo>
                  <a:lnTo>
                    <a:pt x="852297" y="216806"/>
                  </a:lnTo>
                  <a:lnTo>
                    <a:pt x="967645" y="216806"/>
                  </a:lnTo>
                  <a:lnTo>
                    <a:pt x="967645" y="251953"/>
                  </a:lnTo>
                  <a:lnTo>
                    <a:pt x="813911" y="251953"/>
                  </a:lnTo>
                  <a:lnTo>
                    <a:pt x="813911" y="3160"/>
                  </a:lnTo>
                  <a:close/>
                  <a:moveTo>
                    <a:pt x="1200436" y="252239"/>
                  </a:moveTo>
                  <a:lnTo>
                    <a:pt x="1153763" y="252239"/>
                  </a:lnTo>
                  <a:lnTo>
                    <a:pt x="1091565" y="160799"/>
                  </a:lnTo>
                  <a:lnTo>
                    <a:pt x="1064800" y="160799"/>
                  </a:lnTo>
                  <a:lnTo>
                    <a:pt x="1064800" y="252239"/>
                  </a:lnTo>
                  <a:lnTo>
                    <a:pt x="1026128" y="252239"/>
                  </a:lnTo>
                  <a:lnTo>
                    <a:pt x="1026128" y="3065"/>
                  </a:lnTo>
                  <a:lnTo>
                    <a:pt x="1123379" y="3065"/>
                  </a:lnTo>
                  <a:cubicBezTo>
                    <a:pt x="1176909" y="3065"/>
                    <a:pt x="1199483" y="42499"/>
                    <a:pt x="1199483" y="82218"/>
                  </a:cubicBezTo>
                  <a:cubicBezTo>
                    <a:pt x="1199483" y="118794"/>
                    <a:pt x="1181005" y="154227"/>
                    <a:pt x="1135094" y="159180"/>
                  </a:cubicBezTo>
                  <a:lnTo>
                    <a:pt x="1200245" y="252144"/>
                  </a:lnTo>
                  <a:close/>
                  <a:moveTo>
                    <a:pt x="1064895" y="38117"/>
                  </a:moveTo>
                  <a:lnTo>
                    <a:pt x="1064895" y="125271"/>
                  </a:lnTo>
                  <a:lnTo>
                    <a:pt x="1120616" y="125271"/>
                  </a:lnTo>
                  <a:cubicBezTo>
                    <a:pt x="1148524" y="125271"/>
                    <a:pt x="1159669" y="103173"/>
                    <a:pt x="1159669" y="81837"/>
                  </a:cubicBezTo>
                  <a:cubicBezTo>
                    <a:pt x="1159669" y="60501"/>
                    <a:pt x="1148810" y="38022"/>
                    <a:pt x="1121569" y="38022"/>
                  </a:cubicBezTo>
                  <a:lnTo>
                    <a:pt x="1064895" y="38022"/>
                  </a:lnTo>
                  <a:close/>
                  <a:moveTo>
                    <a:pt x="1290256" y="179849"/>
                  </a:moveTo>
                  <a:cubicBezTo>
                    <a:pt x="1291019" y="200137"/>
                    <a:pt x="1310164" y="220711"/>
                    <a:pt x="1339882" y="220711"/>
                  </a:cubicBezTo>
                  <a:cubicBezTo>
                    <a:pt x="1369600" y="220711"/>
                    <a:pt x="1384364" y="204805"/>
                    <a:pt x="1386935" y="186707"/>
                  </a:cubicBezTo>
                  <a:cubicBezTo>
                    <a:pt x="1388364" y="163561"/>
                    <a:pt x="1370648" y="151560"/>
                    <a:pt x="1347502" y="146131"/>
                  </a:cubicBezTo>
                  <a:lnTo>
                    <a:pt x="1315974" y="138225"/>
                  </a:lnTo>
                  <a:cubicBezTo>
                    <a:pt x="1262444" y="123747"/>
                    <a:pt x="1254062" y="93362"/>
                    <a:pt x="1254062" y="71550"/>
                  </a:cubicBezTo>
                  <a:cubicBezTo>
                    <a:pt x="1254062" y="28878"/>
                    <a:pt x="1292162" y="303"/>
                    <a:pt x="1336072" y="303"/>
                  </a:cubicBezTo>
                  <a:cubicBezTo>
                    <a:pt x="1379982" y="303"/>
                    <a:pt x="1417034" y="28878"/>
                    <a:pt x="1417034" y="74026"/>
                  </a:cubicBezTo>
                  <a:lnTo>
                    <a:pt x="1378934" y="74026"/>
                  </a:lnTo>
                  <a:cubicBezTo>
                    <a:pt x="1378934" y="51262"/>
                    <a:pt x="1361218" y="35926"/>
                    <a:pt x="1335500" y="35926"/>
                  </a:cubicBezTo>
                  <a:cubicBezTo>
                    <a:pt x="1312736" y="35926"/>
                    <a:pt x="1292447" y="49642"/>
                    <a:pt x="1292447" y="70312"/>
                  </a:cubicBezTo>
                  <a:cubicBezTo>
                    <a:pt x="1292447" y="79837"/>
                    <a:pt x="1296067" y="95267"/>
                    <a:pt x="1325785" y="102887"/>
                  </a:cubicBezTo>
                  <a:lnTo>
                    <a:pt x="1357598" y="111174"/>
                  </a:lnTo>
                  <a:cubicBezTo>
                    <a:pt x="1407890" y="124604"/>
                    <a:pt x="1428845" y="152798"/>
                    <a:pt x="1424940" y="188517"/>
                  </a:cubicBezTo>
                  <a:cubicBezTo>
                    <a:pt x="1421321" y="227569"/>
                    <a:pt x="1387697" y="255192"/>
                    <a:pt x="1339977" y="255192"/>
                  </a:cubicBezTo>
                  <a:cubicBezTo>
                    <a:pt x="1288256" y="255192"/>
                    <a:pt x="1252156" y="219759"/>
                    <a:pt x="1252156" y="179087"/>
                  </a:cubicBezTo>
                  <a:lnTo>
                    <a:pt x="1290256" y="179754"/>
                  </a:lnTo>
                  <a:close/>
                  <a:moveTo>
                    <a:pt x="1475041" y="2970"/>
                  </a:moveTo>
                  <a:lnTo>
                    <a:pt x="1513141" y="2970"/>
                  </a:lnTo>
                  <a:lnTo>
                    <a:pt x="1513141" y="252144"/>
                  </a:lnTo>
                  <a:lnTo>
                    <a:pt x="1475041" y="252144"/>
                  </a:lnTo>
                  <a:lnTo>
                    <a:pt x="1475041" y="2970"/>
                  </a:lnTo>
                  <a:close/>
                  <a:moveTo>
                    <a:pt x="1557147" y="2970"/>
                  </a:moveTo>
                  <a:lnTo>
                    <a:pt x="1742980" y="2970"/>
                  </a:lnTo>
                  <a:lnTo>
                    <a:pt x="1742980" y="38784"/>
                  </a:lnTo>
                  <a:lnTo>
                    <a:pt x="1669732" y="38784"/>
                  </a:lnTo>
                  <a:lnTo>
                    <a:pt x="1669732" y="252239"/>
                  </a:lnTo>
                  <a:lnTo>
                    <a:pt x="1630680" y="252239"/>
                  </a:lnTo>
                  <a:lnTo>
                    <a:pt x="1630680" y="38879"/>
                  </a:lnTo>
                  <a:lnTo>
                    <a:pt x="1557338" y="38879"/>
                  </a:lnTo>
                  <a:lnTo>
                    <a:pt x="1557338" y="2970"/>
                  </a:lnTo>
                  <a:close/>
                  <a:moveTo>
                    <a:pt x="1861375" y="252144"/>
                  </a:moveTo>
                  <a:lnTo>
                    <a:pt x="1861375" y="137939"/>
                  </a:lnTo>
                  <a:lnTo>
                    <a:pt x="1766221" y="3065"/>
                  </a:lnTo>
                  <a:lnTo>
                    <a:pt x="1812227" y="3065"/>
                  </a:lnTo>
                  <a:lnTo>
                    <a:pt x="1880997" y="102125"/>
                  </a:lnTo>
                  <a:lnTo>
                    <a:pt x="1950434" y="3065"/>
                  </a:lnTo>
                  <a:lnTo>
                    <a:pt x="1996440" y="3065"/>
                  </a:lnTo>
                  <a:lnTo>
                    <a:pt x="1900619" y="138320"/>
                  </a:lnTo>
                  <a:lnTo>
                    <a:pt x="1900619" y="252525"/>
                  </a:lnTo>
                  <a:lnTo>
                    <a:pt x="1861566" y="252144"/>
                  </a:lnTo>
                  <a:close/>
                  <a:moveTo>
                    <a:pt x="2238566" y="17"/>
                  </a:moveTo>
                  <a:cubicBezTo>
                    <a:pt x="2309146" y="-1126"/>
                    <a:pt x="2367248" y="55262"/>
                    <a:pt x="2368391" y="125842"/>
                  </a:cubicBezTo>
                  <a:cubicBezTo>
                    <a:pt x="2369534" y="196423"/>
                    <a:pt x="2313146" y="254525"/>
                    <a:pt x="2242566" y="255668"/>
                  </a:cubicBezTo>
                  <a:cubicBezTo>
                    <a:pt x="2171986" y="256811"/>
                    <a:pt x="2113883" y="200423"/>
                    <a:pt x="2112740" y="129843"/>
                  </a:cubicBezTo>
                  <a:cubicBezTo>
                    <a:pt x="2112740" y="129271"/>
                    <a:pt x="2112740" y="128605"/>
                    <a:pt x="2112740" y="128033"/>
                  </a:cubicBezTo>
                  <a:cubicBezTo>
                    <a:pt x="2111788" y="58310"/>
                    <a:pt x="2167604" y="970"/>
                    <a:pt x="2237327" y="17"/>
                  </a:cubicBezTo>
                  <a:cubicBezTo>
                    <a:pt x="2237708" y="17"/>
                    <a:pt x="2238184" y="17"/>
                    <a:pt x="2238566" y="17"/>
                  </a:cubicBezTo>
                  <a:close/>
                  <a:moveTo>
                    <a:pt x="2238566" y="218140"/>
                  </a:moveTo>
                  <a:cubicBezTo>
                    <a:pt x="2288381" y="219664"/>
                    <a:pt x="2330006" y="180516"/>
                    <a:pt x="2331530" y="130700"/>
                  </a:cubicBezTo>
                  <a:cubicBezTo>
                    <a:pt x="2333054" y="80884"/>
                    <a:pt x="2293906" y="39260"/>
                    <a:pt x="2244090" y="37736"/>
                  </a:cubicBezTo>
                  <a:cubicBezTo>
                    <a:pt x="2194274" y="36212"/>
                    <a:pt x="2152650" y="75360"/>
                    <a:pt x="2151126" y="125176"/>
                  </a:cubicBezTo>
                  <a:cubicBezTo>
                    <a:pt x="2151126" y="126128"/>
                    <a:pt x="2151126" y="127081"/>
                    <a:pt x="2151126" y="128128"/>
                  </a:cubicBezTo>
                  <a:cubicBezTo>
                    <a:pt x="2150078" y="176896"/>
                    <a:pt x="2188750" y="217187"/>
                    <a:pt x="2237423" y="218235"/>
                  </a:cubicBezTo>
                  <a:cubicBezTo>
                    <a:pt x="2237804" y="218235"/>
                    <a:pt x="2238184" y="218235"/>
                    <a:pt x="2238566" y="218235"/>
                  </a:cubicBezTo>
                  <a:lnTo>
                    <a:pt x="2238566" y="218235"/>
                  </a:lnTo>
                  <a:close/>
                  <a:moveTo>
                    <a:pt x="2413349" y="2970"/>
                  </a:moveTo>
                  <a:lnTo>
                    <a:pt x="2561558" y="2970"/>
                  </a:lnTo>
                  <a:lnTo>
                    <a:pt x="2561558" y="38117"/>
                  </a:lnTo>
                  <a:lnTo>
                    <a:pt x="2451640" y="38117"/>
                  </a:lnTo>
                  <a:lnTo>
                    <a:pt x="2451640" y="111841"/>
                  </a:lnTo>
                  <a:lnTo>
                    <a:pt x="2538413" y="111841"/>
                  </a:lnTo>
                  <a:lnTo>
                    <a:pt x="2538413" y="146893"/>
                  </a:lnTo>
                  <a:lnTo>
                    <a:pt x="2451640" y="146893"/>
                  </a:lnTo>
                  <a:lnTo>
                    <a:pt x="2451640" y="251572"/>
                  </a:lnTo>
                  <a:lnTo>
                    <a:pt x="2413540" y="251572"/>
                  </a:lnTo>
                  <a:lnTo>
                    <a:pt x="2413349" y="2970"/>
                  </a:lnTo>
                  <a:close/>
                  <a:moveTo>
                    <a:pt x="2842260" y="165752"/>
                  </a:moveTo>
                  <a:lnTo>
                    <a:pt x="2842260" y="2970"/>
                  </a:lnTo>
                  <a:lnTo>
                    <a:pt x="2881027" y="2970"/>
                  </a:lnTo>
                  <a:lnTo>
                    <a:pt x="2881027" y="165752"/>
                  </a:lnTo>
                  <a:cubicBezTo>
                    <a:pt x="2881598" y="214901"/>
                    <a:pt x="2842260" y="255287"/>
                    <a:pt x="2793111" y="255859"/>
                  </a:cubicBezTo>
                  <a:cubicBezTo>
                    <a:pt x="2791682" y="255859"/>
                    <a:pt x="2790254" y="255859"/>
                    <a:pt x="2788730" y="255859"/>
                  </a:cubicBezTo>
                  <a:cubicBezTo>
                    <a:pt x="2738819" y="255859"/>
                    <a:pt x="2696147" y="220426"/>
                    <a:pt x="2696147" y="165847"/>
                  </a:cubicBezTo>
                  <a:lnTo>
                    <a:pt x="2696147" y="3065"/>
                  </a:lnTo>
                  <a:lnTo>
                    <a:pt x="2735199" y="3065"/>
                  </a:lnTo>
                  <a:lnTo>
                    <a:pt x="2735199" y="165847"/>
                  </a:lnTo>
                  <a:cubicBezTo>
                    <a:pt x="2735199" y="195375"/>
                    <a:pt x="2759202" y="219378"/>
                    <a:pt x="2788730" y="219378"/>
                  </a:cubicBezTo>
                  <a:cubicBezTo>
                    <a:pt x="2818257" y="219378"/>
                    <a:pt x="2842260" y="195375"/>
                    <a:pt x="2842260" y="165847"/>
                  </a:cubicBezTo>
                  <a:close/>
                  <a:moveTo>
                    <a:pt x="2930461" y="2970"/>
                  </a:moveTo>
                  <a:lnTo>
                    <a:pt x="3116390" y="2970"/>
                  </a:lnTo>
                  <a:lnTo>
                    <a:pt x="3116390" y="38784"/>
                  </a:lnTo>
                  <a:lnTo>
                    <a:pt x="3043047" y="38784"/>
                  </a:lnTo>
                  <a:lnTo>
                    <a:pt x="3043047" y="252239"/>
                  </a:lnTo>
                  <a:lnTo>
                    <a:pt x="3003995" y="252239"/>
                  </a:lnTo>
                  <a:lnTo>
                    <a:pt x="3003995" y="38879"/>
                  </a:lnTo>
                  <a:lnTo>
                    <a:pt x="2930652" y="38879"/>
                  </a:lnTo>
                  <a:lnTo>
                    <a:pt x="2930652" y="2970"/>
                  </a:lnTo>
                  <a:close/>
                  <a:moveTo>
                    <a:pt x="3280315" y="190422"/>
                  </a:moveTo>
                  <a:lnTo>
                    <a:pt x="3179826" y="190422"/>
                  </a:lnTo>
                  <a:lnTo>
                    <a:pt x="3155919" y="252715"/>
                  </a:lnTo>
                  <a:lnTo>
                    <a:pt x="3115056" y="252715"/>
                  </a:lnTo>
                  <a:lnTo>
                    <a:pt x="3208782" y="3065"/>
                  </a:lnTo>
                  <a:lnTo>
                    <a:pt x="3250406" y="3065"/>
                  </a:lnTo>
                  <a:lnTo>
                    <a:pt x="3344418" y="252239"/>
                  </a:lnTo>
                  <a:lnTo>
                    <a:pt x="3303937" y="252239"/>
                  </a:lnTo>
                  <a:lnTo>
                    <a:pt x="3280220" y="190422"/>
                  </a:lnTo>
                  <a:close/>
                  <a:moveTo>
                    <a:pt x="3192780" y="156037"/>
                  </a:moveTo>
                  <a:lnTo>
                    <a:pt x="3267266" y="156037"/>
                  </a:lnTo>
                  <a:lnTo>
                    <a:pt x="3230023" y="51357"/>
                  </a:lnTo>
                  <a:lnTo>
                    <a:pt x="3192685" y="156037"/>
                  </a:lnTo>
                  <a:close/>
                  <a:moveTo>
                    <a:pt x="3580066" y="2970"/>
                  </a:moveTo>
                  <a:lnTo>
                    <a:pt x="3580066" y="252144"/>
                  </a:lnTo>
                  <a:lnTo>
                    <a:pt x="3541014" y="252144"/>
                  </a:lnTo>
                  <a:lnTo>
                    <a:pt x="3541014" y="145845"/>
                  </a:lnTo>
                  <a:lnTo>
                    <a:pt x="3428619" y="145845"/>
                  </a:lnTo>
                  <a:lnTo>
                    <a:pt x="3428619" y="252144"/>
                  </a:lnTo>
                  <a:lnTo>
                    <a:pt x="3390519" y="252144"/>
                  </a:lnTo>
                  <a:lnTo>
                    <a:pt x="3390519" y="2970"/>
                  </a:lnTo>
                  <a:lnTo>
                    <a:pt x="3428619" y="2970"/>
                  </a:lnTo>
                  <a:lnTo>
                    <a:pt x="3428619" y="110698"/>
                  </a:lnTo>
                  <a:lnTo>
                    <a:pt x="3541110" y="110698"/>
                  </a:lnTo>
                  <a:lnTo>
                    <a:pt x="3541110" y="2970"/>
                  </a:lnTo>
                  <a:lnTo>
                    <a:pt x="3580066" y="297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grpSp>
          <p:nvGrpSpPr>
            <p:cNvPr id="746" name="Google Shape;746;p72"/>
            <p:cNvGrpSpPr/>
            <p:nvPr/>
          </p:nvGrpSpPr>
          <p:grpSpPr>
            <a:xfrm>
              <a:off x="6455388" y="4102692"/>
              <a:ext cx="1601438" cy="1455705"/>
              <a:chOff x="3324225" y="2700241"/>
              <a:chExt cx="1601438" cy="1455705"/>
            </a:xfrm>
          </p:grpSpPr>
          <p:sp>
            <p:nvSpPr>
              <p:cNvPr id="747" name="Google Shape;747;p72"/>
              <p:cNvSpPr/>
              <p:nvPr/>
            </p:nvSpPr>
            <p:spPr>
              <a:xfrm>
                <a:off x="4540585" y="3230022"/>
                <a:ext cx="239250" cy="787908"/>
              </a:xfrm>
              <a:custGeom>
                <a:rect b="b" l="l" r="r" t="t"/>
                <a:pathLst>
                  <a:path extrusionOk="0" h="787908" w="239250">
                    <a:moveTo>
                      <a:pt x="14270" y="87440"/>
                    </a:moveTo>
                    <a:cubicBezTo>
                      <a:pt x="36273" y="66580"/>
                      <a:pt x="61895" y="37052"/>
                      <a:pt x="91994" y="12954"/>
                    </a:cubicBezTo>
                    <a:moveTo>
                      <a:pt x="239251" y="549307"/>
                    </a:moveTo>
                    <a:lnTo>
                      <a:pt x="239251" y="635603"/>
                    </a:lnTo>
                    <a:lnTo>
                      <a:pt x="85993" y="787908"/>
                    </a:lnTo>
                    <a:cubicBezTo>
                      <a:pt x="-131844" y="356330"/>
                      <a:pt x="118569" y="176879"/>
                      <a:pt x="239251" y="0"/>
                    </a:cubicBezTo>
                    <a:lnTo>
                      <a:pt x="239251" y="201263"/>
                    </a:lnTo>
                    <a:lnTo>
                      <a:pt x="210676" y="173927"/>
                    </a:lnTo>
                    <a:cubicBezTo>
                      <a:pt x="199817" y="163830"/>
                      <a:pt x="182767" y="164402"/>
                      <a:pt x="172576" y="175165"/>
                    </a:cubicBezTo>
                    <a:cubicBezTo>
                      <a:pt x="162098" y="185738"/>
                      <a:pt x="162098" y="202692"/>
                      <a:pt x="172576" y="213265"/>
                    </a:cubicBezTo>
                    <a:lnTo>
                      <a:pt x="239251" y="276511"/>
                    </a:lnTo>
                    <a:lnTo>
                      <a:pt x="239251" y="350234"/>
                    </a:lnTo>
                    <a:lnTo>
                      <a:pt x="101709" y="343757"/>
                    </a:lnTo>
                    <a:cubicBezTo>
                      <a:pt x="86660" y="342995"/>
                      <a:pt x="73897" y="354521"/>
                      <a:pt x="73134" y="369570"/>
                    </a:cubicBezTo>
                    <a:cubicBezTo>
                      <a:pt x="73134" y="369570"/>
                      <a:pt x="73134" y="369570"/>
                      <a:pt x="73134" y="369570"/>
                    </a:cubicBezTo>
                    <a:cubicBezTo>
                      <a:pt x="72087" y="384524"/>
                      <a:pt x="83136" y="397478"/>
                      <a:pt x="98090" y="398717"/>
                    </a:cubicBezTo>
                    <a:lnTo>
                      <a:pt x="239155" y="405289"/>
                    </a:lnTo>
                    <a:lnTo>
                      <a:pt x="239155" y="486728"/>
                    </a:lnTo>
                    <a:lnTo>
                      <a:pt x="89136" y="545973"/>
                    </a:lnTo>
                    <a:cubicBezTo>
                      <a:pt x="74468" y="551783"/>
                      <a:pt x="67324" y="568452"/>
                      <a:pt x="73230" y="583121"/>
                    </a:cubicBezTo>
                    <a:cubicBezTo>
                      <a:pt x="73230" y="583121"/>
                      <a:pt x="73230" y="583121"/>
                      <a:pt x="73230" y="583216"/>
                    </a:cubicBezTo>
                    <a:cubicBezTo>
                      <a:pt x="78468" y="598075"/>
                      <a:pt x="94756" y="605981"/>
                      <a:pt x="109615" y="600742"/>
                    </a:cubicBezTo>
                    <a:cubicBezTo>
                      <a:pt x="109615" y="600742"/>
                      <a:pt x="109615" y="600742"/>
                      <a:pt x="109615" y="600742"/>
                    </a:cubicBezTo>
                    <a:lnTo>
                      <a:pt x="238965" y="548831"/>
                    </a:lnTo>
                    <a:lnTo>
                      <a:pt x="239155" y="5492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748" name="Google Shape;748;p72"/>
              <p:cNvSpPr/>
              <p:nvPr/>
            </p:nvSpPr>
            <p:spPr>
              <a:xfrm>
                <a:off x="3324225" y="2700241"/>
                <a:ext cx="1601438" cy="1455705"/>
              </a:xfrm>
              <a:custGeom>
                <a:rect b="b" l="l" r="r" t="t"/>
                <a:pathLst>
                  <a:path extrusionOk="0" h="1455705" w="1601438">
                    <a:moveTo>
                      <a:pt x="1337977" y="82201"/>
                    </a:moveTo>
                    <a:lnTo>
                      <a:pt x="1377315" y="124206"/>
                    </a:lnTo>
                    <a:cubicBezTo>
                      <a:pt x="1383316" y="131159"/>
                      <a:pt x="1393793" y="131921"/>
                      <a:pt x="1400747" y="126016"/>
                    </a:cubicBezTo>
                    <a:cubicBezTo>
                      <a:pt x="1407414" y="119729"/>
                      <a:pt x="1407795" y="109252"/>
                      <a:pt x="1401509" y="102489"/>
                    </a:cubicBezTo>
                    <a:lnTo>
                      <a:pt x="1356836" y="54864"/>
                    </a:lnTo>
                    <a:cubicBezTo>
                      <a:pt x="1372076" y="34195"/>
                      <a:pt x="1390174" y="15716"/>
                      <a:pt x="1410557" y="0"/>
                    </a:cubicBezTo>
                    <a:lnTo>
                      <a:pt x="1601438" y="0"/>
                    </a:lnTo>
                    <a:lnTo>
                      <a:pt x="1601438" y="437864"/>
                    </a:lnTo>
                    <a:lnTo>
                      <a:pt x="1503331" y="437864"/>
                    </a:lnTo>
                    <a:cubicBezTo>
                      <a:pt x="1522381" y="377190"/>
                      <a:pt x="1516856" y="312134"/>
                      <a:pt x="1463802" y="233553"/>
                    </a:cubicBezTo>
                    <a:cubicBezTo>
                      <a:pt x="1609725" y="598361"/>
                      <a:pt x="853631" y="586835"/>
                      <a:pt x="1180910" y="1435703"/>
                    </a:cubicBezTo>
                    <a:lnTo>
                      <a:pt x="1163765" y="1455706"/>
                    </a:lnTo>
                    <a:lnTo>
                      <a:pt x="437769" y="1455706"/>
                    </a:lnTo>
                    <a:lnTo>
                      <a:pt x="146304" y="1165289"/>
                    </a:lnTo>
                    <a:lnTo>
                      <a:pt x="146304" y="437579"/>
                    </a:lnTo>
                    <a:lnTo>
                      <a:pt x="0" y="437579"/>
                    </a:lnTo>
                    <a:lnTo>
                      <a:pt x="0" y="95"/>
                    </a:lnTo>
                    <a:lnTo>
                      <a:pt x="727901" y="95"/>
                    </a:lnTo>
                    <a:lnTo>
                      <a:pt x="727901" y="437960"/>
                    </a:lnTo>
                    <a:lnTo>
                      <a:pt x="581882" y="437960"/>
                    </a:lnTo>
                    <a:lnTo>
                      <a:pt x="581882" y="1017937"/>
                    </a:lnTo>
                    <a:lnTo>
                      <a:pt x="1019747" y="1017937"/>
                    </a:lnTo>
                    <a:lnTo>
                      <a:pt x="1019747" y="437483"/>
                    </a:lnTo>
                    <a:lnTo>
                      <a:pt x="873728" y="437483"/>
                    </a:lnTo>
                    <a:lnTo>
                      <a:pt x="873728" y="95"/>
                    </a:lnTo>
                    <a:lnTo>
                      <a:pt x="1343025" y="95"/>
                    </a:lnTo>
                    <a:cubicBezTo>
                      <a:pt x="1189768" y="114300"/>
                      <a:pt x="1096232" y="410147"/>
                      <a:pt x="1230535" y="617411"/>
                    </a:cubicBezTo>
                    <a:cubicBezTo>
                      <a:pt x="1252538" y="596551"/>
                      <a:pt x="1278160" y="567023"/>
                      <a:pt x="1308259" y="542925"/>
                    </a:cubicBezTo>
                    <a:cubicBezTo>
                      <a:pt x="1294352" y="519684"/>
                      <a:pt x="1283589" y="494729"/>
                      <a:pt x="1276064" y="468725"/>
                    </a:cubicBezTo>
                    <a:lnTo>
                      <a:pt x="1433417" y="407765"/>
                    </a:lnTo>
                    <a:cubicBezTo>
                      <a:pt x="1442657" y="404336"/>
                      <a:pt x="1447324" y="394049"/>
                      <a:pt x="1443895" y="384810"/>
                    </a:cubicBezTo>
                    <a:cubicBezTo>
                      <a:pt x="1440466" y="375571"/>
                      <a:pt x="1430179" y="370904"/>
                      <a:pt x="1420939" y="374333"/>
                    </a:cubicBezTo>
                    <a:lnTo>
                      <a:pt x="1267778" y="433673"/>
                    </a:lnTo>
                    <a:cubicBezTo>
                      <a:pt x="1261110" y="396621"/>
                      <a:pt x="1259110" y="358807"/>
                      <a:pt x="1261967" y="321278"/>
                    </a:cubicBezTo>
                    <a:lnTo>
                      <a:pt x="1416082" y="316516"/>
                    </a:lnTo>
                    <a:cubicBezTo>
                      <a:pt x="1425797" y="316325"/>
                      <a:pt x="1433513" y="308420"/>
                      <a:pt x="1433417" y="298704"/>
                    </a:cubicBezTo>
                    <a:cubicBezTo>
                      <a:pt x="1433036" y="288989"/>
                      <a:pt x="1424940" y="281464"/>
                      <a:pt x="1415225" y="281750"/>
                    </a:cubicBezTo>
                    <a:lnTo>
                      <a:pt x="1265587" y="286322"/>
                    </a:lnTo>
                    <a:cubicBezTo>
                      <a:pt x="1270159" y="252698"/>
                      <a:pt x="1277874" y="219647"/>
                      <a:pt x="1288542" y="187452"/>
                    </a:cubicBezTo>
                    <a:lnTo>
                      <a:pt x="1394746" y="222314"/>
                    </a:lnTo>
                    <a:cubicBezTo>
                      <a:pt x="1403699" y="225552"/>
                      <a:pt x="1413510" y="220980"/>
                      <a:pt x="1416844" y="212122"/>
                    </a:cubicBezTo>
                    <a:cubicBezTo>
                      <a:pt x="1419797" y="203168"/>
                      <a:pt x="1414939" y="193453"/>
                      <a:pt x="1405985" y="190405"/>
                    </a:cubicBezTo>
                    <a:lnTo>
                      <a:pt x="1300258" y="155639"/>
                    </a:lnTo>
                    <a:cubicBezTo>
                      <a:pt x="1310640" y="130112"/>
                      <a:pt x="1323308" y="105537"/>
                      <a:pt x="1337977" y="82296"/>
                    </a:cubicBezTo>
                    <a:lnTo>
                      <a:pt x="1337977" y="8229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</p:grpSp>
      <p:grpSp>
        <p:nvGrpSpPr>
          <p:cNvPr id="749" name="Google Shape;749;p72"/>
          <p:cNvGrpSpPr/>
          <p:nvPr/>
        </p:nvGrpSpPr>
        <p:grpSpPr>
          <a:xfrm>
            <a:off x="-3424512" y="-1"/>
            <a:ext cx="3208421" cy="6857999"/>
            <a:chOff x="-3424512" y="-1"/>
            <a:chExt cx="3208421" cy="6857999"/>
          </a:xfrm>
        </p:grpSpPr>
        <p:sp>
          <p:nvSpPr>
            <p:cNvPr id="750" name="Google Shape;750;p72"/>
            <p:cNvSpPr/>
            <p:nvPr/>
          </p:nvSpPr>
          <p:spPr>
            <a:xfrm>
              <a:off x="-3424512" y="-1"/>
              <a:ext cx="3208421" cy="685799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51" name="Google Shape;751;p72"/>
            <p:cNvSpPr txBox="1"/>
            <p:nvPr/>
          </p:nvSpPr>
          <p:spPr>
            <a:xfrm>
              <a:off x="-3267122" y="150741"/>
              <a:ext cx="2941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GB" sz="3200" u="none" cap="none" strike="noStrike">
                  <a:solidFill>
                    <a:schemeClr val="accen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Instruction: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72"/>
            <p:cNvSpPr txBox="1"/>
            <p:nvPr/>
          </p:nvSpPr>
          <p:spPr>
            <a:xfrm>
              <a:off x="-3267122" y="818147"/>
              <a:ext cx="294176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To underline keyword in title text box, highlight selected word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53" name="Google Shape;753;p7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143860" y="1824108"/>
              <a:ext cx="875152" cy="905001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754" name="Google Shape;754;p72"/>
            <p:cNvSpPr txBox="1"/>
            <p:nvPr/>
          </p:nvSpPr>
          <p:spPr>
            <a:xfrm>
              <a:off x="-3267122" y="2906262"/>
              <a:ext cx="2502568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2. Then go to 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‘Bold’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in the toolbar and then </a:t>
              </a:r>
              <a:b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‘underline’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after.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55" name="Google Shape;755;p72"/>
            <p:cNvPicPr preferRelativeResize="0"/>
            <p:nvPr/>
          </p:nvPicPr>
          <p:blipFill rotWithShape="1">
            <a:blip r:embed="rId3">
              <a:alphaModFix/>
            </a:blip>
            <a:srcRect b="-62788" l="0" r="0" t="-62788"/>
            <a:stretch/>
          </p:blipFill>
          <p:spPr>
            <a:xfrm>
              <a:off x="-3143862" y="4212225"/>
              <a:ext cx="1654280" cy="1614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6" name="Google Shape;756;p72"/>
            <p:cNvSpPr/>
            <p:nvPr/>
          </p:nvSpPr>
          <p:spPr>
            <a:xfrm>
              <a:off x="-3095847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57" name="Google Shape;757;p72"/>
            <p:cNvSpPr/>
            <p:nvPr/>
          </p:nvSpPr>
          <p:spPr>
            <a:xfrm>
              <a:off x="-2236570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758" name="Google Shape;758;p72"/>
          <p:cNvGrpSpPr/>
          <p:nvPr/>
        </p:nvGrpSpPr>
        <p:grpSpPr>
          <a:xfrm>
            <a:off x="10729913" y="6334847"/>
            <a:ext cx="1126458" cy="295807"/>
            <a:chOff x="6455388" y="4102692"/>
            <a:chExt cx="5543454" cy="1455705"/>
          </a:xfrm>
        </p:grpSpPr>
        <p:sp>
          <p:nvSpPr>
            <p:cNvPr id="759" name="Google Shape;759;p72"/>
            <p:cNvSpPr/>
            <p:nvPr/>
          </p:nvSpPr>
          <p:spPr>
            <a:xfrm>
              <a:off x="8423253" y="4383013"/>
              <a:ext cx="3575494" cy="683609"/>
            </a:xfrm>
            <a:custGeom>
              <a:rect b="b" l="l" r="r" t="t"/>
              <a:pathLst>
                <a:path extrusionOk="0" h="683609" w="3575494">
                  <a:moveTo>
                    <a:pt x="527495" y="0"/>
                  </a:moveTo>
                  <a:lnTo>
                    <a:pt x="527495" y="683133"/>
                  </a:lnTo>
                  <a:lnTo>
                    <a:pt x="399669" y="683133"/>
                  </a:lnTo>
                  <a:lnTo>
                    <a:pt x="399669" y="400622"/>
                  </a:lnTo>
                  <a:lnTo>
                    <a:pt x="125921" y="400622"/>
                  </a:lnTo>
                  <a:lnTo>
                    <a:pt x="125921" y="683228"/>
                  </a:lnTo>
                  <a:lnTo>
                    <a:pt x="0" y="683228"/>
                  </a:lnTo>
                  <a:lnTo>
                    <a:pt x="0" y="0"/>
                  </a:lnTo>
                  <a:lnTo>
                    <a:pt x="125921" y="0"/>
                  </a:lnTo>
                  <a:lnTo>
                    <a:pt x="125921" y="286607"/>
                  </a:lnTo>
                  <a:lnTo>
                    <a:pt x="399574" y="286607"/>
                  </a:lnTo>
                  <a:lnTo>
                    <a:pt x="399574" y="0"/>
                  </a:lnTo>
                  <a:lnTo>
                    <a:pt x="527495" y="0"/>
                  </a:lnTo>
                  <a:close/>
                  <a:moveTo>
                    <a:pt x="715994" y="0"/>
                  </a:moveTo>
                  <a:lnTo>
                    <a:pt x="1138809" y="0"/>
                  </a:lnTo>
                  <a:lnTo>
                    <a:pt x="1138809" y="113062"/>
                  </a:lnTo>
                  <a:lnTo>
                    <a:pt x="841915" y="113062"/>
                  </a:lnTo>
                  <a:lnTo>
                    <a:pt x="841915" y="290989"/>
                  </a:lnTo>
                  <a:lnTo>
                    <a:pt x="1101662" y="290989"/>
                  </a:lnTo>
                  <a:lnTo>
                    <a:pt x="1101662" y="403003"/>
                  </a:lnTo>
                  <a:lnTo>
                    <a:pt x="841915" y="403003"/>
                  </a:lnTo>
                  <a:lnTo>
                    <a:pt x="841915" y="570548"/>
                  </a:lnTo>
                  <a:lnTo>
                    <a:pt x="1148334" y="570548"/>
                  </a:lnTo>
                  <a:lnTo>
                    <a:pt x="1148334" y="683609"/>
                  </a:lnTo>
                  <a:lnTo>
                    <a:pt x="715994" y="683609"/>
                  </a:lnTo>
                  <a:lnTo>
                    <a:pt x="715994" y="0"/>
                  </a:lnTo>
                  <a:close/>
                  <a:moveTo>
                    <a:pt x="1686687" y="517589"/>
                  </a:moveTo>
                  <a:lnTo>
                    <a:pt x="1431893" y="517589"/>
                  </a:lnTo>
                  <a:lnTo>
                    <a:pt x="1369409" y="683228"/>
                  </a:lnTo>
                  <a:lnTo>
                    <a:pt x="1234535" y="683228"/>
                  </a:lnTo>
                  <a:lnTo>
                    <a:pt x="1490377" y="95"/>
                  </a:lnTo>
                  <a:lnTo>
                    <a:pt x="1627251" y="95"/>
                  </a:lnTo>
                  <a:lnTo>
                    <a:pt x="1883092" y="683228"/>
                  </a:lnTo>
                  <a:lnTo>
                    <a:pt x="1749171" y="683228"/>
                  </a:lnTo>
                  <a:lnTo>
                    <a:pt x="1686592" y="517589"/>
                  </a:lnTo>
                  <a:close/>
                  <a:moveTo>
                    <a:pt x="1474470" y="406527"/>
                  </a:moveTo>
                  <a:lnTo>
                    <a:pt x="1645063" y="406527"/>
                  </a:lnTo>
                  <a:lnTo>
                    <a:pt x="1558862" y="145733"/>
                  </a:lnTo>
                  <a:lnTo>
                    <a:pt x="1474565" y="406527"/>
                  </a:lnTo>
                  <a:close/>
                  <a:moveTo>
                    <a:pt x="1995392" y="0"/>
                  </a:moveTo>
                  <a:lnTo>
                    <a:pt x="2121980" y="0"/>
                  </a:lnTo>
                  <a:lnTo>
                    <a:pt x="2121980" y="570167"/>
                  </a:lnTo>
                  <a:lnTo>
                    <a:pt x="2385632" y="570167"/>
                  </a:lnTo>
                  <a:lnTo>
                    <a:pt x="2385632" y="683228"/>
                  </a:lnTo>
                  <a:lnTo>
                    <a:pt x="1995392" y="683228"/>
                  </a:lnTo>
                  <a:lnTo>
                    <a:pt x="1995392" y="0"/>
                  </a:lnTo>
                  <a:close/>
                  <a:moveTo>
                    <a:pt x="2395157" y="0"/>
                  </a:moveTo>
                  <a:lnTo>
                    <a:pt x="2907792" y="0"/>
                  </a:lnTo>
                  <a:lnTo>
                    <a:pt x="2907792" y="116014"/>
                  </a:lnTo>
                  <a:lnTo>
                    <a:pt x="2715863" y="116014"/>
                  </a:lnTo>
                  <a:lnTo>
                    <a:pt x="2715863" y="683228"/>
                  </a:lnTo>
                  <a:lnTo>
                    <a:pt x="2587942" y="683228"/>
                  </a:lnTo>
                  <a:lnTo>
                    <a:pt x="2587942" y="116014"/>
                  </a:lnTo>
                  <a:lnTo>
                    <a:pt x="2395061" y="116014"/>
                  </a:lnTo>
                  <a:lnTo>
                    <a:pt x="2395061" y="0"/>
                  </a:lnTo>
                  <a:close/>
                  <a:moveTo>
                    <a:pt x="3575494" y="0"/>
                  </a:moveTo>
                  <a:lnTo>
                    <a:pt x="3575494" y="683133"/>
                  </a:lnTo>
                  <a:lnTo>
                    <a:pt x="3447764" y="683133"/>
                  </a:lnTo>
                  <a:lnTo>
                    <a:pt x="3447764" y="400622"/>
                  </a:lnTo>
                  <a:lnTo>
                    <a:pt x="3174111" y="400622"/>
                  </a:lnTo>
                  <a:lnTo>
                    <a:pt x="3174111" y="683228"/>
                  </a:lnTo>
                  <a:lnTo>
                    <a:pt x="3048191" y="683228"/>
                  </a:lnTo>
                  <a:lnTo>
                    <a:pt x="3048191" y="0"/>
                  </a:lnTo>
                  <a:lnTo>
                    <a:pt x="3174111" y="0"/>
                  </a:lnTo>
                  <a:lnTo>
                    <a:pt x="3174111" y="286607"/>
                  </a:lnTo>
                  <a:lnTo>
                    <a:pt x="3447764" y="286607"/>
                  </a:lnTo>
                  <a:lnTo>
                    <a:pt x="3447764" y="0"/>
                  </a:lnTo>
                  <a:lnTo>
                    <a:pt x="35754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60" name="Google Shape;760;p72"/>
            <p:cNvSpPr/>
            <p:nvPr/>
          </p:nvSpPr>
          <p:spPr>
            <a:xfrm>
              <a:off x="8418776" y="5302158"/>
              <a:ext cx="3580066" cy="255953"/>
            </a:xfrm>
            <a:custGeom>
              <a:rect b="b" l="l" r="r" t="t"/>
              <a:pathLst>
                <a:path extrusionOk="0" h="255953" w="3580066">
                  <a:moveTo>
                    <a:pt x="146113" y="165847"/>
                  </a:moveTo>
                  <a:lnTo>
                    <a:pt x="146113" y="3065"/>
                  </a:lnTo>
                  <a:lnTo>
                    <a:pt x="184880" y="3065"/>
                  </a:lnTo>
                  <a:lnTo>
                    <a:pt x="184880" y="165847"/>
                  </a:lnTo>
                  <a:cubicBezTo>
                    <a:pt x="185452" y="214996"/>
                    <a:pt x="146113" y="255382"/>
                    <a:pt x="96964" y="255954"/>
                  </a:cubicBezTo>
                  <a:cubicBezTo>
                    <a:pt x="95536" y="255954"/>
                    <a:pt x="94107" y="255954"/>
                    <a:pt x="92583" y="255954"/>
                  </a:cubicBezTo>
                  <a:cubicBezTo>
                    <a:pt x="42672" y="255954"/>
                    <a:pt x="0" y="220521"/>
                    <a:pt x="0" y="165943"/>
                  </a:cubicBezTo>
                  <a:lnTo>
                    <a:pt x="0" y="3160"/>
                  </a:lnTo>
                  <a:lnTo>
                    <a:pt x="39148" y="3160"/>
                  </a:lnTo>
                  <a:lnTo>
                    <a:pt x="39148" y="165943"/>
                  </a:lnTo>
                  <a:cubicBezTo>
                    <a:pt x="39148" y="195470"/>
                    <a:pt x="63151" y="219473"/>
                    <a:pt x="92678" y="219473"/>
                  </a:cubicBezTo>
                  <a:cubicBezTo>
                    <a:pt x="122206" y="219473"/>
                    <a:pt x="146209" y="195470"/>
                    <a:pt x="146209" y="165943"/>
                  </a:cubicBezTo>
                  <a:lnTo>
                    <a:pt x="146113" y="165943"/>
                  </a:lnTo>
                  <a:close/>
                  <a:moveTo>
                    <a:pt x="434435" y="252239"/>
                  </a:moveTo>
                  <a:lnTo>
                    <a:pt x="398621" y="252239"/>
                  </a:lnTo>
                  <a:lnTo>
                    <a:pt x="291560" y="73931"/>
                  </a:lnTo>
                  <a:lnTo>
                    <a:pt x="291560" y="252239"/>
                  </a:lnTo>
                  <a:lnTo>
                    <a:pt x="253460" y="252239"/>
                  </a:lnTo>
                  <a:lnTo>
                    <a:pt x="253460" y="3065"/>
                  </a:lnTo>
                  <a:lnTo>
                    <a:pt x="290417" y="3065"/>
                  </a:lnTo>
                  <a:lnTo>
                    <a:pt x="396335" y="179944"/>
                  </a:lnTo>
                  <a:lnTo>
                    <a:pt x="396335" y="3065"/>
                  </a:lnTo>
                  <a:lnTo>
                    <a:pt x="434435" y="3065"/>
                  </a:lnTo>
                  <a:lnTo>
                    <a:pt x="434435" y="252239"/>
                  </a:lnTo>
                  <a:close/>
                  <a:moveTo>
                    <a:pt x="497014" y="3065"/>
                  </a:moveTo>
                  <a:lnTo>
                    <a:pt x="535114" y="3065"/>
                  </a:lnTo>
                  <a:lnTo>
                    <a:pt x="535114" y="252239"/>
                  </a:lnTo>
                  <a:lnTo>
                    <a:pt x="497014" y="252239"/>
                  </a:lnTo>
                  <a:lnTo>
                    <a:pt x="497014" y="3065"/>
                  </a:lnTo>
                  <a:close/>
                  <a:moveTo>
                    <a:pt x="622935" y="3065"/>
                  </a:moveTo>
                  <a:lnTo>
                    <a:pt x="676180" y="188231"/>
                  </a:lnTo>
                  <a:lnTo>
                    <a:pt x="729710" y="3065"/>
                  </a:lnTo>
                  <a:lnTo>
                    <a:pt x="769525" y="3065"/>
                  </a:lnTo>
                  <a:lnTo>
                    <a:pt x="694372" y="252239"/>
                  </a:lnTo>
                  <a:lnTo>
                    <a:pt x="658558" y="252239"/>
                  </a:lnTo>
                  <a:lnTo>
                    <a:pt x="583025" y="3065"/>
                  </a:lnTo>
                  <a:lnTo>
                    <a:pt x="623125" y="3065"/>
                  </a:lnTo>
                  <a:close/>
                  <a:moveTo>
                    <a:pt x="813911" y="3065"/>
                  </a:moveTo>
                  <a:lnTo>
                    <a:pt x="964025" y="3065"/>
                  </a:lnTo>
                  <a:lnTo>
                    <a:pt x="964025" y="38212"/>
                  </a:lnTo>
                  <a:lnTo>
                    <a:pt x="852297" y="38212"/>
                  </a:lnTo>
                  <a:lnTo>
                    <a:pt x="852297" y="111936"/>
                  </a:lnTo>
                  <a:lnTo>
                    <a:pt x="949928" y="111936"/>
                  </a:lnTo>
                  <a:lnTo>
                    <a:pt x="949928" y="146988"/>
                  </a:lnTo>
                  <a:lnTo>
                    <a:pt x="852297" y="146988"/>
                  </a:lnTo>
                  <a:lnTo>
                    <a:pt x="852297" y="216806"/>
                  </a:lnTo>
                  <a:lnTo>
                    <a:pt x="967645" y="216806"/>
                  </a:lnTo>
                  <a:lnTo>
                    <a:pt x="967645" y="251953"/>
                  </a:lnTo>
                  <a:lnTo>
                    <a:pt x="813911" y="251953"/>
                  </a:lnTo>
                  <a:lnTo>
                    <a:pt x="813911" y="3160"/>
                  </a:lnTo>
                  <a:close/>
                  <a:moveTo>
                    <a:pt x="1200436" y="252239"/>
                  </a:moveTo>
                  <a:lnTo>
                    <a:pt x="1153763" y="252239"/>
                  </a:lnTo>
                  <a:lnTo>
                    <a:pt x="1091565" y="160799"/>
                  </a:lnTo>
                  <a:lnTo>
                    <a:pt x="1064800" y="160799"/>
                  </a:lnTo>
                  <a:lnTo>
                    <a:pt x="1064800" y="252239"/>
                  </a:lnTo>
                  <a:lnTo>
                    <a:pt x="1026128" y="252239"/>
                  </a:lnTo>
                  <a:lnTo>
                    <a:pt x="1026128" y="3065"/>
                  </a:lnTo>
                  <a:lnTo>
                    <a:pt x="1123379" y="3065"/>
                  </a:lnTo>
                  <a:cubicBezTo>
                    <a:pt x="1176909" y="3065"/>
                    <a:pt x="1199483" y="42499"/>
                    <a:pt x="1199483" y="82218"/>
                  </a:cubicBezTo>
                  <a:cubicBezTo>
                    <a:pt x="1199483" y="118794"/>
                    <a:pt x="1181005" y="154227"/>
                    <a:pt x="1135094" y="159180"/>
                  </a:cubicBezTo>
                  <a:lnTo>
                    <a:pt x="1200245" y="252144"/>
                  </a:lnTo>
                  <a:close/>
                  <a:moveTo>
                    <a:pt x="1064895" y="38117"/>
                  </a:moveTo>
                  <a:lnTo>
                    <a:pt x="1064895" y="125271"/>
                  </a:lnTo>
                  <a:lnTo>
                    <a:pt x="1120616" y="125271"/>
                  </a:lnTo>
                  <a:cubicBezTo>
                    <a:pt x="1148524" y="125271"/>
                    <a:pt x="1159669" y="103173"/>
                    <a:pt x="1159669" y="81837"/>
                  </a:cubicBezTo>
                  <a:cubicBezTo>
                    <a:pt x="1159669" y="60501"/>
                    <a:pt x="1148810" y="38022"/>
                    <a:pt x="1121569" y="38022"/>
                  </a:cubicBezTo>
                  <a:lnTo>
                    <a:pt x="1064895" y="38022"/>
                  </a:lnTo>
                  <a:close/>
                  <a:moveTo>
                    <a:pt x="1290256" y="179849"/>
                  </a:moveTo>
                  <a:cubicBezTo>
                    <a:pt x="1291019" y="200137"/>
                    <a:pt x="1310164" y="220711"/>
                    <a:pt x="1339882" y="220711"/>
                  </a:cubicBezTo>
                  <a:cubicBezTo>
                    <a:pt x="1369600" y="220711"/>
                    <a:pt x="1384364" y="204805"/>
                    <a:pt x="1386935" y="186707"/>
                  </a:cubicBezTo>
                  <a:cubicBezTo>
                    <a:pt x="1388364" y="163561"/>
                    <a:pt x="1370648" y="151560"/>
                    <a:pt x="1347502" y="146131"/>
                  </a:cubicBezTo>
                  <a:lnTo>
                    <a:pt x="1315974" y="138225"/>
                  </a:lnTo>
                  <a:cubicBezTo>
                    <a:pt x="1262444" y="123747"/>
                    <a:pt x="1254062" y="93362"/>
                    <a:pt x="1254062" y="71550"/>
                  </a:cubicBezTo>
                  <a:cubicBezTo>
                    <a:pt x="1254062" y="28878"/>
                    <a:pt x="1292162" y="303"/>
                    <a:pt x="1336072" y="303"/>
                  </a:cubicBezTo>
                  <a:cubicBezTo>
                    <a:pt x="1379982" y="303"/>
                    <a:pt x="1417034" y="28878"/>
                    <a:pt x="1417034" y="74026"/>
                  </a:cubicBezTo>
                  <a:lnTo>
                    <a:pt x="1378934" y="74026"/>
                  </a:lnTo>
                  <a:cubicBezTo>
                    <a:pt x="1378934" y="51262"/>
                    <a:pt x="1361218" y="35926"/>
                    <a:pt x="1335500" y="35926"/>
                  </a:cubicBezTo>
                  <a:cubicBezTo>
                    <a:pt x="1312736" y="35926"/>
                    <a:pt x="1292447" y="49642"/>
                    <a:pt x="1292447" y="70312"/>
                  </a:cubicBezTo>
                  <a:cubicBezTo>
                    <a:pt x="1292447" y="79837"/>
                    <a:pt x="1296067" y="95267"/>
                    <a:pt x="1325785" y="102887"/>
                  </a:cubicBezTo>
                  <a:lnTo>
                    <a:pt x="1357598" y="111174"/>
                  </a:lnTo>
                  <a:cubicBezTo>
                    <a:pt x="1407890" y="124604"/>
                    <a:pt x="1428845" y="152798"/>
                    <a:pt x="1424940" y="188517"/>
                  </a:cubicBezTo>
                  <a:cubicBezTo>
                    <a:pt x="1421321" y="227569"/>
                    <a:pt x="1387697" y="255192"/>
                    <a:pt x="1339977" y="255192"/>
                  </a:cubicBezTo>
                  <a:cubicBezTo>
                    <a:pt x="1288256" y="255192"/>
                    <a:pt x="1252156" y="219759"/>
                    <a:pt x="1252156" y="179087"/>
                  </a:cubicBezTo>
                  <a:lnTo>
                    <a:pt x="1290256" y="179754"/>
                  </a:lnTo>
                  <a:close/>
                  <a:moveTo>
                    <a:pt x="1475041" y="2970"/>
                  </a:moveTo>
                  <a:lnTo>
                    <a:pt x="1513141" y="2970"/>
                  </a:lnTo>
                  <a:lnTo>
                    <a:pt x="1513141" y="252144"/>
                  </a:lnTo>
                  <a:lnTo>
                    <a:pt x="1475041" y="252144"/>
                  </a:lnTo>
                  <a:lnTo>
                    <a:pt x="1475041" y="2970"/>
                  </a:lnTo>
                  <a:close/>
                  <a:moveTo>
                    <a:pt x="1557147" y="2970"/>
                  </a:moveTo>
                  <a:lnTo>
                    <a:pt x="1742980" y="2970"/>
                  </a:lnTo>
                  <a:lnTo>
                    <a:pt x="1742980" y="38784"/>
                  </a:lnTo>
                  <a:lnTo>
                    <a:pt x="1669732" y="38784"/>
                  </a:lnTo>
                  <a:lnTo>
                    <a:pt x="1669732" y="252239"/>
                  </a:lnTo>
                  <a:lnTo>
                    <a:pt x="1630680" y="252239"/>
                  </a:lnTo>
                  <a:lnTo>
                    <a:pt x="1630680" y="38879"/>
                  </a:lnTo>
                  <a:lnTo>
                    <a:pt x="1557338" y="38879"/>
                  </a:lnTo>
                  <a:lnTo>
                    <a:pt x="1557338" y="2970"/>
                  </a:lnTo>
                  <a:close/>
                  <a:moveTo>
                    <a:pt x="1861375" y="252144"/>
                  </a:moveTo>
                  <a:lnTo>
                    <a:pt x="1861375" y="137939"/>
                  </a:lnTo>
                  <a:lnTo>
                    <a:pt x="1766221" y="3065"/>
                  </a:lnTo>
                  <a:lnTo>
                    <a:pt x="1812227" y="3065"/>
                  </a:lnTo>
                  <a:lnTo>
                    <a:pt x="1880997" y="102125"/>
                  </a:lnTo>
                  <a:lnTo>
                    <a:pt x="1950434" y="3065"/>
                  </a:lnTo>
                  <a:lnTo>
                    <a:pt x="1996440" y="3065"/>
                  </a:lnTo>
                  <a:lnTo>
                    <a:pt x="1900619" y="138320"/>
                  </a:lnTo>
                  <a:lnTo>
                    <a:pt x="1900619" y="252525"/>
                  </a:lnTo>
                  <a:lnTo>
                    <a:pt x="1861566" y="252144"/>
                  </a:lnTo>
                  <a:close/>
                  <a:moveTo>
                    <a:pt x="2238566" y="17"/>
                  </a:moveTo>
                  <a:cubicBezTo>
                    <a:pt x="2309146" y="-1126"/>
                    <a:pt x="2367248" y="55262"/>
                    <a:pt x="2368391" y="125842"/>
                  </a:cubicBezTo>
                  <a:cubicBezTo>
                    <a:pt x="2369534" y="196423"/>
                    <a:pt x="2313146" y="254525"/>
                    <a:pt x="2242566" y="255668"/>
                  </a:cubicBezTo>
                  <a:cubicBezTo>
                    <a:pt x="2171986" y="256811"/>
                    <a:pt x="2113883" y="200423"/>
                    <a:pt x="2112740" y="129843"/>
                  </a:cubicBezTo>
                  <a:cubicBezTo>
                    <a:pt x="2112740" y="129271"/>
                    <a:pt x="2112740" y="128605"/>
                    <a:pt x="2112740" y="128033"/>
                  </a:cubicBezTo>
                  <a:cubicBezTo>
                    <a:pt x="2111788" y="58310"/>
                    <a:pt x="2167604" y="970"/>
                    <a:pt x="2237327" y="17"/>
                  </a:cubicBezTo>
                  <a:cubicBezTo>
                    <a:pt x="2237708" y="17"/>
                    <a:pt x="2238184" y="17"/>
                    <a:pt x="2238566" y="17"/>
                  </a:cubicBezTo>
                  <a:close/>
                  <a:moveTo>
                    <a:pt x="2238566" y="218140"/>
                  </a:moveTo>
                  <a:cubicBezTo>
                    <a:pt x="2288381" y="219664"/>
                    <a:pt x="2330006" y="180516"/>
                    <a:pt x="2331530" y="130700"/>
                  </a:cubicBezTo>
                  <a:cubicBezTo>
                    <a:pt x="2333054" y="80884"/>
                    <a:pt x="2293906" y="39260"/>
                    <a:pt x="2244090" y="37736"/>
                  </a:cubicBezTo>
                  <a:cubicBezTo>
                    <a:pt x="2194274" y="36212"/>
                    <a:pt x="2152650" y="75360"/>
                    <a:pt x="2151126" y="125176"/>
                  </a:cubicBezTo>
                  <a:cubicBezTo>
                    <a:pt x="2151126" y="126128"/>
                    <a:pt x="2151126" y="127081"/>
                    <a:pt x="2151126" y="128128"/>
                  </a:cubicBezTo>
                  <a:cubicBezTo>
                    <a:pt x="2150078" y="176896"/>
                    <a:pt x="2188750" y="217187"/>
                    <a:pt x="2237423" y="218235"/>
                  </a:cubicBezTo>
                  <a:cubicBezTo>
                    <a:pt x="2237804" y="218235"/>
                    <a:pt x="2238184" y="218235"/>
                    <a:pt x="2238566" y="218235"/>
                  </a:cubicBezTo>
                  <a:lnTo>
                    <a:pt x="2238566" y="218235"/>
                  </a:lnTo>
                  <a:close/>
                  <a:moveTo>
                    <a:pt x="2413349" y="2970"/>
                  </a:moveTo>
                  <a:lnTo>
                    <a:pt x="2561558" y="2970"/>
                  </a:lnTo>
                  <a:lnTo>
                    <a:pt x="2561558" y="38117"/>
                  </a:lnTo>
                  <a:lnTo>
                    <a:pt x="2451640" y="38117"/>
                  </a:lnTo>
                  <a:lnTo>
                    <a:pt x="2451640" y="111841"/>
                  </a:lnTo>
                  <a:lnTo>
                    <a:pt x="2538413" y="111841"/>
                  </a:lnTo>
                  <a:lnTo>
                    <a:pt x="2538413" y="146893"/>
                  </a:lnTo>
                  <a:lnTo>
                    <a:pt x="2451640" y="146893"/>
                  </a:lnTo>
                  <a:lnTo>
                    <a:pt x="2451640" y="251572"/>
                  </a:lnTo>
                  <a:lnTo>
                    <a:pt x="2413540" y="251572"/>
                  </a:lnTo>
                  <a:lnTo>
                    <a:pt x="2413349" y="2970"/>
                  </a:lnTo>
                  <a:close/>
                  <a:moveTo>
                    <a:pt x="2842260" y="165752"/>
                  </a:moveTo>
                  <a:lnTo>
                    <a:pt x="2842260" y="2970"/>
                  </a:lnTo>
                  <a:lnTo>
                    <a:pt x="2881027" y="2970"/>
                  </a:lnTo>
                  <a:lnTo>
                    <a:pt x="2881027" y="165752"/>
                  </a:lnTo>
                  <a:cubicBezTo>
                    <a:pt x="2881598" y="214901"/>
                    <a:pt x="2842260" y="255287"/>
                    <a:pt x="2793111" y="255859"/>
                  </a:cubicBezTo>
                  <a:cubicBezTo>
                    <a:pt x="2791682" y="255859"/>
                    <a:pt x="2790254" y="255859"/>
                    <a:pt x="2788730" y="255859"/>
                  </a:cubicBezTo>
                  <a:cubicBezTo>
                    <a:pt x="2738819" y="255859"/>
                    <a:pt x="2696147" y="220426"/>
                    <a:pt x="2696147" y="165847"/>
                  </a:cubicBezTo>
                  <a:lnTo>
                    <a:pt x="2696147" y="3065"/>
                  </a:lnTo>
                  <a:lnTo>
                    <a:pt x="2735199" y="3065"/>
                  </a:lnTo>
                  <a:lnTo>
                    <a:pt x="2735199" y="165847"/>
                  </a:lnTo>
                  <a:cubicBezTo>
                    <a:pt x="2735199" y="195375"/>
                    <a:pt x="2759202" y="219378"/>
                    <a:pt x="2788730" y="219378"/>
                  </a:cubicBezTo>
                  <a:cubicBezTo>
                    <a:pt x="2818257" y="219378"/>
                    <a:pt x="2842260" y="195375"/>
                    <a:pt x="2842260" y="165847"/>
                  </a:cubicBezTo>
                  <a:close/>
                  <a:moveTo>
                    <a:pt x="2930461" y="2970"/>
                  </a:moveTo>
                  <a:lnTo>
                    <a:pt x="3116390" y="2970"/>
                  </a:lnTo>
                  <a:lnTo>
                    <a:pt x="3116390" y="38784"/>
                  </a:lnTo>
                  <a:lnTo>
                    <a:pt x="3043047" y="38784"/>
                  </a:lnTo>
                  <a:lnTo>
                    <a:pt x="3043047" y="252239"/>
                  </a:lnTo>
                  <a:lnTo>
                    <a:pt x="3003995" y="252239"/>
                  </a:lnTo>
                  <a:lnTo>
                    <a:pt x="3003995" y="38879"/>
                  </a:lnTo>
                  <a:lnTo>
                    <a:pt x="2930652" y="38879"/>
                  </a:lnTo>
                  <a:lnTo>
                    <a:pt x="2930652" y="2970"/>
                  </a:lnTo>
                  <a:close/>
                  <a:moveTo>
                    <a:pt x="3280315" y="190422"/>
                  </a:moveTo>
                  <a:lnTo>
                    <a:pt x="3179826" y="190422"/>
                  </a:lnTo>
                  <a:lnTo>
                    <a:pt x="3155919" y="252715"/>
                  </a:lnTo>
                  <a:lnTo>
                    <a:pt x="3115056" y="252715"/>
                  </a:lnTo>
                  <a:lnTo>
                    <a:pt x="3208782" y="3065"/>
                  </a:lnTo>
                  <a:lnTo>
                    <a:pt x="3250406" y="3065"/>
                  </a:lnTo>
                  <a:lnTo>
                    <a:pt x="3344418" y="252239"/>
                  </a:lnTo>
                  <a:lnTo>
                    <a:pt x="3303937" y="252239"/>
                  </a:lnTo>
                  <a:lnTo>
                    <a:pt x="3280220" y="190422"/>
                  </a:lnTo>
                  <a:close/>
                  <a:moveTo>
                    <a:pt x="3192780" y="156037"/>
                  </a:moveTo>
                  <a:lnTo>
                    <a:pt x="3267266" y="156037"/>
                  </a:lnTo>
                  <a:lnTo>
                    <a:pt x="3230023" y="51357"/>
                  </a:lnTo>
                  <a:lnTo>
                    <a:pt x="3192685" y="156037"/>
                  </a:lnTo>
                  <a:close/>
                  <a:moveTo>
                    <a:pt x="3580066" y="2970"/>
                  </a:moveTo>
                  <a:lnTo>
                    <a:pt x="3580066" y="252144"/>
                  </a:lnTo>
                  <a:lnTo>
                    <a:pt x="3541014" y="252144"/>
                  </a:lnTo>
                  <a:lnTo>
                    <a:pt x="3541014" y="145845"/>
                  </a:lnTo>
                  <a:lnTo>
                    <a:pt x="3428619" y="145845"/>
                  </a:lnTo>
                  <a:lnTo>
                    <a:pt x="3428619" y="252144"/>
                  </a:lnTo>
                  <a:lnTo>
                    <a:pt x="3390519" y="252144"/>
                  </a:lnTo>
                  <a:lnTo>
                    <a:pt x="3390519" y="2970"/>
                  </a:lnTo>
                  <a:lnTo>
                    <a:pt x="3428619" y="2970"/>
                  </a:lnTo>
                  <a:lnTo>
                    <a:pt x="3428619" y="110698"/>
                  </a:lnTo>
                  <a:lnTo>
                    <a:pt x="3541110" y="110698"/>
                  </a:lnTo>
                  <a:lnTo>
                    <a:pt x="3541110" y="2970"/>
                  </a:lnTo>
                  <a:lnTo>
                    <a:pt x="3580066" y="297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grpSp>
          <p:nvGrpSpPr>
            <p:cNvPr id="761" name="Google Shape;761;p72"/>
            <p:cNvGrpSpPr/>
            <p:nvPr/>
          </p:nvGrpSpPr>
          <p:grpSpPr>
            <a:xfrm>
              <a:off x="6455388" y="4102692"/>
              <a:ext cx="1601438" cy="1455705"/>
              <a:chOff x="3324225" y="2700241"/>
              <a:chExt cx="1601438" cy="1455705"/>
            </a:xfrm>
          </p:grpSpPr>
          <p:sp>
            <p:nvSpPr>
              <p:cNvPr id="762" name="Google Shape;762;p72"/>
              <p:cNvSpPr/>
              <p:nvPr/>
            </p:nvSpPr>
            <p:spPr>
              <a:xfrm>
                <a:off x="4540585" y="3230022"/>
                <a:ext cx="239250" cy="787908"/>
              </a:xfrm>
              <a:custGeom>
                <a:rect b="b" l="l" r="r" t="t"/>
                <a:pathLst>
                  <a:path extrusionOk="0" h="787908" w="239250">
                    <a:moveTo>
                      <a:pt x="14270" y="87440"/>
                    </a:moveTo>
                    <a:cubicBezTo>
                      <a:pt x="36273" y="66580"/>
                      <a:pt x="61895" y="37052"/>
                      <a:pt x="91994" y="12954"/>
                    </a:cubicBezTo>
                    <a:moveTo>
                      <a:pt x="239251" y="549307"/>
                    </a:moveTo>
                    <a:lnTo>
                      <a:pt x="239251" y="635603"/>
                    </a:lnTo>
                    <a:lnTo>
                      <a:pt x="85993" y="787908"/>
                    </a:lnTo>
                    <a:cubicBezTo>
                      <a:pt x="-131844" y="356330"/>
                      <a:pt x="118569" y="176879"/>
                      <a:pt x="239251" y="0"/>
                    </a:cubicBezTo>
                    <a:lnTo>
                      <a:pt x="239251" y="201263"/>
                    </a:lnTo>
                    <a:lnTo>
                      <a:pt x="210676" y="173927"/>
                    </a:lnTo>
                    <a:cubicBezTo>
                      <a:pt x="199817" y="163830"/>
                      <a:pt x="182767" y="164402"/>
                      <a:pt x="172576" y="175165"/>
                    </a:cubicBezTo>
                    <a:cubicBezTo>
                      <a:pt x="162098" y="185738"/>
                      <a:pt x="162098" y="202692"/>
                      <a:pt x="172576" y="213265"/>
                    </a:cubicBezTo>
                    <a:lnTo>
                      <a:pt x="239251" y="276511"/>
                    </a:lnTo>
                    <a:lnTo>
                      <a:pt x="239251" y="350234"/>
                    </a:lnTo>
                    <a:lnTo>
                      <a:pt x="101709" y="343757"/>
                    </a:lnTo>
                    <a:cubicBezTo>
                      <a:pt x="86660" y="342995"/>
                      <a:pt x="73897" y="354521"/>
                      <a:pt x="73134" y="369570"/>
                    </a:cubicBezTo>
                    <a:cubicBezTo>
                      <a:pt x="73134" y="369570"/>
                      <a:pt x="73134" y="369570"/>
                      <a:pt x="73134" y="369570"/>
                    </a:cubicBezTo>
                    <a:cubicBezTo>
                      <a:pt x="72087" y="384524"/>
                      <a:pt x="83136" y="397478"/>
                      <a:pt x="98090" y="398717"/>
                    </a:cubicBezTo>
                    <a:lnTo>
                      <a:pt x="239155" y="405289"/>
                    </a:lnTo>
                    <a:lnTo>
                      <a:pt x="239155" y="486728"/>
                    </a:lnTo>
                    <a:lnTo>
                      <a:pt x="89136" y="545973"/>
                    </a:lnTo>
                    <a:cubicBezTo>
                      <a:pt x="74468" y="551783"/>
                      <a:pt x="67324" y="568452"/>
                      <a:pt x="73230" y="583121"/>
                    </a:cubicBezTo>
                    <a:cubicBezTo>
                      <a:pt x="73230" y="583121"/>
                      <a:pt x="73230" y="583121"/>
                      <a:pt x="73230" y="583216"/>
                    </a:cubicBezTo>
                    <a:cubicBezTo>
                      <a:pt x="78468" y="598075"/>
                      <a:pt x="94756" y="605981"/>
                      <a:pt x="109615" y="600742"/>
                    </a:cubicBezTo>
                    <a:cubicBezTo>
                      <a:pt x="109615" y="600742"/>
                      <a:pt x="109615" y="600742"/>
                      <a:pt x="109615" y="600742"/>
                    </a:cubicBezTo>
                    <a:lnTo>
                      <a:pt x="238965" y="548831"/>
                    </a:lnTo>
                    <a:lnTo>
                      <a:pt x="239155" y="5492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763" name="Google Shape;763;p72"/>
              <p:cNvSpPr/>
              <p:nvPr/>
            </p:nvSpPr>
            <p:spPr>
              <a:xfrm>
                <a:off x="3324225" y="2700241"/>
                <a:ext cx="1601438" cy="1455705"/>
              </a:xfrm>
              <a:custGeom>
                <a:rect b="b" l="l" r="r" t="t"/>
                <a:pathLst>
                  <a:path extrusionOk="0" h="1455705" w="1601438">
                    <a:moveTo>
                      <a:pt x="1337977" y="82201"/>
                    </a:moveTo>
                    <a:lnTo>
                      <a:pt x="1377315" y="124206"/>
                    </a:lnTo>
                    <a:cubicBezTo>
                      <a:pt x="1383316" y="131159"/>
                      <a:pt x="1393793" y="131921"/>
                      <a:pt x="1400747" y="126016"/>
                    </a:cubicBezTo>
                    <a:cubicBezTo>
                      <a:pt x="1407414" y="119729"/>
                      <a:pt x="1407795" y="109252"/>
                      <a:pt x="1401509" y="102489"/>
                    </a:cubicBezTo>
                    <a:lnTo>
                      <a:pt x="1356836" y="54864"/>
                    </a:lnTo>
                    <a:cubicBezTo>
                      <a:pt x="1372076" y="34195"/>
                      <a:pt x="1390174" y="15716"/>
                      <a:pt x="1410557" y="0"/>
                    </a:cubicBezTo>
                    <a:lnTo>
                      <a:pt x="1601438" y="0"/>
                    </a:lnTo>
                    <a:lnTo>
                      <a:pt x="1601438" y="437864"/>
                    </a:lnTo>
                    <a:lnTo>
                      <a:pt x="1503331" y="437864"/>
                    </a:lnTo>
                    <a:cubicBezTo>
                      <a:pt x="1522381" y="377190"/>
                      <a:pt x="1516856" y="312134"/>
                      <a:pt x="1463802" y="233553"/>
                    </a:cubicBezTo>
                    <a:cubicBezTo>
                      <a:pt x="1609725" y="598361"/>
                      <a:pt x="853631" y="586835"/>
                      <a:pt x="1180910" y="1435703"/>
                    </a:cubicBezTo>
                    <a:lnTo>
                      <a:pt x="1163765" y="1455706"/>
                    </a:lnTo>
                    <a:lnTo>
                      <a:pt x="437769" y="1455706"/>
                    </a:lnTo>
                    <a:lnTo>
                      <a:pt x="146304" y="1165289"/>
                    </a:lnTo>
                    <a:lnTo>
                      <a:pt x="146304" y="437579"/>
                    </a:lnTo>
                    <a:lnTo>
                      <a:pt x="0" y="437579"/>
                    </a:lnTo>
                    <a:lnTo>
                      <a:pt x="0" y="95"/>
                    </a:lnTo>
                    <a:lnTo>
                      <a:pt x="727901" y="95"/>
                    </a:lnTo>
                    <a:lnTo>
                      <a:pt x="727901" y="437960"/>
                    </a:lnTo>
                    <a:lnTo>
                      <a:pt x="581882" y="437960"/>
                    </a:lnTo>
                    <a:lnTo>
                      <a:pt x="581882" y="1017937"/>
                    </a:lnTo>
                    <a:lnTo>
                      <a:pt x="1019747" y="1017937"/>
                    </a:lnTo>
                    <a:lnTo>
                      <a:pt x="1019747" y="437483"/>
                    </a:lnTo>
                    <a:lnTo>
                      <a:pt x="873728" y="437483"/>
                    </a:lnTo>
                    <a:lnTo>
                      <a:pt x="873728" y="95"/>
                    </a:lnTo>
                    <a:lnTo>
                      <a:pt x="1343025" y="95"/>
                    </a:lnTo>
                    <a:cubicBezTo>
                      <a:pt x="1189768" y="114300"/>
                      <a:pt x="1096232" y="410147"/>
                      <a:pt x="1230535" y="617411"/>
                    </a:cubicBezTo>
                    <a:cubicBezTo>
                      <a:pt x="1252538" y="596551"/>
                      <a:pt x="1278160" y="567023"/>
                      <a:pt x="1308259" y="542925"/>
                    </a:cubicBezTo>
                    <a:cubicBezTo>
                      <a:pt x="1294352" y="519684"/>
                      <a:pt x="1283589" y="494729"/>
                      <a:pt x="1276064" y="468725"/>
                    </a:cubicBezTo>
                    <a:lnTo>
                      <a:pt x="1433417" y="407765"/>
                    </a:lnTo>
                    <a:cubicBezTo>
                      <a:pt x="1442657" y="404336"/>
                      <a:pt x="1447324" y="394049"/>
                      <a:pt x="1443895" y="384810"/>
                    </a:cubicBezTo>
                    <a:cubicBezTo>
                      <a:pt x="1440466" y="375571"/>
                      <a:pt x="1430179" y="370904"/>
                      <a:pt x="1420939" y="374333"/>
                    </a:cubicBezTo>
                    <a:lnTo>
                      <a:pt x="1267778" y="433673"/>
                    </a:lnTo>
                    <a:cubicBezTo>
                      <a:pt x="1261110" y="396621"/>
                      <a:pt x="1259110" y="358807"/>
                      <a:pt x="1261967" y="321278"/>
                    </a:cubicBezTo>
                    <a:lnTo>
                      <a:pt x="1416082" y="316516"/>
                    </a:lnTo>
                    <a:cubicBezTo>
                      <a:pt x="1425797" y="316325"/>
                      <a:pt x="1433513" y="308420"/>
                      <a:pt x="1433417" y="298704"/>
                    </a:cubicBezTo>
                    <a:cubicBezTo>
                      <a:pt x="1433036" y="288989"/>
                      <a:pt x="1424940" y="281464"/>
                      <a:pt x="1415225" y="281750"/>
                    </a:cubicBezTo>
                    <a:lnTo>
                      <a:pt x="1265587" y="286322"/>
                    </a:lnTo>
                    <a:cubicBezTo>
                      <a:pt x="1270159" y="252698"/>
                      <a:pt x="1277874" y="219647"/>
                      <a:pt x="1288542" y="187452"/>
                    </a:cubicBezTo>
                    <a:lnTo>
                      <a:pt x="1394746" y="222314"/>
                    </a:lnTo>
                    <a:cubicBezTo>
                      <a:pt x="1403699" y="225552"/>
                      <a:pt x="1413510" y="220980"/>
                      <a:pt x="1416844" y="212122"/>
                    </a:cubicBezTo>
                    <a:cubicBezTo>
                      <a:pt x="1419797" y="203168"/>
                      <a:pt x="1414939" y="193453"/>
                      <a:pt x="1405985" y="190405"/>
                    </a:cubicBezTo>
                    <a:lnTo>
                      <a:pt x="1300258" y="155639"/>
                    </a:lnTo>
                    <a:cubicBezTo>
                      <a:pt x="1310640" y="130112"/>
                      <a:pt x="1323308" y="105537"/>
                      <a:pt x="1337977" y="82296"/>
                    </a:cubicBezTo>
                    <a:lnTo>
                      <a:pt x="1337977" y="8229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</p:grpSp>
      <p:sp>
        <p:nvSpPr>
          <p:cNvPr id="764" name="Google Shape;764;p72"/>
          <p:cNvSpPr txBox="1"/>
          <p:nvPr>
            <p:ph idx="1" type="body"/>
          </p:nvPr>
        </p:nvSpPr>
        <p:spPr>
          <a:xfrm>
            <a:off x="365760" y="1095208"/>
            <a:ext cx="1095697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5" name="Google Shape;765;p72"/>
          <p:cNvSpPr txBox="1"/>
          <p:nvPr/>
        </p:nvSpPr>
        <p:spPr>
          <a:xfrm>
            <a:off x="274320" y="6375028"/>
            <a:ext cx="30289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A7A9A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UNIVERSITY OF UTAH HEALTH</a:t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66" name="Google Shape;766;p72"/>
          <p:cNvSpPr txBox="1"/>
          <p:nvPr>
            <p:ph idx="2" type="body"/>
          </p:nvPr>
        </p:nvSpPr>
        <p:spPr>
          <a:xfrm>
            <a:off x="274320" y="5943600"/>
            <a:ext cx="10672763" cy="3304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indent="-342900" lvl="1" marL="9144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with Image Placeholders">
  <p:cSld name="Thank You with Image Placeholders"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73"/>
          <p:cNvSpPr/>
          <p:nvPr>
            <p:ph idx="2" type="pic"/>
          </p:nvPr>
        </p:nvSpPr>
        <p:spPr>
          <a:xfrm>
            <a:off x="0" y="0"/>
            <a:ext cx="594201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769" name="Google Shape;769;p73"/>
          <p:cNvSpPr txBox="1"/>
          <p:nvPr>
            <p:ph type="title"/>
          </p:nvPr>
        </p:nvSpPr>
        <p:spPr>
          <a:xfrm>
            <a:off x="6437101" y="2944925"/>
            <a:ext cx="5257799" cy="10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entury Gothic"/>
              <a:buNone/>
              <a:defRPr sz="6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70" name="Google Shape;770;p73"/>
          <p:cNvGrpSpPr/>
          <p:nvPr/>
        </p:nvGrpSpPr>
        <p:grpSpPr>
          <a:xfrm>
            <a:off x="-3424512" y="-1"/>
            <a:ext cx="3208421" cy="6857999"/>
            <a:chOff x="-3424512" y="-1"/>
            <a:chExt cx="3208421" cy="6857999"/>
          </a:xfrm>
        </p:grpSpPr>
        <p:sp>
          <p:nvSpPr>
            <p:cNvPr id="771" name="Google Shape;771;p73"/>
            <p:cNvSpPr/>
            <p:nvPr/>
          </p:nvSpPr>
          <p:spPr>
            <a:xfrm>
              <a:off x="-3424512" y="-1"/>
              <a:ext cx="3208421" cy="685799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72" name="Google Shape;772;p73"/>
            <p:cNvSpPr txBox="1"/>
            <p:nvPr/>
          </p:nvSpPr>
          <p:spPr>
            <a:xfrm>
              <a:off x="-3267122" y="150741"/>
              <a:ext cx="2941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GB" sz="3200" u="none" cap="none" strike="noStrike">
                  <a:solidFill>
                    <a:schemeClr val="accen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Instruction 1: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73"/>
            <p:cNvSpPr txBox="1"/>
            <p:nvPr/>
          </p:nvSpPr>
          <p:spPr>
            <a:xfrm>
              <a:off x="-3267122" y="818147"/>
              <a:ext cx="294176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To underline keyword in title text box, highlight selected word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74" name="Google Shape;774;p7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143860" y="1824108"/>
              <a:ext cx="875152" cy="905001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775" name="Google Shape;775;p73"/>
            <p:cNvSpPr txBox="1"/>
            <p:nvPr/>
          </p:nvSpPr>
          <p:spPr>
            <a:xfrm>
              <a:off x="-3267122" y="2906262"/>
              <a:ext cx="2502568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2. Then go to 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‘Bold’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in the toolbar and then </a:t>
              </a:r>
              <a:b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‘underline’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after.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76" name="Google Shape;776;p73"/>
            <p:cNvPicPr preferRelativeResize="0"/>
            <p:nvPr/>
          </p:nvPicPr>
          <p:blipFill rotWithShape="1">
            <a:blip r:embed="rId3">
              <a:alphaModFix/>
            </a:blip>
            <a:srcRect b="-62788" l="0" r="0" t="-62788"/>
            <a:stretch/>
          </p:blipFill>
          <p:spPr>
            <a:xfrm>
              <a:off x="-3143862" y="4212225"/>
              <a:ext cx="1654280" cy="1614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7" name="Google Shape;777;p73"/>
            <p:cNvSpPr/>
            <p:nvPr/>
          </p:nvSpPr>
          <p:spPr>
            <a:xfrm>
              <a:off x="-3095847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78" name="Google Shape;778;p73"/>
            <p:cNvSpPr/>
            <p:nvPr/>
          </p:nvSpPr>
          <p:spPr>
            <a:xfrm>
              <a:off x="-2236570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779" name="Google Shape;779;p73"/>
          <p:cNvSpPr txBox="1"/>
          <p:nvPr/>
        </p:nvSpPr>
        <p:spPr>
          <a:xfrm>
            <a:off x="274320" y="6375028"/>
            <a:ext cx="30289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UNIVERSITY OF UTAH HEALTH</a:t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780" name="Google Shape;780;p73"/>
          <p:cNvGrpSpPr/>
          <p:nvPr/>
        </p:nvGrpSpPr>
        <p:grpSpPr>
          <a:xfrm>
            <a:off x="-3424512" y="-1"/>
            <a:ext cx="3208421" cy="6857999"/>
            <a:chOff x="-3424512" y="-1"/>
            <a:chExt cx="3208421" cy="6857999"/>
          </a:xfrm>
        </p:grpSpPr>
        <p:sp>
          <p:nvSpPr>
            <p:cNvPr id="781" name="Google Shape;781;p73"/>
            <p:cNvSpPr/>
            <p:nvPr/>
          </p:nvSpPr>
          <p:spPr>
            <a:xfrm>
              <a:off x="-3424512" y="-1"/>
              <a:ext cx="3208421" cy="685799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82" name="Google Shape;782;p73"/>
            <p:cNvSpPr txBox="1"/>
            <p:nvPr/>
          </p:nvSpPr>
          <p:spPr>
            <a:xfrm>
              <a:off x="-3267122" y="150741"/>
              <a:ext cx="2941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GB" sz="3200" u="none" cap="none" strike="noStrike">
                  <a:solidFill>
                    <a:schemeClr val="accen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Instruction: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73"/>
            <p:cNvSpPr txBox="1"/>
            <p:nvPr/>
          </p:nvSpPr>
          <p:spPr>
            <a:xfrm>
              <a:off x="-3267122" y="818147"/>
              <a:ext cx="294176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To underline keyword in title text box, highlight selected word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84" name="Google Shape;784;p7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143860" y="1824108"/>
              <a:ext cx="875152" cy="905001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785" name="Google Shape;785;p73"/>
            <p:cNvSpPr txBox="1"/>
            <p:nvPr/>
          </p:nvSpPr>
          <p:spPr>
            <a:xfrm>
              <a:off x="-3267122" y="2906262"/>
              <a:ext cx="2502568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2. Then go to 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‘Bold’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in the toolbar and then </a:t>
              </a:r>
              <a:b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‘underline’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after.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86" name="Google Shape;786;p73"/>
            <p:cNvPicPr preferRelativeResize="0"/>
            <p:nvPr/>
          </p:nvPicPr>
          <p:blipFill rotWithShape="1">
            <a:blip r:embed="rId3">
              <a:alphaModFix/>
            </a:blip>
            <a:srcRect b="-62788" l="0" r="0" t="-62788"/>
            <a:stretch/>
          </p:blipFill>
          <p:spPr>
            <a:xfrm>
              <a:off x="-3143862" y="4212225"/>
              <a:ext cx="1654280" cy="1614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7" name="Google Shape;787;p73"/>
            <p:cNvSpPr/>
            <p:nvPr/>
          </p:nvSpPr>
          <p:spPr>
            <a:xfrm>
              <a:off x="-3095847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88" name="Google Shape;788;p73"/>
            <p:cNvSpPr/>
            <p:nvPr/>
          </p:nvSpPr>
          <p:spPr>
            <a:xfrm>
              <a:off x="-2236570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789" name="Google Shape;789;p73"/>
          <p:cNvGrpSpPr/>
          <p:nvPr/>
        </p:nvGrpSpPr>
        <p:grpSpPr>
          <a:xfrm>
            <a:off x="10729913" y="6334847"/>
            <a:ext cx="1126458" cy="295807"/>
            <a:chOff x="6455388" y="4102692"/>
            <a:chExt cx="5543454" cy="1455705"/>
          </a:xfrm>
        </p:grpSpPr>
        <p:sp>
          <p:nvSpPr>
            <p:cNvPr id="790" name="Google Shape;790;p73"/>
            <p:cNvSpPr/>
            <p:nvPr/>
          </p:nvSpPr>
          <p:spPr>
            <a:xfrm>
              <a:off x="8423253" y="4383013"/>
              <a:ext cx="3575494" cy="683609"/>
            </a:xfrm>
            <a:custGeom>
              <a:rect b="b" l="l" r="r" t="t"/>
              <a:pathLst>
                <a:path extrusionOk="0" h="683609" w="3575494">
                  <a:moveTo>
                    <a:pt x="527495" y="0"/>
                  </a:moveTo>
                  <a:lnTo>
                    <a:pt x="527495" y="683133"/>
                  </a:lnTo>
                  <a:lnTo>
                    <a:pt x="399669" y="683133"/>
                  </a:lnTo>
                  <a:lnTo>
                    <a:pt x="399669" y="400622"/>
                  </a:lnTo>
                  <a:lnTo>
                    <a:pt x="125921" y="400622"/>
                  </a:lnTo>
                  <a:lnTo>
                    <a:pt x="125921" y="683228"/>
                  </a:lnTo>
                  <a:lnTo>
                    <a:pt x="0" y="683228"/>
                  </a:lnTo>
                  <a:lnTo>
                    <a:pt x="0" y="0"/>
                  </a:lnTo>
                  <a:lnTo>
                    <a:pt x="125921" y="0"/>
                  </a:lnTo>
                  <a:lnTo>
                    <a:pt x="125921" y="286607"/>
                  </a:lnTo>
                  <a:lnTo>
                    <a:pt x="399574" y="286607"/>
                  </a:lnTo>
                  <a:lnTo>
                    <a:pt x="399574" y="0"/>
                  </a:lnTo>
                  <a:lnTo>
                    <a:pt x="527495" y="0"/>
                  </a:lnTo>
                  <a:close/>
                  <a:moveTo>
                    <a:pt x="715994" y="0"/>
                  </a:moveTo>
                  <a:lnTo>
                    <a:pt x="1138809" y="0"/>
                  </a:lnTo>
                  <a:lnTo>
                    <a:pt x="1138809" y="113062"/>
                  </a:lnTo>
                  <a:lnTo>
                    <a:pt x="841915" y="113062"/>
                  </a:lnTo>
                  <a:lnTo>
                    <a:pt x="841915" y="290989"/>
                  </a:lnTo>
                  <a:lnTo>
                    <a:pt x="1101662" y="290989"/>
                  </a:lnTo>
                  <a:lnTo>
                    <a:pt x="1101662" y="403003"/>
                  </a:lnTo>
                  <a:lnTo>
                    <a:pt x="841915" y="403003"/>
                  </a:lnTo>
                  <a:lnTo>
                    <a:pt x="841915" y="570548"/>
                  </a:lnTo>
                  <a:lnTo>
                    <a:pt x="1148334" y="570548"/>
                  </a:lnTo>
                  <a:lnTo>
                    <a:pt x="1148334" y="683609"/>
                  </a:lnTo>
                  <a:lnTo>
                    <a:pt x="715994" y="683609"/>
                  </a:lnTo>
                  <a:lnTo>
                    <a:pt x="715994" y="0"/>
                  </a:lnTo>
                  <a:close/>
                  <a:moveTo>
                    <a:pt x="1686687" y="517589"/>
                  </a:moveTo>
                  <a:lnTo>
                    <a:pt x="1431893" y="517589"/>
                  </a:lnTo>
                  <a:lnTo>
                    <a:pt x="1369409" y="683228"/>
                  </a:lnTo>
                  <a:lnTo>
                    <a:pt x="1234535" y="683228"/>
                  </a:lnTo>
                  <a:lnTo>
                    <a:pt x="1490377" y="95"/>
                  </a:lnTo>
                  <a:lnTo>
                    <a:pt x="1627251" y="95"/>
                  </a:lnTo>
                  <a:lnTo>
                    <a:pt x="1883092" y="683228"/>
                  </a:lnTo>
                  <a:lnTo>
                    <a:pt x="1749171" y="683228"/>
                  </a:lnTo>
                  <a:lnTo>
                    <a:pt x="1686592" y="517589"/>
                  </a:lnTo>
                  <a:close/>
                  <a:moveTo>
                    <a:pt x="1474470" y="406527"/>
                  </a:moveTo>
                  <a:lnTo>
                    <a:pt x="1645063" y="406527"/>
                  </a:lnTo>
                  <a:lnTo>
                    <a:pt x="1558862" y="145733"/>
                  </a:lnTo>
                  <a:lnTo>
                    <a:pt x="1474565" y="406527"/>
                  </a:lnTo>
                  <a:close/>
                  <a:moveTo>
                    <a:pt x="1995392" y="0"/>
                  </a:moveTo>
                  <a:lnTo>
                    <a:pt x="2121980" y="0"/>
                  </a:lnTo>
                  <a:lnTo>
                    <a:pt x="2121980" y="570167"/>
                  </a:lnTo>
                  <a:lnTo>
                    <a:pt x="2385632" y="570167"/>
                  </a:lnTo>
                  <a:lnTo>
                    <a:pt x="2385632" y="683228"/>
                  </a:lnTo>
                  <a:lnTo>
                    <a:pt x="1995392" y="683228"/>
                  </a:lnTo>
                  <a:lnTo>
                    <a:pt x="1995392" y="0"/>
                  </a:lnTo>
                  <a:close/>
                  <a:moveTo>
                    <a:pt x="2395157" y="0"/>
                  </a:moveTo>
                  <a:lnTo>
                    <a:pt x="2907792" y="0"/>
                  </a:lnTo>
                  <a:lnTo>
                    <a:pt x="2907792" y="116014"/>
                  </a:lnTo>
                  <a:lnTo>
                    <a:pt x="2715863" y="116014"/>
                  </a:lnTo>
                  <a:lnTo>
                    <a:pt x="2715863" y="683228"/>
                  </a:lnTo>
                  <a:lnTo>
                    <a:pt x="2587942" y="683228"/>
                  </a:lnTo>
                  <a:lnTo>
                    <a:pt x="2587942" y="116014"/>
                  </a:lnTo>
                  <a:lnTo>
                    <a:pt x="2395061" y="116014"/>
                  </a:lnTo>
                  <a:lnTo>
                    <a:pt x="2395061" y="0"/>
                  </a:lnTo>
                  <a:close/>
                  <a:moveTo>
                    <a:pt x="3575494" y="0"/>
                  </a:moveTo>
                  <a:lnTo>
                    <a:pt x="3575494" y="683133"/>
                  </a:lnTo>
                  <a:lnTo>
                    <a:pt x="3447764" y="683133"/>
                  </a:lnTo>
                  <a:lnTo>
                    <a:pt x="3447764" y="400622"/>
                  </a:lnTo>
                  <a:lnTo>
                    <a:pt x="3174111" y="400622"/>
                  </a:lnTo>
                  <a:lnTo>
                    <a:pt x="3174111" y="683228"/>
                  </a:lnTo>
                  <a:lnTo>
                    <a:pt x="3048191" y="683228"/>
                  </a:lnTo>
                  <a:lnTo>
                    <a:pt x="3048191" y="0"/>
                  </a:lnTo>
                  <a:lnTo>
                    <a:pt x="3174111" y="0"/>
                  </a:lnTo>
                  <a:lnTo>
                    <a:pt x="3174111" y="286607"/>
                  </a:lnTo>
                  <a:lnTo>
                    <a:pt x="3447764" y="286607"/>
                  </a:lnTo>
                  <a:lnTo>
                    <a:pt x="3447764" y="0"/>
                  </a:lnTo>
                  <a:lnTo>
                    <a:pt x="35754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91" name="Google Shape;791;p73"/>
            <p:cNvSpPr/>
            <p:nvPr/>
          </p:nvSpPr>
          <p:spPr>
            <a:xfrm>
              <a:off x="8418776" y="5302158"/>
              <a:ext cx="3580066" cy="255953"/>
            </a:xfrm>
            <a:custGeom>
              <a:rect b="b" l="l" r="r" t="t"/>
              <a:pathLst>
                <a:path extrusionOk="0" h="255953" w="3580066">
                  <a:moveTo>
                    <a:pt x="146113" y="165847"/>
                  </a:moveTo>
                  <a:lnTo>
                    <a:pt x="146113" y="3065"/>
                  </a:lnTo>
                  <a:lnTo>
                    <a:pt x="184880" y="3065"/>
                  </a:lnTo>
                  <a:lnTo>
                    <a:pt x="184880" y="165847"/>
                  </a:lnTo>
                  <a:cubicBezTo>
                    <a:pt x="185452" y="214996"/>
                    <a:pt x="146113" y="255382"/>
                    <a:pt x="96964" y="255954"/>
                  </a:cubicBezTo>
                  <a:cubicBezTo>
                    <a:pt x="95536" y="255954"/>
                    <a:pt x="94107" y="255954"/>
                    <a:pt x="92583" y="255954"/>
                  </a:cubicBezTo>
                  <a:cubicBezTo>
                    <a:pt x="42672" y="255954"/>
                    <a:pt x="0" y="220521"/>
                    <a:pt x="0" y="165943"/>
                  </a:cubicBezTo>
                  <a:lnTo>
                    <a:pt x="0" y="3160"/>
                  </a:lnTo>
                  <a:lnTo>
                    <a:pt x="39148" y="3160"/>
                  </a:lnTo>
                  <a:lnTo>
                    <a:pt x="39148" y="165943"/>
                  </a:lnTo>
                  <a:cubicBezTo>
                    <a:pt x="39148" y="195470"/>
                    <a:pt x="63151" y="219473"/>
                    <a:pt x="92678" y="219473"/>
                  </a:cubicBezTo>
                  <a:cubicBezTo>
                    <a:pt x="122206" y="219473"/>
                    <a:pt x="146209" y="195470"/>
                    <a:pt x="146209" y="165943"/>
                  </a:cubicBezTo>
                  <a:lnTo>
                    <a:pt x="146113" y="165943"/>
                  </a:lnTo>
                  <a:close/>
                  <a:moveTo>
                    <a:pt x="434435" y="252239"/>
                  </a:moveTo>
                  <a:lnTo>
                    <a:pt x="398621" y="252239"/>
                  </a:lnTo>
                  <a:lnTo>
                    <a:pt x="291560" y="73931"/>
                  </a:lnTo>
                  <a:lnTo>
                    <a:pt x="291560" y="252239"/>
                  </a:lnTo>
                  <a:lnTo>
                    <a:pt x="253460" y="252239"/>
                  </a:lnTo>
                  <a:lnTo>
                    <a:pt x="253460" y="3065"/>
                  </a:lnTo>
                  <a:lnTo>
                    <a:pt x="290417" y="3065"/>
                  </a:lnTo>
                  <a:lnTo>
                    <a:pt x="396335" y="179944"/>
                  </a:lnTo>
                  <a:lnTo>
                    <a:pt x="396335" y="3065"/>
                  </a:lnTo>
                  <a:lnTo>
                    <a:pt x="434435" y="3065"/>
                  </a:lnTo>
                  <a:lnTo>
                    <a:pt x="434435" y="252239"/>
                  </a:lnTo>
                  <a:close/>
                  <a:moveTo>
                    <a:pt x="497014" y="3065"/>
                  </a:moveTo>
                  <a:lnTo>
                    <a:pt x="535114" y="3065"/>
                  </a:lnTo>
                  <a:lnTo>
                    <a:pt x="535114" y="252239"/>
                  </a:lnTo>
                  <a:lnTo>
                    <a:pt x="497014" y="252239"/>
                  </a:lnTo>
                  <a:lnTo>
                    <a:pt x="497014" y="3065"/>
                  </a:lnTo>
                  <a:close/>
                  <a:moveTo>
                    <a:pt x="622935" y="3065"/>
                  </a:moveTo>
                  <a:lnTo>
                    <a:pt x="676180" y="188231"/>
                  </a:lnTo>
                  <a:lnTo>
                    <a:pt x="729710" y="3065"/>
                  </a:lnTo>
                  <a:lnTo>
                    <a:pt x="769525" y="3065"/>
                  </a:lnTo>
                  <a:lnTo>
                    <a:pt x="694372" y="252239"/>
                  </a:lnTo>
                  <a:lnTo>
                    <a:pt x="658558" y="252239"/>
                  </a:lnTo>
                  <a:lnTo>
                    <a:pt x="583025" y="3065"/>
                  </a:lnTo>
                  <a:lnTo>
                    <a:pt x="623125" y="3065"/>
                  </a:lnTo>
                  <a:close/>
                  <a:moveTo>
                    <a:pt x="813911" y="3065"/>
                  </a:moveTo>
                  <a:lnTo>
                    <a:pt x="964025" y="3065"/>
                  </a:lnTo>
                  <a:lnTo>
                    <a:pt x="964025" y="38212"/>
                  </a:lnTo>
                  <a:lnTo>
                    <a:pt x="852297" y="38212"/>
                  </a:lnTo>
                  <a:lnTo>
                    <a:pt x="852297" y="111936"/>
                  </a:lnTo>
                  <a:lnTo>
                    <a:pt x="949928" y="111936"/>
                  </a:lnTo>
                  <a:lnTo>
                    <a:pt x="949928" y="146988"/>
                  </a:lnTo>
                  <a:lnTo>
                    <a:pt x="852297" y="146988"/>
                  </a:lnTo>
                  <a:lnTo>
                    <a:pt x="852297" y="216806"/>
                  </a:lnTo>
                  <a:lnTo>
                    <a:pt x="967645" y="216806"/>
                  </a:lnTo>
                  <a:lnTo>
                    <a:pt x="967645" y="251953"/>
                  </a:lnTo>
                  <a:lnTo>
                    <a:pt x="813911" y="251953"/>
                  </a:lnTo>
                  <a:lnTo>
                    <a:pt x="813911" y="3160"/>
                  </a:lnTo>
                  <a:close/>
                  <a:moveTo>
                    <a:pt x="1200436" y="252239"/>
                  </a:moveTo>
                  <a:lnTo>
                    <a:pt x="1153763" y="252239"/>
                  </a:lnTo>
                  <a:lnTo>
                    <a:pt x="1091565" y="160799"/>
                  </a:lnTo>
                  <a:lnTo>
                    <a:pt x="1064800" y="160799"/>
                  </a:lnTo>
                  <a:lnTo>
                    <a:pt x="1064800" y="252239"/>
                  </a:lnTo>
                  <a:lnTo>
                    <a:pt x="1026128" y="252239"/>
                  </a:lnTo>
                  <a:lnTo>
                    <a:pt x="1026128" y="3065"/>
                  </a:lnTo>
                  <a:lnTo>
                    <a:pt x="1123379" y="3065"/>
                  </a:lnTo>
                  <a:cubicBezTo>
                    <a:pt x="1176909" y="3065"/>
                    <a:pt x="1199483" y="42499"/>
                    <a:pt x="1199483" y="82218"/>
                  </a:cubicBezTo>
                  <a:cubicBezTo>
                    <a:pt x="1199483" y="118794"/>
                    <a:pt x="1181005" y="154227"/>
                    <a:pt x="1135094" y="159180"/>
                  </a:cubicBezTo>
                  <a:lnTo>
                    <a:pt x="1200245" y="252144"/>
                  </a:lnTo>
                  <a:close/>
                  <a:moveTo>
                    <a:pt x="1064895" y="38117"/>
                  </a:moveTo>
                  <a:lnTo>
                    <a:pt x="1064895" y="125271"/>
                  </a:lnTo>
                  <a:lnTo>
                    <a:pt x="1120616" y="125271"/>
                  </a:lnTo>
                  <a:cubicBezTo>
                    <a:pt x="1148524" y="125271"/>
                    <a:pt x="1159669" y="103173"/>
                    <a:pt x="1159669" y="81837"/>
                  </a:cubicBezTo>
                  <a:cubicBezTo>
                    <a:pt x="1159669" y="60501"/>
                    <a:pt x="1148810" y="38022"/>
                    <a:pt x="1121569" y="38022"/>
                  </a:cubicBezTo>
                  <a:lnTo>
                    <a:pt x="1064895" y="38022"/>
                  </a:lnTo>
                  <a:close/>
                  <a:moveTo>
                    <a:pt x="1290256" y="179849"/>
                  </a:moveTo>
                  <a:cubicBezTo>
                    <a:pt x="1291019" y="200137"/>
                    <a:pt x="1310164" y="220711"/>
                    <a:pt x="1339882" y="220711"/>
                  </a:cubicBezTo>
                  <a:cubicBezTo>
                    <a:pt x="1369600" y="220711"/>
                    <a:pt x="1384364" y="204805"/>
                    <a:pt x="1386935" y="186707"/>
                  </a:cubicBezTo>
                  <a:cubicBezTo>
                    <a:pt x="1388364" y="163561"/>
                    <a:pt x="1370648" y="151560"/>
                    <a:pt x="1347502" y="146131"/>
                  </a:cubicBezTo>
                  <a:lnTo>
                    <a:pt x="1315974" y="138225"/>
                  </a:lnTo>
                  <a:cubicBezTo>
                    <a:pt x="1262444" y="123747"/>
                    <a:pt x="1254062" y="93362"/>
                    <a:pt x="1254062" y="71550"/>
                  </a:cubicBezTo>
                  <a:cubicBezTo>
                    <a:pt x="1254062" y="28878"/>
                    <a:pt x="1292162" y="303"/>
                    <a:pt x="1336072" y="303"/>
                  </a:cubicBezTo>
                  <a:cubicBezTo>
                    <a:pt x="1379982" y="303"/>
                    <a:pt x="1417034" y="28878"/>
                    <a:pt x="1417034" y="74026"/>
                  </a:cubicBezTo>
                  <a:lnTo>
                    <a:pt x="1378934" y="74026"/>
                  </a:lnTo>
                  <a:cubicBezTo>
                    <a:pt x="1378934" y="51262"/>
                    <a:pt x="1361218" y="35926"/>
                    <a:pt x="1335500" y="35926"/>
                  </a:cubicBezTo>
                  <a:cubicBezTo>
                    <a:pt x="1312736" y="35926"/>
                    <a:pt x="1292447" y="49642"/>
                    <a:pt x="1292447" y="70312"/>
                  </a:cubicBezTo>
                  <a:cubicBezTo>
                    <a:pt x="1292447" y="79837"/>
                    <a:pt x="1296067" y="95267"/>
                    <a:pt x="1325785" y="102887"/>
                  </a:cubicBezTo>
                  <a:lnTo>
                    <a:pt x="1357598" y="111174"/>
                  </a:lnTo>
                  <a:cubicBezTo>
                    <a:pt x="1407890" y="124604"/>
                    <a:pt x="1428845" y="152798"/>
                    <a:pt x="1424940" y="188517"/>
                  </a:cubicBezTo>
                  <a:cubicBezTo>
                    <a:pt x="1421321" y="227569"/>
                    <a:pt x="1387697" y="255192"/>
                    <a:pt x="1339977" y="255192"/>
                  </a:cubicBezTo>
                  <a:cubicBezTo>
                    <a:pt x="1288256" y="255192"/>
                    <a:pt x="1252156" y="219759"/>
                    <a:pt x="1252156" y="179087"/>
                  </a:cubicBezTo>
                  <a:lnTo>
                    <a:pt x="1290256" y="179754"/>
                  </a:lnTo>
                  <a:close/>
                  <a:moveTo>
                    <a:pt x="1475041" y="2970"/>
                  </a:moveTo>
                  <a:lnTo>
                    <a:pt x="1513141" y="2970"/>
                  </a:lnTo>
                  <a:lnTo>
                    <a:pt x="1513141" y="252144"/>
                  </a:lnTo>
                  <a:lnTo>
                    <a:pt x="1475041" y="252144"/>
                  </a:lnTo>
                  <a:lnTo>
                    <a:pt x="1475041" y="2970"/>
                  </a:lnTo>
                  <a:close/>
                  <a:moveTo>
                    <a:pt x="1557147" y="2970"/>
                  </a:moveTo>
                  <a:lnTo>
                    <a:pt x="1742980" y="2970"/>
                  </a:lnTo>
                  <a:lnTo>
                    <a:pt x="1742980" y="38784"/>
                  </a:lnTo>
                  <a:lnTo>
                    <a:pt x="1669732" y="38784"/>
                  </a:lnTo>
                  <a:lnTo>
                    <a:pt x="1669732" y="252239"/>
                  </a:lnTo>
                  <a:lnTo>
                    <a:pt x="1630680" y="252239"/>
                  </a:lnTo>
                  <a:lnTo>
                    <a:pt x="1630680" y="38879"/>
                  </a:lnTo>
                  <a:lnTo>
                    <a:pt x="1557338" y="38879"/>
                  </a:lnTo>
                  <a:lnTo>
                    <a:pt x="1557338" y="2970"/>
                  </a:lnTo>
                  <a:close/>
                  <a:moveTo>
                    <a:pt x="1861375" y="252144"/>
                  </a:moveTo>
                  <a:lnTo>
                    <a:pt x="1861375" y="137939"/>
                  </a:lnTo>
                  <a:lnTo>
                    <a:pt x="1766221" y="3065"/>
                  </a:lnTo>
                  <a:lnTo>
                    <a:pt x="1812227" y="3065"/>
                  </a:lnTo>
                  <a:lnTo>
                    <a:pt x="1880997" y="102125"/>
                  </a:lnTo>
                  <a:lnTo>
                    <a:pt x="1950434" y="3065"/>
                  </a:lnTo>
                  <a:lnTo>
                    <a:pt x="1996440" y="3065"/>
                  </a:lnTo>
                  <a:lnTo>
                    <a:pt x="1900619" y="138320"/>
                  </a:lnTo>
                  <a:lnTo>
                    <a:pt x="1900619" y="252525"/>
                  </a:lnTo>
                  <a:lnTo>
                    <a:pt x="1861566" y="252144"/>
                  </a:lnTo>
                  <a:close/>
                  <a:moveTo>
                    <a:pt x="2238566" y="17"/>
                  </a:moveTo>
                  <a:cubicBezTo>
                    <a:pt x="2309146" y="-1126"/>
                    <a:pt x="2367248" y="55262"/>
                    <a:pt x="2368391" y="125842"/>
                  </a:cubicBezTo>
                  <a:cubicBezTo>
                    <a:pt x="2369534" y="196423"/>
                    <a:pt x="2313146" y="254525"/>
                    <a:pt x="2242566" y="255668"/>
                  </a:cubicBezTo>
                  <a:cubicBezTo>
                    <a:pt x="2171986" y="256811"/>
                    <a:pt x="2113883" y="200423"/>
                    <a:pt x="2112740" y="129843"/>
                  </a:cubicBezTo>
                  <a:cubicBezTo>
                    <a:pt x="2112740" y="129271"/>
                    <a:pt x="2112740" y="128605"/>
                    <a:pt x="2112740" y="128033"/>
                  </a:cubicBezTo>
                  <a:cubicBezTo>
                    <a:pt x="2111788" y="58310"/>
                    <a:pt x="2167604" y="970"/>
                    <a:pt x="2237327" y="17"/>
                  </a:cubicBezTo>
                  <a:cubicBezTo>
                    <a:pt x="2237708" y="17"/>
                    <a:pt x="2238184" y="17"/>
                    <a:pt x="2238566" y="17"/>
                  </a:cubicBezTo>
                  <a:close/>
                  <a:moveTo>
                    <a:pt x="2238566" y="218140"/>
                  </a:moveTo>
                  <a:cubicBezTo>
                    <a:pt x="2288381" y="219664"/>
                    <a:pt x="2330006" y="180516"/>
                    <a:pt x="2331530" y="130700"/>
                  </a:cubicBezTo>
                  <a:cubicBezTo>
                    <a:pt x="2333054" y="80884"/>
                    <a:pt x="2293906" y="39260"/>
                    <a:pt x="2244090" y="37736"/>
                  </a:cubicBezTo>
                  <a:cubicBezTo>
                    <a:pt x="2194274" y="36212"/>
                    <a:pt x="2152650" y="75360"/>
                    <a:pt x="2151126" y="125176"/>
                  </a:cubicBezTo>
                  <a:cubicBezTo>
                    <a:pt x="2151126" y="126128"/>
                    <a:pt x="2151126" y="127081"/>
                    <a:pt x="2151126" y="128128"/>
                  </a:cubicBezTo>
                  <a:cubicBezTo>
                    <a:pt x="2150078" y="176896"/>
                    <a:pt x="2188750" y="217187"/>
                    <a:pt x="2237423" y="218235"/>
                  </a:cubicBezTo>
                  <a:cubicBezTo>
                    <a:pt x="2237804" y="218235"/>
                    <a:pt x="2238184" y="218235"/>
                    <a:pt x="2238566" y="218235"/>
                  </a:cubicBezTo>
                  <a:lnTo>
                    <a:pt x="2238566" y="218235"/>
                  </a:lnTo>
                  <a:close/>
                  <a:moveTo>
                    <a:pt x="2413349" y="2970"/>
                  </a:moveTo>
                  <a:lnTo>
                    <a:pt x="2561558" y="2970"/>
                  </a:lnTo>
                  <a:lnTo>
                    <a:pt x="2561558" y="38117"/>
                  </a:lnTo>
                  <a:lnTo>
                    <a:pt x="2451640" y="38117"/>
                  </a:lnTo>
                  <a:lnTo>
                    <a:pt x="2451640" y="111841"/>
                  </a:lnTo>
                  <a:lnTo>
                    <a:pt x="2538413" y="111841"/>
                  </a:lnTo>
                  <a:lnTo>
                    <a:pt x="2538413" y="146893"/>
                  </a:lnTo>
                  <a:lnTo>
                    <a:pt x="2451640" y="146893"/>
                  </a:lnTo>
                  <a:lnTo>
                    <a:pt x="2451640" y="251572"/>
                  </a:lnTo>
                  <a:lnTo>
                    <a:pt x="2413540" y="251572"/>
                  </a:lnTo>
                  <a:lnTo>
                    <a:pt x="2413349" y="2970"/>
                  </a:lnTo>
                  <a:close/>
                  <a:moveTo>
                    <a:pt x="2842260" y="165752"/>
                  </a:moveTo>
                  <a:lnTo>
                    <a:pt x="2842260" y="2970"/>
                  </a:lnTo>
                  <a:lnTo>
                    <a:pt x="2881027" y="2970"/>
                  </a:lnTo>
                  <a:lnTo>
                    <a:pt x="2881027" y="165752"/>
                  </a:lnTo>
                  <a:cubicBezTo>
                    <a:pt x="2881598" y="214901"/>
                    <a:pt x="2842260" y="255287"/>
                    <a:pt x="2793111" y="255859"/>
                  </a:cubicBezTo>
                  <a:cubicBezTo>
                    <a:pt x="2791682" y="255859"/>
                    <a:pt x="2790254" y="255859"/>
                    <a:pt x="2788730" y="255859"/>
                  </a:cubicBezTo>
                  <a:cubicBezTo>
                    <a:pt x="2738819" y="255859"/>
                    <a:pt x="2696147" y="220426"/>
                    <a:pt x="2696147" y="165847"/>
                  </a:cubicBezTo>
                  <a:lnTo>
                    <a:pt x="2696147" y="3065"/>
                  </a:lnTo>
                  <a:lnTo>
                    <a:pt x="2735199" y="3065"/>
                  </a:lnTo>
                  <a:lnTo>
                    <a:pt x="2735199" y="165847"/>
                  </a:lnTo>
                  <a:cubicBezTo>
                    <a:pt x="2735199" y="195375"/>
                    <a:pt x="2759202" y="219378"/>
                    <a:pt x="2788730" y="219378"/>
                  </a:cubicBezTo>
                  <a:cubicBezTo>
                    <a:pt x="2818257" y="219378"/>
                    <a:pt x="2842260" y="195375"/>
                    <a:pt x="2842260" y="165847"/>
                  </a:cubicBezTo>
                  <a:close/>
                  <a:moveTo>
                    <a:pt x="2930461" y="2970"/>
                  </a:moveTo>
                  <a:lnTo>
                    <a:pt x="3116390" y="2970"/>
                  </a:lnTo>
                  <a:lnTo>
                    <a:pt x="3116390" y="38784"/>
                  </a:lnTo>
                  <a:lnTo>
                    <a:pt x="3043047" y="38784"/>
                  </a:lnTo>
                  <a:lnTo>
                    <a:pt x="3043047" y="252239"/>
                  </a:lnTo>
                  <a:lnTo>
                    <a:pt x="3003995" y="252239"/>
                  </a:lnTo>
                  <a:lnTo>
                    <a:pt x="3003995" y="38879"/>
                  </a:lnTo>
                  <a:lnTo>
                    <a:pt x="2930652" y="38879"/>
                  </a:lnTo>
                  <a:lnTo>
                    <a:pt x="2930652" y="2970"/>
                  </a:lnTo>
                  <a:close/>
                  <a:moveTo>
                    <a:pt x="3280315" y="190422"/>
                  </a:moveTo>
                  <a:lnTo>
                    <a:pt x="3179826" y="190422"/>
                  </a:lnTo>
                  <a:lnTo>
                    <a:pt x="3155919" y="252715"/>
                  </a:lnTo>
                  <a:lnTo>
                    <a:pt x="3115056" y="252715"/>
                  </a:lnTo>
                  <a:lnTo>
                    <a:pt x="3208782" y="3065"/>
                  </a:lnTo>
                  <a:lnTo>
                    <a:pt x="3250406" y="3065"/>
                  </a:lnTo>
                  <a:lnTo>
                    <a:pt x="3344418" y="252239"/>
                  </a:lnTo>
                  <a:lnTo>
                    <a:pt x="3303937" y="252239"/>
                  </a:lnTo>
                  <a:lnTo>
                    <a:pt x="3280220" y="190422"/>
                  </a:lnTo>
                  <a:close/>
                  <a:moveTo>
                    <a:pt x="3192780" y="156037"/>
                  </a:moveTo>
                  <a:lnTo>
                    <a:pt x="3267266" y="156037"/>
                  </a:lnTo>
                  <a:lnTo>
                    <a:pt x="3230023" y="51357"/>
                  </a:lnTo>
                  <a:lnTo>
                    <a:pt x="3192685" y="156037"/>
                  </a:lnTo>
                  <a:close/>
                  <a:moveTo>
                    <a:pt x="3580066" y="2970"/>
                  </a:moveTo>
                  <a:lnTo>
                    <a:pt x="3580066" y="252144"/>
                  </a:lnTo>
                  <a:lnTo>
                    <a:pt x="3541014" y="252144"/>
                  </a:lnTo>
                  <a:lnTo>
                    <a:pt x="3541014" y="145845"/>
                  </a:lnTo>
                  <a:lnTo>
                    <a:pt x="3428619" y="145845"/>
                  </a:lnTo>
                  <a:lnTo>
                    <a:pt x="3428619" y="252144"/>
                  </a:lnTo>
                  <a:lnTo>
                    <a:pt x="3390519" y="252144"/>
                  </a:lnTo>
                  <a:lnTo>
                    <a:pt x="3390519" y="2970"/>
                  </a:lnTo>
                  <a:lnTo>
                    <a:pt x="3428619" y="2970"/>
                  </a:lnTo>
                  <a:lnTo>
                    <a:pt x="3428619" y="110698"/>
                  </a:lnTo>
                  <a:lnTo>
                    <a:pt x="3541110" y="110698"/>
                  </a:lnTo>
                  <a:lnTo>
                    <a:pt x="3541110" y="2970"/>
                  </a:lnTo>
                  <a:lnTo>
                    <a:pt x="3580066" y="297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grpSp>
          <p:nvGrpSpPr>
            <p:cNvPr id="792" name="Google Shape;792;p73"/>
            <p:cNvGrpSpPr/>
            <p:nvPr/>
          </p:nvGrpSpPr>
          <p:grpSpPr>
            <a:xfrm>
              <a:off x="6455388" y="4102692"/>
              <a:ext cx="1601438" cy="1455705"/>
              <a:chOff x="3324225" y="2700241"/>
              <a:chExt cx="1601438" cy="1455705"/>
            </a:xfrm>
          </p:grpSpPr>
          <p:sp>
            <p:nvSpPr>
              <p:cNvPr id="793" name="Google Shape;793;p73"/>
              <p:cNvSpPr/>
              <p:nvPr/>
            </p:nvSpPr>
            <p:spPr>
              <a:xfrm>
                <a:off x="4540585" y="3230022"/>
                <a:ext cx="239250" cy="787908"/>
              </a:xfrm>
              <a:custGeom>
                <a:rect b="b" l="l" r="r" t="t"/>
                <a:pathLst>
                  <a:path extrusionOk="0" h="787908" w="239250">
                    <a:moveTo>
                      <a:pt x="14270" y="87440"/>
                    </a:moveTo>
                    <a:cubicBezTo>
                      <a:pt x="36273" y="66580"/>
                      <a:pt x="61895" y="37052"/>
                      <a:pt x="91994" y="12954"/>
                    </a:cubicBezTo>
                    <a:moveTo>
                      <a:pt x="239251" y="549307"/>
                    </a:moveTo>
                    <a:lnTo>
                      <a:pt x="239251" y="635603"/>
                    </a:lnTo>
                    <a:lnTo>
                      <a:pt x="85993" y="787908"/>
                    </a:lnTo>
                    <a:cubicBezTo>
                      <a:pt x="-131844" y="356330"/>
                      <a:pt x="118569" y="176879"/>
                      <a:pt x="239251" y="0"/>
                    </a:cubicBezTo>
                    <a:lnTo>
                      <a:pt x="239251" y="201263"/>
                    </a:lnTo>
                    <a:lnTo>
                      <a:pt x="210676" y="173927"/>
                    </a:lnTo>
                    <a:cubicBezTo>
                      <a:pt x="199817" y="163830"/>
                      <a:pt x="182767" y="164402"/>
                      <a:pt x="172576" y="175165"/>
                    </a:cubicBezTo>
                    <a:cubicBezTo>
                      <a:pt x="162098" y="185738"/>
                      <a:pt x="162098" y="202692"/>
                      <a:pt x="172576" y="213265"/>
                    </a:cubicBezTo>
                    <a:lnTo>
                      <a:pt x="239251" y="276511"/>
                    </a:lnTo>
                    <a:lnTo>
                      <a:pt x="239251" y="350234"/>
                    </a:lnTo>
                    <a:lnTo>
                      <a:pt x="101709" y="343757"/>
                    </a:lnTo>
                    <a:cubicBezTo>
                      <a:pt x="86660" y="342995"/>
                      <a:pt x="73897" y="354521"/>
                      <a:pt x="73134" y="369570"/>
                    </a:cubicBezTo>
                    <a:cubicBezTo>
                      <a:pt x="73134" y="369570"/>
                      <a:pt x="73134" y="369570"/>
                      <a:pt x="73134" y="369570"/>
                    </a:cubicBezTo>
                    <a:cubicBezTo>
                      <a:pt x="72087" y="384524"/>
                      <a:pt x="83136" y="397478"/>
                      <a:pt x="98090" y="398717"/>
                    </a:cubicBezTo>
                    <a:lnTo>
                      <a:pt x="239155" y="405289"/>
                    </a:lnTo>
                    <a:lnTo>
                      <a:pt x="239155" y="486728"/>
                    </a:lnTo>
                    <a:lnTo>
                      <a:pt x="89136" y="545973"/>
                    </a:lnTo>
                    <a:cubicBezTo>
                      <a:pt x="74468" y="551783"/>
                      <a:pt x="67324" y="568452"/>
                      <a:pt x="73230" y="583121"/>
                    </a:cubicBezTo>
                    <a:cubicBezTo>
                      <a:pt x="73230" y="583121"/>
                      <a:pt x="73230" y="583121"/>
                      <a:pt x="73230" y="583216"/>
                    </a:cubicBezTo>
                    <a:cubicBezTo>
                      <a:pt x="78468" y="598075"/>
                      <a:pt x="94756" y="605981"/>
                      <a:pt x="109615" y="600742"/>
                    </a:cubicBezTo>
                    <a:cubicBezTo>
                      <a:pt x="109615" y="600742"/>
                      <a:pt x="109615" y="600742"/>
                      <a:pt x="109615" y="600742"/>
                    </a:cubicBezTo>
                    <a:lnTo>
                      <a:pt x="238965" y="548831"/>
                    </a:lnTo>
                    <a:lnTo>
                      <a:pt x="239155" y="5492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794" name="Google Shape;794;p73"/>
              <p:cNvSpPr/>
              <p:nvPr/>
            </p:nvSpPr>
            <p:spPr>
              <a:xfrm>
                <a:off x="3324225" y="2700241"/>
                <a:ext cx="1601438" cy="1455705"/>
              </a:xfrm>
              <a:custGeom>
                <a:rect b="b" l="l" r="r" t="t"/>
                <a:pathLst>
                  <a:path extrusionOk="0" h="1455705" w="1601438">
                    <a:moveTo>
                      <a:pt x="1337977" y="82201"/>
                    </a:moveTo>
                    <a:lnTo>
                      <a:pt x="1377315" y="124206"/>
                    </a:lnTo>
                    <a:cubicBezTo>
                      <a:pt x="1383316" y="131159"/>
                      <a:pt x="1393793" y="131921"/>
                      <a:pt x="1400747" y="126016"/>
                    </a:cubicBezTo>
                    <a:cubicBezTo>
                      <a:pt x="1407414" y="119729"/>
                      <a:pt x="1407795" y="109252"/>
                      <a:pt x="1401509" y="102489"/>
                    </a:cubicBezTo>
                    <a:lnTo>
                      <a:pt x="1356836" y="54864"/>
                    </a:lnTo>
                    <a:cubicBezTo>
                      <a:pt x="1372076" y="34195"/>
                      <a:pt x="1390174" y="15716"/>
                      <a:pt x="1410557" y="0"/>
                    </a:cubicBezTo>
                    <a:lnTo>
                      <a:pt x="1601438" y="0"/>
                    </a:lnTo>
                    <a:lnTo>
                      <a:pt x="1601438" y="437864"/>
                    </a:lnTo>
                    <a:lnTo>
                      <a:pt x="1503331" y="437864"/>
                    </a:lnTo>
                    <a:cubicBezTo>
                      <a:pt x="1522381" y="377190"/>
                      <a:pt x="1516856" y="312134"/>
                      <a:pt x="1463802" y="233553"/>
                    </a:cubicBezTo>
                    <a:cubicBezTo>
                      <a:pt x="1609725" y="598361"/>
                      <a:pt x="853631" y="586835"/>
                      <a:pt x="1180910" y="1435703"/>
                    </a:cubicBezTo>
                    <a:lnTo>
                      <a:pt x="1163765" y="1455706"/>
                    </a:lnTo>
                    <a:lnTo>
                      <a:pt x="437769" y="1455706"/>
                    </a:lnTo>
                    <a:lnTo>
                      <a:pt x="146304" y="1165289"/>
                    </a:lnTo>
                    <a:lnTo>
                      <a:pt x="146304" y="437579"/>
                    </a:lnTo>
                    <a:lnTo>
                      <a:pt x="0" y="437579"/>
                    </a:lnTo>
                    <a:lnTo>
                      <a:pt x="0" y="95"/>
                    </a:lnTo>
                    <a:lnTo>
                      <a:pt x="727901" y="95"/>
                    </a:lnTo>
                    <a:lnTo>
                      <a:pt x="727901" y="437960"/>
                    </a:lnTo>
                    <a:lnTo>
                      <a:pt x="581882" y="437960"/>
                    </a:lnTo>
                    <a:lnTo>
                      <a:pt x="581882" y="1017937"/>
                    </a:lnTo>
                    <a:lnTo>
                      <a:pt x="1019747" y="1017937"/>
                    </a:lnTo>
                    <a:lnTo>
                      <a:pt x="1019747" y="437483"/>
                    </a:lnTo>
                    <a:lnTo>
                      <a:pt x="873728" y="437483"/>
                    </a:lnTo>
                    <a:lnTo>
                      <a:pt x="873728" y="95"/>
                    </a:lnTo>
                    <a:lnTo>
                      <a:pt x="1343025" y="95"/>
                    </a:lnTo>
                    <a:cubicBezTo>
                      <a:pt x="1189768" y="114300"/>
                      <a:pt x="1096232" y="410147"/>
                      <a:pt x="1230535" y="617411"/>
                    </a:cubicBezTo>
                    <a:cubicBezTo>
                      <a:pt x="1252538" y="596551"/>
                      <a:pt x="1278160" y="567023"/>
                      <a:pt x="1308259" y="542925"/>
                    </a:cubicBezTo>
                    <a:cubicBezTo>
                      <a:pt x="1294352" y="519684"/>
                      <a:pt x="1283589" y="494729"/>
                      <a:pt x="1276064" y="468725"/>
                    </a:cubicBezTo>
                    <a:lnTo>
                      <a:pt x="1433417" y="407765"/>
                    </a:lnTo>
                    <a:cubicBezTo>
                      <a:pt x="1442657" y="404336"/>
                      <a:pt x="1447324" y="394049"/>
                      <a:pt x="1443895" y="384810"/>
                    </a:cubicBezTo>
                    <a:cubicBezTo>
                      <a:pt x="1440466" y="375571"/>
                      <a:pt x="1430179" y="370904"/>
                      <a:pt x="1420939" y="374333"/>
                    </a:cubicBezTo>
                    <a:lnTo>
                      <a:pt x="1267778" y="433673"/>
                    </a:lnTo>
                    <a:cubicBezTo>
                      <a:pt x="1261110" y="396621"/>
                      <a:pt x="1259110" y="358807"/>
                      <a:pt x="1261967" y="321278"/>
                    </a:cubicBezTo>
                    <a:lnTo>
                      <a:pt x="1416082" y="316516"/>
                    </a:lnTo>
                    <a:cubicBezTo>
                      <a:pt x="1425797" y="316325"/>
                      <a:pt x="1433513" y="308420"/>
                      <a:pt x="1433417" y="298704"/>
                    </a:cubicBezTo>
                    <a:cubicBezTo>
                      <a:pt x="1433036" y="288989"/>
                      <a:pt x="1424940" y="281464"/>
                      <a:pt x="1415225" y="281750"/>
                    </a:cubicBezTo>
                    <a:lnTo>
                      <a:pt x="1265587" y="286322"/>
                    </a:lnTo>
                    <a:cubicBezTo>
                      <a:pt x="1270159" y="252698"/>
                      <a:pt x="1277874" y="219647"/>
                      <a:pt x="1288542" y="187452"/>
                    </a:cubicBezTo>
                    <a:lnTo>
                      <a:pt x="1394746" y="222314"/>
                    </a:lnTo>
                    <a:cubicBezTo>
                      <a:pt x="1403699" y="225552"/>
                      <a:pt x="1413510" y="220980"/>
                      <a:pt x="1416844" y="212122"/>
                    </a:cubicBezTo>
                    <a:cubicBezTo>
                      <a:pt x="1419797" y="203168"/>
                      <a:pt x="1414939" y="193453"/>
                      <a:pt x="1405985" y="190405"/>
                    </a:cubicBezTo>
                    <a:lnTo>
                      <a:pt x="1300258" y="155639"/>
                    </a:lnTo>
                    <a:cubicBezTo>
                      <a:pt x="1310640" y="130112"/>
                      <a:pt x="1323308" y="105537"/>
                      <a:pt x="1337977" y="82296"/>
                    </a:cubicBezTo>
                    <a:lnTo>
                      <a:pt x="1337977" y="8229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</p:grpSp>
      <p:sp>
        <p:nvSpPr>
          <p:cNvPr id="795" name="Google Shape;795;p73"/>
          <p:cNvSpPr/>
          <p:nvPr>
            <p:ph idx="3" type="pic"/>
          </p:nvPr>
        </p:nvSpPr>
        <p:spPr>
          <a:xfrm>
            <a:off x="8149511" y="4149030"/>
            <a:ext cx="1527890" cy="152911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3b - Red Title with Image Layout">
  <p:cSld name="Divider 3b - Red Title with Image Layout"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74"/>
          <p:cNvSpPr/>
          <p:nvPr>
            <p:ph idx="2" type="pic"/>
          </p:nvPr>
        </p:nvSpPr>
        <p:spPr>
          <a:xfrm>
            <a:off x="0" y="0"/>
            <a:ext cx="12192000" cy="685799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798" name="Google Shape;798;p74"/>
          <p:cNvSpPr txBox="1"/>
          <p:nvPr>
            <p:ph type="ctrTitle"/>
          </p:nvPr>
        </p:nvSpPr>
        <p:spPr>
          <a:xfrm>
            <a:off x="287363" y="198267"/>
            <a:ext cx="11617274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entury Gothic"/>
              <a:buNone/>
              <a:defRPr sz="48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9" name="Google Shape;799;p74"/>
          <p:cNvSpPr txBox="1"/>
          <p:nvPr>
            <p:ph idx="1" type="body"/>
          </p:nvPr>
        </p:nvSpPr>
        <p:spPr>
          <a:xfrm>
            <a:off x="365760" y="5445320"/>
            <a:ext cx="6495074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2pPr>
            <a:lvl3pPr indent="-2286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4pPr>
            <a:lvl5pPr indent="-2286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0" name="Google Shape;800;p74"/>
          <p:cNvSpPr txBox="1"/>
          <p:nvPr>
            <p:ph idx="3" type="body"/>
          </p:nvPr>
        </p:nvSpPr>
        <p:spPr>
          <a:xfrm>
            <a:off x="365760" y="5852160"/>
            <a:ext cx="6495074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b="0" sz="18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2pPr>
            <a:lvl3pPr indent="-2286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4pPr>
            <a:lvl5pPr indent="-2286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1" name="Google Shape;801;p74"/>
          <p:cNvSpPr txBox="1"/>
          <p:nvPr>
            <p:ph idx="10" type="dt"/>
          </p:nvPr>
        </p:nvSpPr>
        <p:spPr>
          <a:xfrm>
            <a:off x="365760" y="6310800"/>
            <a:ext cx="212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2" name="Google Shape;802;p74"/>
          <p:cNvSpPr txBox="1"/>
          <p:nvPr>
            <p:ph idx="11" type="ftr"/>
          </p:nvPr>
        </p:nvSpPr>
        <p:spPr>
          <a:xfrm>
            <a:off x="2743200" y="6309397"/>
            <a:ext cx="419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03" name="Google Shape;803;p74"/>
          <p:cNvGrpSpPr/>
          <p:nvPr/>
        </p:nvGrpSpPr>
        <p:grpSpPr>
          <a:xfrm>
            <a:off x="-3424512" y="-1"/>
            <a:ext cx="3208421" cy="6857999"/>
            <a:chOff x="-3424512" y="-1"/>
            <a:chExt cx="3208421" cy="6857999"/>
          </a:xfrm>
        </p:grpSpPr>
        <p:sp>
          <p:nvSpPr>
            <p:cNvPr id="804" name="Google Shape;804;p74"/>
            <p:cNvSpPr/>
            <p:nvPr/>
          </p:nvSpPr>
          <p:spPr>
            <a:xfrm>
              <a:off x="-3424512" y="-1"/>
              <a:ext cx="3208421" cy="685799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05" name="Google Shape;805;p74"/>
            <p:cNvSpPr txBox="1"/>
            <p:nvPr/>
          </p:nvSpPr>
          <p:spPr>
            <a:xfrm>
              <a:off x="-3267122" y="150741"/>
              <a:ext cx="2941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GB" sz="3200" u="none" cap="none" strike="noStrike">
                  <a:solidFill>
                    <a:schemeClr val="accen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Instruction 1: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74"/>
            <p:cNvSpPr txBox="1"/>
            <p:nvPr/>
          </p:nvSpPr>
          <p:spPr>
            <a:xfrm>
              <a:off x="-3267122" y="818147"/>
              <a:ext cx="294176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To underline keyword in title text box, highlight selected word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07" name="Google Shape;807;p7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143860" y="1824108"/>
              <a:ext cx="875152" cy="905001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808" name="Google Shape;808;p74"/>
            <p:cNvSpPr txBox="1"/>
            <p:nvPr/>
          </p:nvSpPr>
          <p:spPr>
            <a:xfrm>
              <a:off x="-3267122" y="2906262"/>
              <a:ext cx="2502568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2. Then go to 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‘Bold’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in the toolbar and then </a:t>
              </a:r>
              <a:b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‘underline’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after.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09" name="Google Shape;809;p74"/>
            <p:cNvPicPr preferRelativeResize="0"/>
            <p:nvPr/>
          </p:nvPicPr>
          <p:blipFill rotWithShape="1">
            <a:blip r:embed="rId3">
              <a:alphaModFix/>
            </a:blip>
            <a:srcRect b="-62788" l="0" r="0" t="-62788"/>
            <a:stretch/>
          </p:blipFill>
          <p:spPr>
            <a:xfrm>
              <a:off x="-3143862" y="4212225"/>
              <a:ext cx="1654280" cy="1614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0" name="Google Shape;810;p74"/>
            <p:cNvSpPr/>
            <p:nvPr/>
          </p:nvSpPr>
          <p:spPr>
            <a:xfrm>
              <a:off x="-3095847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11" name="Google Shape;811;p74"/>
            <p:cNvSpPr/>
            <p:nvPr/>
          </p:nvSpPr>
          <p:spPr>
            <a:xfrm>
              <a:off x="-2236570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812" name="Google Shape;812;p74"/>
          <p:cNvGrpSpPr/>
          <p:nvPr/>
        </p:nvGrpSpPr>
        <p:grpSpPr>
          <a:xfrm>
            <a:off x="-3424512" y="-1"/>
            <a:ext cx="3208421" cy="6857999"/>
            <a:chOff x="-3424512" y="-1"/>
            <a:chExt cx="3208421" cy="6857999"/>
          </a:xfrm>
        </p:grpSpPr>
        <p:sp>
          <p:nvSpPr>
            <p:cNvPr id="813" name="Google Shape;813;p74"/>
            <p:cNvSpPr/>
            <p:nvPr/>
          </p:nvSpPr>
          <p:spPr>
            <a:xfrm>
              <a:off x="-3424512" y="-1"/>
              <a:ext cx="3208421" cy="685799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14" name="Google Shape;814;p74"/>
            <p:cNvSpPr txBox="1"/>
            <p:nvPr/>
          </p:nvSpPr>
          <p:spPr>
            <a:xfrm>
              <a:off x="-3267122" y="150741"/>
              <a:ext cx="2941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GB" sz="3200" u="none" cap="none" strike="noStrike">
                  <a:solidFill>
                    <a:schemeClr val="accen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Instruction: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74"/>
            <p:cNvSpPr txBox="1"/>
            <p:nvPr/>
          </p:nvSpPr>
          <p:spPr>
            <a:xfrm>
              <a:off x="-3267122" y="818147"/>
              <a:ext cx="294176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To underline keyword in title text box, highlight selected word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16" name="Google Shape;816;p7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143860" y="1824108"/>
              <a:ext cx="875152" cy="905001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817" name="Google Shape;817;p74"/>
            <p:cNvSpPr txBox="1"/>
            <p:nvPr/>
          </p:nvSpPr>
          <p:spPr>
            <a:xfrm>
              <a:off x="-3267122" y="2906262"/>
              <a:ext cx="2502568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2. Then go to 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‘Bold’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in the toolbar and then </a:t>
              </a:r>
              <a:b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‘underline’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after.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18" name="Google Shape;818;p74"/>
            <p:cNvPicPr preferRelativeResize="0"/>
            <p:nvPr/>
          </p:nvPicPr>
          <p:blipFill rotWithShape="1">
            <a:blip r:embed="rId3">
              <a:alphaModFix/>
            </a:blip>
            <a:srcRect b="-62788" l="0" r="0" t="-62788"/>
            <a:stretch/>
          </p:blipFill>
          <p:spPr>
            <a:xfrm>
              <a:off x="-3143862" y="4212225"/>
              <a:ext cx="1654280" cy="1614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9" name="Google Shape;819;p74"/>
            <p:cNvSpPr/>
            <p:nvPr/>
          </p:nvSpPr>
          <p:spPr>
            <a:xfrm>
              <a:off x="-3095847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20" name="Google Shape;820;p74"/>
            <p:cNvSpPr/>
            <p:nvPr/>
          </p:nvSpPr>
          <p:spPr>
            <a:xfrm>
              <a:off x="-2236570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821" name="Google Shape;821;p74"/>
          <p:cNvGrpSpPr/>
          <p:nvPr/>
        </p:nvGrpSpPr>
        <p:grpSpPr>
          <a:xfrm>
            <a:off x="9593261" y="5524500"/>
            <a:ext cx="2103439" cy="552361"/>
            <a:chOff x="6455388" y="4102692"/>
            <a:chExt cx="5543454" cy="1455705"/>
          </a:xfrm>
        </p:grpSpPr>
        <p:sp>
          <p:nvSpPr>
            <p:cNvPr id="822" name="Google Shape;822;p74"/>
            <p:cNvSpPr/>
            <p:nvPr/>
          </p:nvSpPr>
          <p:spPr>
            <a:xfrm>
              <a:off x="8423253" y="4383013"/>
              <a:ext cx="3575494" cy="683609"/>
            </a:xfrm>
            <a:custGeom>
              <a:rect b="b" l="l" r="r" t="t"/>
              <a:pathLst>
                <a:path extrusionOk="0" h="683609" w="3575494">
                  <a:moveTo>
                    <a:pt x="527495" y="0"/>
                  </a:moveTo>
                  <a:lnTo>
                    <a:pt x="527495" y="683133"/>
                  </a:lnTo>
                  <a:lnTo>
                    <a:pt x="399669" y="683133"/>
                  </a:lnTo>
                  <a:lnTo>
                    <a:pt x="399669" y="400622"/>
                  </a:lnTo>
                  <a:lnTo>
                    <a:pt x="125921" y="400622"/>
                  </a:lnTo>
                  <a:lnTo>
                    <a:pt x="125921" y="683228"/>
                  </a:lnTo>
                  <a:lnTo>
                    <a:pt x="0" y="683228"/>
                  </a:lnTo>
                  <a:lnTo>
                    <a:pt x="0" y="0"/>
                  </a:lnTo>
                  <a:lnTo>
                    <a:pt x="125921" y="0"/>
                  </a:lnTo>
                  <a:lnTo>
                    <a:pt x="125921" y="286607"/>
                  </a:lnTo>
                  <a:lnTo>
                    <a:pt x="399574" y="286607"/>
                  </a:lnTo>
                  <a:lnTo>
                    <a:pt x="399574" y="0"/>
                  </a:lnTo>
                  <a:lnTo>
                    <a:pt x="527495" y="0"/>
                  </a:lnTo>
                  <a:close/>
                  <a:moveTo>
                    <a:pt x="715994" y="0"/>
                  </a:moveTo>
                  <a:lnTo>
                    <a:pt x="1138809" y="0"/>
                  </a:lnTo>
                  <a:lnTo>
                    <a:pt x="1138809" y="113062"/>
                  </a:lnTo>
                  <a:lnTo>
                    <a:pt x="841915" y="113062"/>
                  </a:lnTo>
                  <a:lnTo>
                    <a:pt x="841915" y="290989"/>
                  </a:lnTo>
                  <a:lnTo>
                    <a:pt x="1101662" y="290989"/>
                  </a:lnTo>
                  <a:lnTo>
                    <a:pt x="1101662" y="403003"/>
                  </a:lnTo>
                  <a:lnTo>
                    <a:pt x="841915" y="403003"/>
                  </a:lnTo>
                  <a:lnTo>
                    <a:pt x="841915" y="570548"/>
                  </a:lnTo>
                  <a:lnTo>
                    <a:pt x="1148334" y="570548"/>
                  </a:lnTo>
                  <a:lnTo>
                    <a:pt x="1148334" y="683609"/>
                  </a:lnTo>
                  <a:lnTo>
                    <a:pt x="715994" y="683609"/>
                  </a:lnTo>
                  <a:lnTo>
                    <a:pt x="715994" y="0"/>
                  </a:lnTo>
                  <a:close/>
                  <a:moveTo>
                    <a:pt x="1686687" y="517589"/>
                  </a:moveTo>
                  <a:lnTo>
                    <a:pt x="1431893" y="517589"/>
                  </a:lnTo>
                  <a:lnTo>
                    <a:pt x="1369409" y="683228"/>
                  </a:lnTo>
                  <a:lnTo>
                    <a:pt x="1234535" y="683228"/>
                  </a:lnTo>
                  <a:lnTo>
                    <a:pt x="1490377" y="95"/>
                  </a:lnTo>
                  <a:lnTo>
                    <a:pt x="1627251" y="95"/>
                  </a:lnTo>
                  <a:lnTo>
                    <a:pt x="1883092" y="683228"/>
                  </a:lnTo>
                  <a:lnTo>
                    <a:pt x="1749171" y="683228"/>
                  </a:lnTo>
                  <a:lnTo>
                    <a:pt x="1686592" y="517589"/>
                  </a:lnTo>
                  <a:close/>
                  <a:moveTo>
                    <a:pt x="1474470" y="406527"/>
                  </a:moveTo>
                  <a:lnTo>
                    <a:pt x="1645063" y="406527"/>
                  </a:lnTo>
                  <a:lnTo>
                    <a:pt x="1558862" y="145733"/>
                  </a:lnTo>
                  <a:lnTo>
                    <a:pt x="1474565" y="406527"/>
                  </a:lnTo>
                  <a:close/>
                  <a:moveTo>
                    <a:pt x="1995392" y="0"/>
                  </a:moveTo>
                  <a:lnTo>
                    <a:pt x="2121980" y="0"/>
                  </a:lnTo>
                  <a:lnTo>
                    <a:pt x="2121980" y="570167"/>
                  </a:lnTo>
                  <a:lnTo>
                    <a:pt x="2385632" y="570167"/>
                  </a:lnTo>
                  <a:lnTo>
                    <a:pt x="2385632" y="683228"/>
                  </a:lnTo>
                  <a:lnTo>
                    <a:pt x="1995392" y="683228"/>
                  </a:lnTo>
                  <a:lnTo>
                    <a:pt x="1995392" y="0"/>
                  </a:lnTo>
                  <a:close/>
                  <a:moveTo>
                    <a:pt x="2395157" y="0"/>
                  </a:moveTo>
                  <a:lnTo>
                    <a:pt x="2907792" y="0"/>
                  </a:lnTo>
                  <a:lnTo>
                    <a:pt x="2907792" y="116014"/>
                  </a:lnTo>
                  <a:lnTo>
                    <a:pt x="2715863" y="116014"/>
                  </a:lnTo>
                  <a:lnTo>
                    <a:pt x="2715863" y="683228"/>
                  </a:lnTo>
                  <a:lnTo>
                    <a:pt x="2587942" y="683228"/>
                  </a:lnTo>
                  <a:lnTo>
                    <a:pt x="2587942" y="116014"/>
                  </a:lnTo>
                  <a:lnTo>
                    <a:pt x="2395061" y="116014"/>
                  </a:lnTo>
                  <a:lnTo>
                    <a:pt x="2395061" y="0"/>
                  </a:lnTo>
                  <a:close/>
                  <a:moveTo>
                    <a:pt x="3575494" y="0"/>
                  </a:moveTo>
                  <a:lnTo>
                    <a:pt x="3575494" y="683133"/>
                  </a:lnTo>
                  <a:lnTo>
                    <a:pt x="3447764" y="683133"/>
                  </a:lnTo>
                  <a:lnTo>
                    <a:pt x="3447764" y="400622"/>
                  </a:lnTo>
                  <a:lnTo>
                    <a:pt x="3174111" y="400622"/>
                  </a:lnTo>
                  <a:lnTo>
                    <a:pt x="3174111" y="683228"/>
                  </a:lnTo>
                  <a:lnTo>
                    <a:pt x="3048191" y="683228"/>
                  </a:lnTo>
                  <a:lnTo>
                    <a:pt x="3048191" y="0"/>
                  </a:lnTo>
                  <a:lnTo>
                    <a:pt x="3174111" y="0"/>
                  </a:lnTo>
                  <a:lnTo>
                    <a:pt x="3174111" y="286607"/>
                  </a:lnTo>
                  <a:lnTo>
                    <a:pt x="3447764" y="286607"/>
                  </a:lnTo>
                  <a:lnTo>
                    <a:pt x="3447764" y="0"/>
                  </a:lnTo>
                  <a:lnTo>
                    <a:pt x="35754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23" name="Google Shape;823;p74"/>
            <p:cNvSpPr/>
            <p:nvPr/>
          </p:nvSpPr>
          <p:spPr>
            <a:xfrm>
              <a:off x="8418776" y="5302158"/>
              <a:ext cx="3580066" cy="255953"/>
            </a:xfrm>
            <a:custGeom>
              <a:rect b="b" l="l" r="r" t="t"/>
              <a:pathLst>
                <a:path extrusionOk="0" h="255953" w="3580066">
                  <a:moveTo>
                    <a:pt x="146113" y="165847"/>
                  </a:moveTo>
                  <a:lnTo>
                    <a:pt x="146113" y="3065"/>
                  </a:lnTo>
                  <a:lnTo>
                    <a:pt x="184880" y="3065"/>
                  </a:lnTo>
                  <a:lnTo>
                    <a:pt x="184880" y="165847"/>
                  </a:lnTo>
                  <a:cubicBezTo>
                    <a:pt x="185452" y="214996"/>
                    <a:pt x="146113" y="255382"/>
                    <a:pt x="96964" y="255954"/>
                  </a:cubicBezTo>
                  <a:cubicBezTo>
                    <a:pt x="95536" y="255954"/>
                    <a:pt x="94107" y="255954"/>
                    <a:pt x="92583" y="255954"/>
                  </a:cubicBezTo>
                  <a:cubicBezTo>
                    <a:pt x="42672" y="255954"/>
                    <a:pt x="0" y="220521"/>
                    <a:pt x="0" y="165943"/>
                  </a:cubicBezTo>
                  <a:lnTo>
                    <a:pt x="0" y="3160"/>
                  </a:lnTo>
                  <a:lnTo>
                    <a:pt x="39148" y="3160"/>
                  </a:lnTo>
                  <a:lnTo>
                    <a:pt x="39148" y="165943"/>
                  </a:lnTo>
                  <a:cubicBezTo>
                    <a:pt x="39148" y="195470"/>
                    <a:pt x="63151" y="219473"/>
                    <a:pt x="92678" y="219473"/>
                  </a:cubicBezTo>
                  <a:cubicBezTo>
                    <a:pt x="122206" y="219473"/>
                    <a:pt x="146209" y="195470"/>
                    <a:pt x="146209" y="165943"/>
                  </a:cubicBezTo>
                  <a:lnTo>
                    <a:pt x="146113" y="165943"/>
                  </a:lnTo>
                  <a:close/>
                  <a:moveTo>
                    <a:pt x="434435" y="252239"/>
                  </a:moveTo>
                  <a:lnTo>
                    <a:pt x="398621" y="252239"/>
                  </a:lnTo>
                  <a:lnTo>
                    <a:pt x="291560" y="73931"/>
                  </a:lnTo>
                  <a:lnTo>
                    <a:pt x="291560" y="252239"/>
                  </a:lnTo>
                  <a:lnTo>
                    <a:pt x="253460" y="252239"/>
                  </a:lnTo>
                  <a:lnTo>
                    <a:pt x="253460" y="3065"/>
                  </a:lnTo>
                  <a:lnTo>
                    <a:pt x="290417" y="3065"/>
                  </a:lnTo>
                  <a:lnTo>
                    <a:pt x="396335" y="179944"/>
                  </a:lnTo>
                  <a:lnTo>
                    <a:pt x="396335" y="3065"/>
                  </a:lnTo>
                  <a:lnTo>
                    <a:pt x="434435" y="3065"/>
                  </a:lnTo>
                  <a:lnTo>
                    <a:pt x="434435" y="252239"/>
                  </a:lnTo>
                  <a:close/>
                  <a:moveTo>
                    <a:pt x="497014" y="3065"/>
                  </a:moveTo>
                  <a:lnTo>
                    <a:pt x="535114" y="3065"/>
                  </a:lnTo>
                  <a:lnTo>
                    <a:pt x="535114" y="252239"/>
                  </a:lnTo>
                  <a:lnTo>
                    <a:pt x="497014" y="252239"/>
                  </a:lnTo>
                  <a:lnTo>
                    <a:pt x="497014" y="3065"/>
                  </a:lnTo>
                  <a:close/>
                  <a:moveTo>
                    <a:pt x="622935" y="3065"/>
                  </a:moveTo>
                  <a:lnTo>
                    <a:pt x="676180" y="188231"/>
                  </a:lnTo>
                  <a:lnTo>
                    <a:pt x="729710" y="3065"/>
                  </a:lnTo>
                  <a:lnTo>
                    <a:pt x="769525" y="3065"/>
                  </a:lnTo>
                  <a:lnTo>
                    <a:pt x="694372" y="252239"/>
                  </a:lnTo>
                  <a:lnTo>
                    <a:pt x="658558" y="252239"/>
                  </a:lnTo>
                  <a:lnTo>
                    <a:pt x="583025" y="3065"/>
                  </a:lnTo>
                  <a:lnTo>
                    <a:pt x="623125" y="3065"/>
                  </a:lnTo>
                  <a:close/>
                  <a:moveTo>
                    <a:pt x="813911" y="3065"/>
                  </a:moveTo>
                  <a:lnTo>
                    <a:pt x="964025" y="3065"/>
                  </a:lnTo>
                  <a:lnTo>
                    <a:pt x="964025" y="38212"/>
                  </a:lnTo>
                  <a:lnTo>
                    <a:pt x="852297" y="38212"/>
                  </a:lnTo>
                  <a:lnTo>
                    <a:pt x="852297" y="111936"/>
                  </a:lnTo>
                  <a:lnTo>
                    <a:pt x="949928" y="111936"/>
                  </a:lnTo>
                  <a:lnTo>
                    <a:pt x="949928" y="146988"/>
                  </a:lnTo>
                  <a:lnTo>
                    <a:pt x="852297" y="146988"/>
                  </a:lnTo>
                  <a:lnTo>
                    <a:pt x="852297" y="216806"/>
                  </a:lnTo>
                  <a:lnTo>
                    <a:pt x="967645" y="216806"/>
                  </a:lnTo>
                  <a:lnTo>
                    <a:pt x="967645" y="251953"/>
                  </a:lnTo>
                  <a:lnTo>
                    <a:pt x="813911" y="251953"/>
                  </a:lnTo>
                  <a:lnTo>
                    <a:pt x="813911" y="3160"/>
                  </a:lnTo>
                  <a:close/>
                  <a:moveTo>
                    <a:pt x="1200436" y="252239"/>
                  </a:moveTo>
                  <a:lnTo>
                    <a:pt x="1153763" y="252239"/>
                  </a:lnTo>
                  <a:lnTo>
                    <a:pt x="1091565" y="160799"/>
                  </a:lnTo>
                  <a:lnTo>
                    <a:pt x="1064800" y="160799"/>
                  </a:lnTo>
                  <a:lnTo>
                    <a:pt x="1064800" y="252239"/>
                  </a:lnTo>
                  <a:lnTo>
                    <a:pt x="1026128" y="252239"/>
                  </a:lnTo>
                  <a:lnTo>
                    <a:pt x="1026128" y="3065"/>
                  </a:lnTo>
                  <a:lnTo>
                    <a:pt x="1123379" y="3065"/>
                  </a:lnTo>
                  <a:cubicBezTo>
                    <a:pt x="1176909" y="3065"/>
                    <a:pt x="1199483" y="42499"/>
                    <a:pt x="1199483" y="82218"/>
                  </a:cubicBezTo>
                  <a:cubicBezTo>
                    <a:pt x="1199483" y="118794"/>
                    <a:pt x="1181005" y="154227"/>
                    <a:pt x="1135094" y="159180"/>
                  </a:cubicBezTo>
                  <a:lnTo>
                    <a:pt x="1200245" y="252144"/>
                  </a:lnTo>
                  <a:close/>
                  <a:moveTo>
                    <a:pt x="1064895" y="38117"/>
                  </a:moveTo>
                  <a:lnTo>
                    <a:pt x="1064895" y="125271"/>
                  </a:lnTo>
                  <a:lnTo>
                    <a:pt x="1120616" y="125271"/>
                  </a:lnTo>
                  <a:cubicBezTo>
                    <a:pt x="1148524" y="125271"/>
                    <a:pt x="1159669" y="103173"/>
                    <a:pt x="1159669" y="81837"/>
                  </a:cubicBezTo>
                  <a:cubicBezTo>
                    <a:pt x="1159669" y="60501"/>
                    <a:pt x="1148810" y="38022"/>
                    <a:pt x="1121569" y="38022"/>
                  </a:cubicBezTo>
                  <a:lnTo>
                    <a:pt x="1064895" y="38022"/>
                  </a:lnTo>
                  <a:close/>
                  <a:moveTo>
                    <a:pt x="1290256" y="179849"/>
                  </a:moveTo>
                  <a:cubicBezTo>
                    <a:pt x="1291019" y="200137"/>
                    <a:pt x="1310164" y="220711"/>
                    <a:pt x="1339882" y="220711"/>
                  </a:cubicBezTo>
                  <a:cubicBezTo>
                    <a:pt x="1369600" y="220711"/>
                    <a:pt x="1384364" y="204805"/>
                    <a:pt x="1386935" y="186707"/>
                  </a:cubicBezTo>
                  <a:cubicBezTo>
                    <a:pt x="1388364" y="163561"/>
                    <a:pt x="1370648" y="151560"/>
                    <a:pt x="1347502" y="146131"/>
                  </a:cubicBezTo>
                  <a:lnTo>
                    <a:pt x="1315974" y="138225"/>
                  </a:lnTo>
                  <a:cubicBezTo>
                    <a:pt x="1262444" y="123747"/>
                    <a:pt x="1254062" y="93362"/>
                    <a:pt x="1254062" y="71550"/>
                  </a:cubicBezTo>
                  <a:cubicBezTo>
                    <a:pt x="1254062" y="28878"/>
                    <a:pt x="1292162" y="303"/>
                    <a:pt x="1336072" y="303"/>
                  </a:cubicBezTo>
                  <a:cubicBezTo>
                    <a:pt x="1379982" y="303"/>
                    <a:pt x="1417034" y="28878"/>
                    <a:pt x="1417034" y="74026"/>
                  </a:cubicBezTo>
                  <a:lnTo>
                    <a:pt x="1378934" y="74026"/>
                  </a:lnTo>
                  <a:cubicBezTo>
                    <a:pt x="1378934" y="51262"/>
                    <a:pt x="1361218" y="35926"/>
                    <a:pt x="1335500" y="35926"/>
                  </a:cubicBezTo>
                  <a:cubicBezTo>
                    <a:pt x="1312736" y="35926"/>
                    <a:pt x="1292447" y="49642"/>
                    <a:pt x="1292447" y="70312"/>
                  </a:cubicBezTo>
                  <a:cubicBezTo>
                    <a:pt x="1292447" y="79837"/>
                    <a:pt x="1296067" y="95267"/>
                    <a:pt x="1325785" y="102887"/>
                  </a:cubicBezTo>
                  <a:lnTo>
                    <a:pt x="1357598" y="111174"/>
                  </a:lnTo>
                  <a:cubicBezTo>
                    <a:pt x="1407890" y="124604"/>
                    <a:pt x="1428845" y="152798"/>
                    <a:pt x="1424940" y="188517"/>
                  </a:cubicBezTo>
                  <a:cubicBezTo>
                    <a:pt x="1421321" y="227569"/>
                    <a:pt x="1387697" y="255192"/>
                    <a:pt x="1339977" y="255192"/>
                  </a:cubicBezTo>
                  <a:cubicBezTo>
                    <a:pt x="1288256" y="255192"/>
                    <a:pt x="1252156" y="219759"/>
                    <a:pt x="1252156" y="179087"/>
                  </a:cubicBezTo>
                  <a:lnTo>
                    <a:pt x="1290256" y="179754"/>
                  </a:lnTo>
                  <a:close/>
                  <a:moveTo>
                    <a:pt x="1475041" y="2970"/>
                  </a:moveTo>
                  <a:lnTo>
                    <a:pt x="1513141" y="2970"/>
                  </a:lnTo>
                  <a:lnTo>
                    <a:pt x="1513141" y="252144"/>
                  </a:lnTo>
                  <a:lnTo>
                    <a:pt x="1475041" y="252144"/>
                  </a:lnTo>
                  <a:lnTo>
                    <a:pt x="1475041" y="2970"/>
                  </a:lnTo>
                  <a:close/>
                  <a:moveTo>
                    <a:pt x="1557147" y="2970"/>
                  </a:moveTo>
                  <a:lnTo>
                    <a:pt x="1742980" y="2970"/>
                  </a:lnTo>
                  <a:lnTo>
                    <a:pt x="1742980" y="38784"/>
                  </a:lnTo>
                  <a:lnTo>
                    <a:pt x="1669732" y="38784"/>
                  </a:lnTo>
                  <a:lnTo>
                    <a:pt x="1669732" y="252239"/>
                  </a:lnTo>
                  <a:lnTo>
                    <a:pt x="1630680" y="252239"/>
                  </a:lnTo>
                  <a:lnTo>
                    <a:pt x="1630680" y="38879"/>
                  </a:lnTo>
                  <a:lnTo>
                    <a:pt x="1557338" y="38879"/>
                  </a:lnTo>
                  <a:lnTo>
                    <a:pt x="1557338" y="2970"/>
                  </a:lnTo>
                  <a:close/>
                  <a:moveTo>
                    <a:pt x="1861375" y="252144"/>
                  </a:moveTo>
                  <a:lnTo>
                    <a:pt x="1861375" y="137939"/>
                  </a:lnTo>
                  <a:lnTo>
                    <a:pt x="1766221" y="3065"/>
                  </a:lnTo>
                  <a:lnTo>
                    <a:pt x="1812227" y="3065"/>
                  </a:lnTo>
                  <a:lnTo>
                    <a:pt x="1880997" y="102125"/>
                  </a:lnTo>
                  <a:lnTo>
                    <a:pt x="1950434" y="3065"/>
                  </a:lnTo>
                  <a:lnTo>
                    <a:pt x="1996440" y="3065"/>
                  </a:lnTo>
                  <a:lnTo>
                    <a:pt x="1900619" y="138320"/>
                  </a:lnTo>
                  <a:lnTo>
                    <a:pt x="1900619" y="252525"/>
                  </a:lnTo>
                  <a:lnTo>
                    <a:pt x="1861566" y="252144"/>
                  </a:lnTo>
                  <a:close/>
                  <a:moveTo>
                    <a:pt x="2238566" y="17"/>
                  </a:moveTo>
                  <a:cubicBezTo>
                    <a:pt x="2309146" y="-1126"/>
                    <a:pt x="2367248" y="55262"/>
                    <a:pt x="2368391" y="125842"/>
                  </a:cubicBezTo>
                  <a:cubicBezTo>
                    <a:pt x="2369534" y="196423"/>
                    <a:pt x="2313146" y="254525"/>
                    <a:pt x="2242566" y="255668"/>
                  </a:cubicBezTo>
                  <a:cubicBezTo>
                    <a:pt x="2171986" y="256811"/>
                    <a:pt x="2113883" y="200423"/>
                    <a:pt x="2112740" y="129843"/>
                  </a:cubicBezTo>
                  <a:cubicBezTo>
                    <a:pt x="2112740" y="129271"/>
                    <a:pt x="2112740" y="128605"/>
                    <a:pt x="2112740" y="128033"/>
                  </a:cubicBezTo>
                  <a:cubicBezTo>
                    <a:pt x="2111788" y="58310"/>
                    <a:pt x="2167604" y="970"/>
                    <a:pt x="2237327" y="17"/>
                  </a:cubicBezTo>
                  <a:cubicBezTo>
                    <a:pt x="2237708" y="17"/>
                    <a:pt x="2238184" y="17"/>
                    <a:pt x="2238566" y="17"/>
                  </a:cubicBezTo>
                  <a:close/>
                  <a:moveTo>
                    <a:pt x="2238566" y="218140"/>
                  </a:moveTo>
                  <a:cubicBezTo>
                    <a:pt x="2288381" y="219664"/>
                    <a:pt x="2330006" y="180516"/>
                    <a:pt x="2331530" y="130700"/>
                  </a:cubicBezTo>
                  <a:cubicBezTo>
                    <a:pt x="2333054" y="80884"/>
                    <a:pt x="2293906" y="39260"/>
                    <a:pt x="2244090" y="37736"/>
                  </a:cubicBezTo>
                  <a:cubicBezTo>
                    <a:pt x="2194274" y="36212"/>
                    <a:pt x="2152650" y="75360"/>
                    <a:pt x="2151126" y="125176"/>
                  </a:cubicBezTo>
                  <a:cubicBezTo>
                    <a:pt x="2151126" y="126128"/>
                    <a:pt x="2151126" y="127081"/>
                    <a:pt x="2151126" y="128128"/>
                  </a:cubicBezTo>
                  <a:cubicBezTo>
                    <a:pt x="2150078" y="176896"/>
                    <a:pt x="2188750" y="217187"/>
                    <a:pt x="2237423" y="218235"/>
                  </a:cubicBezTo>
                  <a:cubicBezTo>
                    <a:pt x="2237804" y="218235"/>
                    <a:pt x="2238184" y="218235"/>
                    <a:pt x="2238566" y="218235"/>
                  </a:cubicBezTo>
                  <a:lnTo>
                    <a:pt x="2238566" y="218235"/>
                  </a:lnTo>
                  <a:close/>
                  <a:moveTo>
                    <a:pt x="2413349" y="2970"/>
                  </a:moveTo>
                  <a:lnTo>
                    <a:pt x="2561558" y="2970"/>
                  </a:lnTo>
                  <a:lnTo>
                    <a:pt x="2561558" y="38117"/>
                  </a:lnTo>
                  <a:lnTo>
                    <a:pt x="2451640" y="38117"/>
                  </a:lnTo>
                  <a:lnTo>
                    <a:pt x="2451640" y="111841"/>
                  </a:lnTo>
                  <a:lnTo>
                    <a:pt x="2538413" y="111841"/>
                  </a:lnTo>
                  <a:lnTo>
                    <a:pt x="2538413" y="146893"/>
                  </a:lnTo>
                  <a:lnTo>
                    <a:pt x="2451640" y="146893"/>
                  </a:lnTo>
                  <a:lnTo>
                    <a:pt x="2451640" y="251572"/>
                  </a:lnTo>
                  <a:lnTo>
                    <a:pt x="2413540" y="251572"/>
                  </a:lnTo>
                  <a:lnTo>
                    <a:pt x="2413349" y="2970"/>
                  </a:lnTo>
                  <a:close/>
                  <a:moveTo>
                    <a:pt x="2842260" y="165752"/>
                  </a:moveTo>
                  <a:lnTo>
                    <a:pt x="2842260" y="2970"/>
                  </a:lnTo>
                  <a:lnTo>
                    <a:pt x="2881027" y="2970"/>
                  </a:lnTo>
                  <a:lnTo>
                    <a:pt x="2881027" y="165752"/>
                  </a:lnTo>
                  <a:cubicBezTo>
                    <a:pt x="2881598" y="214901"/>
                    <a:pt x="2842260" y="255287"/>
                    <a:pt x="2793111" y="255859"/>
                  </a:cubicBezTo>
                  <a:cubicBezTo>
                    <a:pt x="2791682" y="255859"/>
                    <a:pt x="2790254" y="255859"/>
                    <a:pt x="2788730" y="255859"/>
                  </a:cubicBezTo>
                  <a:cubicBezTo>
                    <a:pt x="2738819" y="255859"/>
                    <a:pt x="2696147" y="220426"/>
                    <a:pt x="2696147" y="165847"/>
                  </a:cubicBezTo>
                  <a:lnTo>
                    <a:pt x="2696147" y="3065"/>
                  </a:lnTo>
                  <a:lnTo>
                    <a:pt x="2735199" y="3065"/>
                  </a:lnTo>
                  <a:lnTo>
                    <a:pt x="2735199" y="165847"/>
                  </a:lnTo>
                  <a:cubicBezTo>
                    <a:pt x="2735199" y="195375"/>
                    <a:pt x="2759202" y="219378"/>
                    <a:pt x="2788730" y="219378"/>
                  </a:cubicBezTo>
                  <a:cubicBezTo>
                    <a:pt x="2818257" y="219378"/>
                    <a:pt x="2842260" y="195375"/>
                    <a:pt x="2842260" y="165847"/>
                  </a:cubicBezTo>
                  <a:close/>
                  <a:moveTo>
                    <a:pt x="2930461" y="2970"/>
                  </a:moveTo>
                  <a:lnTo>
                    <a:pt x="3116390" y="2970"/>
                  </a:lnTo>
                  <a:lnTo>
                    <a:pt x="3116390" y="38784"/>
                  </a:lnTo>
                  <a:lnTo>
                    <a:pt x="3043047" y="38784"/>
                  </a:lnTo>
                  <a:lnTo>
                    <a:pt x="3043047" y="252239"/>
                  </a:lnTo>
                  <a:lnTo>
                    <a:pt x="3003995" y="252239"/>
                  </a:lnTo>
                  <a:lnTo>
                    <a:pt x="3003995" y="38879"/>
                  </a:lnTo>
                  <a:lnTo>
                    <a:pt x="2930652" y="38879"/>
                  </a:lnTo>
                  <a:lnTo>
                    <a:pt x="2930652" y="2970"/>
                  </a:lnTo>
                  <a:close/>
                  <a:moveTo>
                    <a:pt x="3280315" y="190422"/>
                  </a:moveTo>
                  <a:lnTo>
                    <a:pt x="3179826" y="190422"/>
                  </a:lnTo>
                  <a:lnTo>
                    <a:pt x="3155919" y="252715"/>
                  </a:lnTo>
                  <a:lnTo>
                    <a:pt x="3115056" y="252715"/>
                  </a:lnTo>
                  <a:lnTo>
                    <a:pt x="3208782" y="3065"/>
                  </a:lnTo>
                  <a:lnTo>
                    <a:pt x="3250406" y="3065"/>
                  </a:lnTo>
                  <a:lnTo>
                    <a:pt x="3344418" y="252239"/>
                  </a:lnTo>
                  <a:lnTo>
                    <a:pt x="3303937" y="252239"/>
                  </a:lnTo>
                  <a:lnTo>
                    <a:pt x="3280220" y="190422"/>
                  </a:lnTo>
                  <a:close/>
                  <a:moveTo>
                    <a:pt x="3192780" y="156037"/>
                  </a:moveTo>
                  <a:lnTo>
                    <a:pt x="3267266" y="156037"/>
                  </a:lnTo>
                  <a:lnTo>
                    <a:pt x="3230023" y="51357"/>
                  </a:lnTo>
                  <a:lnTo>
                    <a:pt x="3192685" y="156037"/>
                  </a:lnTo>
                  <a:close/>
                  <a:moveTo>
                    <a:pt x="3580066" y="2970"/>
                  </a:moveTo>
                  <a:lnTo>
                    <a:pt x="3580066" y="252144"/>
                  </a:lnTo>
                  <a:lnTo>
                    <a:pt x="3541014" y="252144"/>
                  </a:lnTo>
                  <a:lnTo>
                    <a:pt x="3541014" y="145845"/>
                  </a:lnTo>
                  <a:lnTo>
                    <a:pt x="3428619" y="145845"/>
                  </a:lnTo>
                  <a:lnTo>
                    <a:pt x="3428619" y="252144"/>
                  </a:lnTo>
                  <a:lnTo>
                    <a:pt x="3390519" y="252144"/>
                  </a:lnTo>
                  <a:lnTo>
                    <a:pt x="3390519" y="2970"/>
                  </a:lnTo>
                  <a:lnTo>
                    <a:pt x="3428619" y="2970"/>
                  </a:lnTo>
                  <a:lnTo>
                    <a:pt x="3428619" y="110698"/>
                  </a:lnTo>
                  <a:lnTo>
                    <a:pt x="3541110" y="110698"/>
                  </a:lnTo>
                  <a:lnTo>
                    <a:pt x="3541110" y="2970"/>
                  </a:lnTo>
                  <a:lnTo>
                    <a:pt x="3580066" y="297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grpSp>
          <p:nvGrpSpPr>
            <p:cNvPr id="824" name="Google Shape;824;p74"/>
            <p:cNvGrpSpPr/>
            <p:nvPr/>
          </p:nvGrpSpPr>
          <p:grpSpPr>
            <a:xfrm>
              <a:off x="6455388" y="4102692"/>
              <a:ext cx="1601438" cy="1455705"/>
              <a:chOff x="3324225" y="2700241"/>
              <a:chExt cx="1601438" cy="1455705"/>
            </a:xfrm>
          </p:grpSpPr>
          <p:sp>
            <p:nvSpPr>
              <p:cNvPr id="825" name="Google Shape;825;p74"/>
              <p:cNvSpPr/>
              <p:nvPr/>
            </p:nvSpPr>
            <p:spPr>
              <a:xfrm>
                <a:off x="4540585" y="3230022"/>
                <a:ext cx="239250" cy="787908"/>
              </a:xfrm>
              <a:custGeom>
                <a:rect b="b" l="l" r="r" t="t"/>
                <a:pathLst>
                  <a:path extrusionOk="0" h="787908" w="239250">
                    <a:moveTo>
                      <a:pt x="14270" y="87440"/>
                    </a:moveTo>
                    <a:cubicBezTo>
                      <a:pt x="36273" y="66580"/>
                      <a:pt x="61895" y="37052"/>
                      <a:pt x="91994" y="12954"/>
                    </a:cubicBezTo>
                    <a:moveTo>
                      <a:pt x="239251" y="549307"/>
                    </a:moveTo>
                    <a:lnTo>
                      <a:pt x="239251" y="635603"/>
                    </a:lnTo>
                    <a:lnTo>
                      <a:pt x="85993" y="787908"/>
                    </a:lnTo>
                    <a:cubicBezTo>
                      <a:pt x="-131844" y="356330"/>
                      <a:pt x="118569" y="176879"/>
                      <a:pt x="239251" y="0"/>
                    </a:cubicBezTo>
                    <a:lnTo>
                      <a:pt x="239251" y="201263"/>
                    </a:lnTo>
                    <a:lnTo>
                      <a:pt x="210676" y="173927"/>
                    </a:lnTo>
                    <a:cubicBezTo>
                      <a:pt x="199817" y="163830"/>
                      <a:pt x="182767" y="164402"/>
                      <a:pt x="172576" y="175165"/>
                    </a:cubicBezTo>
                    <a:cubicBezTo>
                      <a:pt x="162098" y="185738"/>
                      <a:pt x="162098" y="202692"/>
                      <a:pt x="172576" y="213265"/>
                    </a:cubicBezTo>
                    <a:lnTo>
                      <a:pt x="239251" y="276511"/>
                    </a:lnTo>
                    <a:lnTo>
                      <a:pt x="239251" y="350234"/>
                    </a:lnTo>
                    <a:lnTo>
                      <a:pt x="101709" y="343757"/>
                    </a:lnTo>
                    <a:cubicBezTo>
                      <a:pt x="86660" y="342995"/>
                      <a:pt x="73897" y="354521"/>
                      <a:pt x="73134" y="369570"/>
                    </a:cubicBezTo>
                    <a:cubicBezTo>
                      <a:pt x="73134" y="369570"/>
                      <a:pt x="73134" y="369570"/>
                      <a:pt x="73134" y="369570"/>
                    </a:cubicBezTo>
                    <a:cubicBezTo>
                      <a:pt x="72087" y="384524"/>
                      <a:pt x="83136" y="397478"/>
                      <a:pt x="98090" y="398717"/>
                    </a:cubicBezTo>
                    <a:lnTo>
                      <a:pt x="239155" y="405289"/>
                    </a:lnTo>
                    <a:lnTo>
                      <a:pt x="239155" y="486728"/>
                    </a:lnTo>
                    <a:lnTo>
                      <a:pt x="89136" y="545973"/>
                    </a:lnTo>
                    <a:cubicBezTo>
                      <a:pt x="74468" y="551783"/>
                      <a:pt x="67324" y="568452"/>
                      <a:pt x="73230" y="583121"/>
                    </a:cubicBezTo>
                    <a:cubicBezTo>
                      <a:pt x="73230" y="583121"/>
                      <a:pt x="73230" y="583121"/>
                      <a:pt x="73230" y="583216"/>
                    </a:cubicBezTo>
                    <a:cubicBezTo>
                      <a:pt x="78468" y="598075"/>
                      <a:pt x="94756" y="605981"/>
                      <a:pt x="109615" y="600742"/>
                    </a:cubicBezTo>
                    <a:cubicBezTo>
                      <a:pt x="109615" y="600742"/>
                      <a:pt x="109615" y="600742"/>
                      <a:pt x="109615" y="600742"/>
                    </a:cubicBezTo>
                    <a:lnTo>
                      <a:pt x="238965" y="548831"/>
                    </a:lnTo>
                    <a:lnTo>
                      <a:pt x="239155" y="5492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826" name="Google Shape;826;p74"/>
              <p:cNvSpPr/>
              <p:nvPr/>
            </p:nvSpPr>
            <p:spPr>
              <a:xfrm>
                <a:off x="3324225" y="2700241"/>
                <a:ext cx="1601438" cy="1455705"/>
              </a:xfrm>
              <a:custGeom>
                <a:rect b="b" l="l" r="r" t="t"/>
                <a:pathLst>
                  <a:path extrusionOk="0" h="1455705" w="1601438">
                    <a:moveTo>
                      <a:pt x="1337977" y="82201"/>
                    </a:moveTo>
                    <a:lnTo>
                      <a:pt x="1377315" y="124206"/>
                    </a:lnTo>
                    <a:cubicBezTo>
                      <a:pt x="1383316" y="131159"/>
                      <a:pt x="1393793" y="131921"/>
                      <a:pt x="1400747" y="126016"/>
                    </a:cubicBezTo>
                    <a:cubicBezTo>
                      <a:pt x="1407414" y="119729"/>
                      <a:pt x="1407795" y="109252"/>
                      <a:pt x="1401509" y="102489"/>
                    </a:cubicBezTo>
                    <a:lnTo>
                      <a:pt x="1356836" y="54864"/>
                    </a:lnTo>
                    <a:cubicBezTo>
                      <a:pt x="1372076" y="34195"/>
                      <a:pt x="1390174" y="15716"/>
                      <a:pt x="1410557" y="0"/>
                    </a:cubicBezTo>
                    <a:lnTo>
                      <a:pt x="1601438" y="0"/>
                    </a:lnTo>
                    <a:lnTo>
                      <a:pt x="1601438" y="437864"/>
                    </a:lnTo>
                    <a:lnTo>
                      <a:pt x="1503331" y="437864"/>
                    </a:lnTo>
                    <a:cubicBezTo>
                      <a:pt x="1522381" y="377190"/>
                      <a:pt x="1516856" y="312134"/>
                      <a:pt x="1463802" y="233553"/>
                    </a:cubicBezTo>
                    <a:cubicBezTo>
                      <a:pt x="1609725" y="598361"/>
                      <a:pt x="853631" y="586835"/>
                      <a:pt x="1180910" y="1435703"/>
                    </a:cubicBezTo>
                    <a:lnTo>
                      <a:pt x="1163765" y="1455706"/>
                    </a:lnTo>
                    <a:lnTo>
                      <a:pt x="437769" y="1455706"/>
                    </a:lnTo>
                    <a:lnTo>
                      <a:pt x="146304" y="1165289"/>
                    </a:lnTo>
                    <a:lnTo>
                      <a:pt x="146304" y="437579"/>
                    </a:lnTo>
                    <a:lnTo>
                      <a:pt x="0" y="437579"/>
                    </a:lnTo>
                    <a:lnTo>
                      <a:pt x="0" y="95"/>
                    </a:lnTo>
                    <a:lnTo>
                      <a:pt x="727901" y="95"/>
                    </a:lnTo>
                    <a:lnTo>
                      <a:pt x="727901" y="437960"/>
                    </a:lnTo>
                    <a:lnTo>
                      <a:pt x="581882" y="437960"/>
                    </a:lnTo>
                    <a:lnTo>
                      <a:pt x="581882" y="1017937"/>
                    </a:lnTo>
                    <a:lnTo>
                      <a:pt x="1019747" y="1017937"/>
                    </a:lnTo>
                    <a:lnTo>
                      <a:pt x="1019747" y="437483"/>
                    </a:lnTo>
                    <a:lnTo>
                      <a:pt x="873728" y="437483"/>
                    </a:lnTo>
                    <a:lnTo>
                      <a:pt x="873728" y="95"/>
                    </a:lnTo>
                    <a:lnTo>
                      <a:pt x="1343025" y="95"/>
                    </a:lnTo>
                    <a:cubicBezTo>
                      <a:pt x="1189768" y="114300"/>
                      <a:pt x="1096232" y="410147"/>
                      <a:pt x="1230535" y="617411"/>
                    </a:cubicBezTo>
                    <a:cubicBezTo>
                      <a:pt x="1252538" y="596551"/>
                      <a:pt x="1278160" y="567023"/>
                      <a:pt x="1308259" y="542925"/>
                    </a:cubicBezTo>
                    <a:cubicBezTo>
                      <a:pt x="1294352" y="519684"/>
                      <a:pt x="1283589" y="494729"/>
                      <a:pt x="1276064" y="468725"/>
                    </a:cubicBezTo>
                    <a:lnTo>
                      <a:pt x="1433417" y="407765"/>
                    </a:lnTo>
                    <a:cubicBezTo>
                      <a:pt x="1442657" y="404336"/>
                      <a:pt x="1447324" y="394049"/>
                      <a:pt x="1443895" y="384810"/>
                    </a:cubicBezTo>
                    <a:cubicBezTo>
                      <a:pt x="1440466" y="375571"/>
                      <a:pt x="1430179" y="370904"/>
                      <a:pt x="1420939" y="374333"/>
                    </a:cubicBezTo>
                    <a:lnTo>
                      <a:pt x="1267778" y="433673"/>
                    </a:lnTo>
                    <a:cubicBezTo>
                      <a:pt x="1261110" y="396621"/>
                      <a:pt x="1259110" y="358807"/>
                      <a:pt x="1261967" y="321278"/>
                    </a:cubicBezTo>
                    <a:lnTo>
                      <a:pt x="1416082" y="316516"/>
                    </a:lnTo>
                    <a:cubicBezTo>
                      <a:pt x="1425797" y="316325"/>
                      <a:pt x="1433513" y="308420"/>
                      <a:pt x="1433417" y="298704"/>
                    </a:cubicBezTo>
                    <a:cubicBezTo>
                      <a:pt x="1433036" y="288989"/>
                      <a:pt x="1424940" y="281464"/>
                      <a:pt x="1415225" y="281750"/>
                    </a:cubicBezTo>
                    <a:lnTo>
                      <a:pt x="1265587" y="286322"/>
                    </a:lnTo>
                    <a:cubicBezTo>
                      <a:pt x="1270159" y="252698"/>
                      <a:pt x="1277874" y="219647"/>
                      <a:pt x="1288542" y="187452"/>
                    </a:cubicBezTo>
                    <a:lnTo>
                      <a:pt x="1394746" y="222314"/>
                    </a:lnTo>
                    <a:cubicBezTo>
                      <a:pt x="1403699" y="225552"/>
                      <a:pt x="1413510" y="220980"/>
                      <a:pt x="1416844" y="212122"/>
                    </a:cubicBezTo>
                    <a:cubicBezTo>
                      <a:pt x="1419797" y="203168"/>
                      <a:pt x="1414939" y="193453"/>
                      <a:pt x="1405985" y="190405"/>
                    </a:cubicBezTo>
                    <a:lnTo>
                      <a:pt x="1300258" y="155639"/>
                    </a:lnTo>
                    <a:cubicBezTo>
                      <a:pt x="1310640" y="130112"/>
                      <a:pt x="1323308" y="105537"/>
                      <a:pt x="1337977" y="82296"/>
                    </a:cubicBezTo>
                    <a:lnTo>
                      <a:pt x="1337977" y="8229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</p:grpSp>
      <p:sp>
        <p:nvSpPr>
          <p:cNvPr id="827" name="Google Shape;827;p74"/>
          <p:cNvSpPr txBox="1"/>
          <p:nvPr/>
        </p:nvSpPr>
        <p:spPr>
          <a:xfrm>
            <a:off x="8782050" y="6489397"/>
            <a:ext cx="30289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A7A9A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UNIVERSITY OF UTAH HEALTH</a:t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3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4a - White Title with Video Layout">
  <p:cSld name="Divider 4a - White Title with Video Layout"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75"/>
          <p:cNvSpPr/>
          <p:nvPr>
            <p:ph idx="2" type="media"/>
          </p:nvPr>
        </p:nvSpPr>
        <p:spPr>
          <a:xfrm>
            <a:off x="0" y="-1726"/>
            <a:ext cx="12192000" cy="53101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t" bIns="45700" lIns="91425" spcFirstLastPara="1" rIns="91425" wrap="square" tIns="2926075">
            <a:noAutofit/>
          </a:bodyPr>
          <a:lstStyle>
            <a:lvl1pPr lvl="0" marR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830" name="Google Shape;830;p75"/>
          <p:cNvSpPr txBox="1"/>
          <p:nvPr>
            <p:ph type="ctrTitle"/>
          </p:nvPr>
        </p:nvSpPr>
        <p:spPr>
          <a:xfrm>
            <a:off x="287363" y="198267"/>
            <a:ext cx="11617274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entury Gothic"/>
              <a:buNone/>
              <a:defRPr sz="4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1" name="Google Shape;831;p75"/>
          <p:cNvSpPr txBox="1"/>
          <p:nvPr>
            <p:ph idx="1" type="body"/>
          </p:nvPr>
        </p:nvSpPr>
        <p:spPr>
          <a:xfrm>
            <a:off x="365760" y="5445320"/>
            <a:ext cx="6495074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2pPr>
            <a:lvl3pPr indent="-2286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4pPr>
            <a:lvl5pPr indent="-2286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2" name="Google Shape;832;p75"/>
          <p:cNvSpPr txBox="1"/>
          <p:nvPr>
            <p:ph idx="3" type="body"/>
          </p:nvPr>
        </p:nvSpPr>
        <p:spPr>
          <a:xfrm>
            <a:off x="365760" y="5852160"/>
            <a:ext cx="6495074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b="0" sz="18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2pPr>
            <a:lvl3pPr indent="-2286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4pPr>
            <a:lvl5pPr indent="-2286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833" name="Google Shape;833;p75"/>
          <p:cNvGrpSpPr/>
          <p:nvPr/>
        </p:nvGrpSpPr>
        <p:grpSpPr>
          <a:xfrm>
            <a:off x="-3424512" y="-1"/>
            <a:ext cx="3208421" cy="6857999"/>
            <a:chOff x="-3424512" y="-1"/>
            <a:chExt cx="3208421" cy="6857999"/>
          </a:xfrm>
        </p:grpSpPr>
        <p:sp>
          <p:nvSpPr>
            <p:cNvPr id="834" name="Google Shape;834;p75"/>
            <p:cNvSpPr/>
            <p:nvPr/>
          </p:nvSpPr>
          <p:spPr>
            <a:xfrm>
              <a:off x="-3424512" y="-1"/>
              <a:ext cx="3208421" cy="685799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35" name="Google Shape;835;p75"/>
            <p:cNvSpPr txBox="1"/>
            <p:nvPr/>
          </p:nvSpPr>
          <p:spPr>
            <a:xfrm>
              <a:off x="-3267122" y="150741"/>
              <a:ext cx="2941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GB" sz="3200" u="none" cap="none" strike="noStrike">
                  <a:solidFill>
                    <a:schemeClr val="accen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Instruction 1: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75"/>
            <p:cNvSpPr txBox="1"/>
            <p:nvPr/>
          </p:nvSpPr>
          <p:spPr>
            <a:xfrm>
              <a:off x="-3267122" y="818147"/>
              <a:ext cx="294176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To underline keyword in title text box, highlight selected word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37" name="Google Shape;837;p7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143860" y="1824108"/>
              <a:ext cx="875152" cy="905001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838" name="Google Shape;838;p75"/>
            <p:cNvSpPr txBox="1"/>
            <p:nvPr/>
          </p:nvSpPr>
          <p:spPr>
            <a:xfrm>
              <a:off x="-3267122" y="2906262"/>
              <a:ext cx="2502568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2. Then go to 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‘Bold’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in the toolbar and then </a:t>
              </a:r>
              <a:b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‘underline’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after.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39" name="Google Shape;839;p75"/>
            <p:cNvPicPr preferRelativeResize="0"/>
            <p:nvPr/>
          </p:nvPicPr>
          <p:blipFill rotWithShape="1">
            <a:blip r:embed="rId3">
              <a:alphaModFix/>
            </a:blip>
            <a:srcRect b="-62788" l="0" r="0" t="-62788"/>
            <a:stretch/>
          </p:blipFill>
          <p:spPr>
            <a:xfrm>
              <a:off x="-3143862" y="4212225"/>
              <a:ext cx="1654280" cy="1614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0" name="Google Shape;840;p75"/>
            <p:cNvSpPr/>
            <p:nvPr/>
          </p:nvSpPr>
          <p:spPr>
            <a:xfrm>
              <a:off x="-3095847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41" name="Google Shape;841;p75"/>
            <p:cNvSpPr/>
            <p:nvPr/>
          </p:nvSpPr>
          <p:spPr>
            <a:xfrm>
              <a:off x="-2236570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842" name="Google Shape;842;p75"/>
          <p:cNvSpPr txBox="1"/>
          <p:nvPr>
            <p:ph idx="10" type="dt"/>
          </p:nvPr>
        </p:nvSpPr>
        <p:spPr>
          <a:xfrm>
            <a:off x="365760" y="6310800"/>
            <a:ext cx="212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3" name="Google Shape;843;p75"/>
          <p:cNvSpPr txBox="1"/>
          <p:nvPr>
            <p:ph idx="11" type="ftr"/>
          </p:nvPr>
        </p:nvSpPr>
        <p:spPr>
          <a:xfrm>
            <a:off x="2743200" y="6309397"/>
            <a:ext cx="417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44" name="Google Shape;844;p75"/>
          <p:cNvGrpSpPr/>
          <p:nvPr/>
        </p:nvGrpSpPr>
        <p:grpSpPr>
          <a:xfrm>
            <a:off x="-3424512" y="-1"/>
            <a:ext cx="3208421" cy="6857999"/>
            <a:chOff x="-3424512" y="-1"/>
            <a:chExt cx="3208421" cy="6857999"/>
          </a:xfrm>
        </p:grpSpPr>
        <p:sp>
          <p:nvSpPr>
            <p:cNvPr id="845" name="Google Shape;845;p75"/>
            <p:cNvSpPr/>
            <p:nvPr/>
          </p:nvSpPr>
          <p:spPr>
            <a:xfrm>
              <a:off x="-3424512" y="-1"/>
              <a:ext cx="3208421" cy="685799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46" name="Google Shape;846;p75"/>
            <p:cNvSpPr txBox="1"/>
            <p:nvPr/>
          </p:nvSpPr>
          <p:spPr>
            <a:xfrm>
              <a:off x="-3267122" y="150741"/>
              <a:ext cx="2941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GB" sz="3200" u="none" cap="none" strike="noStrike">
                  <a:solidFill>
                    <a:schemeClr val="accen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Instruction: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75"/>
            <p:cNvSpPr txBox="1"/>
            <p:nvPr/>
          </p:nvSpPr>
          <p:spPr>
            <a:xfrm>
              <a:off x="-3267122" y="818147"/>
              <a:ext cx="294176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To underline keyword in title text box, highlight selected word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48" name="Google Shape;848;p7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143860" y="1824108"/>
              <a:ext cx="875152" cy="905001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849" name="Google Shape;849;p75"/>
            <p:cNvSpPr txBox="1"/>
            <p:nvPr/>
          </p:nvSpPr>
          <p:spPr>
            <a:xfrm>
              <a:off x="-3267122" y="2906262"/>
              <a:ext cx="2502568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2. Then go to 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‘Bold’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in the toolbar and then </a:t>
              </a:r>
              <a:b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‘underline’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after.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50" name="Google Shape;850;p75"/>
            <p:cNvPicPr preferRelativeResize="0"/>
            <p:nvPr/>
          </p:nvPicPr>
          <p:blipFill rotWithShape="1">
            <a:blip r:embed="rId3">
              <a:alphaModFix/>
            </a:blip>
            <a:srcRect b="-62788" l="0" r="0" t="-62788"/>
            <a:stretch/>
          </p:blipFill>
          <p:spPr>
            <a:xfrm>
              <a:off x="-3143862" y="4212225"/>
              <a:ext cx="1654280" cy="1614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1" name="Google Shape;851;p75"/>
            <p:cNvSpPr/>
            <p:nvPr/>
          </p:nvSpPr>
          <p:spPr>
            <a:xfrm>
              <a:off x="-3095847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52" name="Google Shape;852;p75"/>
            <p:cNvSpPr/>
            <p:nvPr/>
          </p:nvSpPr>
          <p:spPr>
            <a:xfrm>
              <a:off x="-2236570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853" name="Google Shape;853;p75"/>
          <p:cNvGrpSpPr/>
          <p:nvPr/>
        </p:nvGrpSpPr>
        <p:grpSpPr>
          <a:xfrm>
            <a:off x="9593261" y="5524500"/>
            <a:ext cx="2103439" cy="552361"/>
            <a:chOff x="6455388" y="4102692"/>
            <a:chExt cx="5543454" cy="1455705"/>
          </a:xfrm>
        </p:grpSpPr>
        <p:sp>
          <p:nvSpPr>
            <p:cNvPr id="854" name="Google Shape;854;p75"/>
            <p:cNvSpPr/>
            <p:nvPr/>
          </p:nvSpPr>
          <p:spPr>
            <a:xfrm>
              <a:off x="8423253" y="4383013"/>
              <a:ext cx="3575494" cy="683609"/>
            </a:xfrm>
            <a:custGeom>
              <a:rect b="b" l="l" r="r" t="t"/>
              <a:pathLst>
                <a:path extrusionOk="0" h="683609" w="3575494">
                  <a:moveTo>
                    <a:pt x="527495" y="0"/>
                  </a:moveTo>
                  <a:lnTo>
                    <a:pt x="527495" y="683133"/>
                  </a:lnTo>
                  <a:lnTo>
                    <a:pt x="399669" y="683133"/>
                  </a:lnTo>
                  <a:lnTo>
                    <a:pt x="399669" y="400622"/>
                  </a:lnTo>
                  <a:lnTo>
                    <a:pt x="125921" y="400622"/>
                  </a:lnTo>
                  <a:lnTo>
                    <a:pt x="125921" y="683228"/>
                  </a:lnTo>
                  <a:lnTo>
                    <a:pt x="0" y="683228"/>
                  </a:lnTo>
                  <a:lnTo>
                    <a:pt x="0" y="0"/>
                  </a:lnTo>
                  <a:lnTo>
                    <a:pt x="125921" y="0"/>
                  </a:lnTo>
                  <a:lnTo>
                    <a:pt x="125921" y="286607"/>
                  </a:lnTo>
                  <a:lnTo>
                    <a:pt x="399574" y="286607"/>
                  </a:lnTo>
                  <a:lnTo>
                    <a:pt x="399574" y="0"/>
                  </a:lnTo>
                  <a:lnTo>
                    <a:pt x="527495" y="0"/>
                  </a:lnTo>
                  <a:close/>
                  <a:moveTo>
                    <a:pt x="715994" y="0"/>
                  </a:moveTo>
                  <a:lnTo>
                    <a:pt x="1138809" y="0"/>
                  </a:lnTo>
                  <a:lnTo>
                    <a:pt x="1138809" y="113062"/>
                  </a:lnTo>
                  <a:lnTo>
                    <a:pt x="841915" y="113062"/>
                  </a:lnTo>
                  <a:lnTo>
                    <a:pt x="841915" y="290989"/>
                  </a:lnTo>
                  <a:lnTo>
                    <a:pt x="1101662" y="290989"/>
                  </a:lnTo>
                  <a:lnTo>
                    <a:pt x="1101662" y="403003"/>
                  </a:lnTo>
                  <a:lnTo>
                    <a:pt x="841915" y="403003"/>
                  </a:lnTo>
                  <a:lnTo>
                    <a:pt x="841915" y="570548"/>
                  </a:lnTo>
                  <a:lnTo>
                    <a:pt x="1148334" y="570548"/>
                  </a:lnTo>
                  <a:lnTo>
                    <a:pt x="1148334" y="683609"/>
                  </a:lnTo>
                  <a:lnTo>
                    <a:pt x="715994" y="683609"/>
                  </a:lnTo>
                  <a:lnTo>
                    <a:pt x="715994" y="0"/>
                  </a:lnTo>
                  <a:close/>
                  <a:moveTo>
                    <a:pt x="1686687" y="517589"/>
                  </a:moveTo>
                  <a:lnTo>
                    <a:pt x="1431893" y="517589"/>
                  </a:lnTo>
                  <a:lnTo>
                    <a:pt x="1369409" y="683228"/>
                  </a:lnTo>
                  <a:lnTo>
                    <a:pt x="1234535" y="683228"/>
                  </a:lnTo>
                  <a:lnTo>
                    <a:pt x="1490377" y="95"/>
                  </a:lnTo>
                  <a:lnTo>
                    <a:pt x="1627251" y="95"/>
                  </a:lnTo>
                  <a:lnTo>
                    <a:pt x="1883092" y="683228"/>
                  </a:lnTo>
                  <a:lnTo>
                    <a:pt x="1749171" y="683228"/>
                  </a:lnTo>
                  <a:lnTo>
                    <a:pt x="1686592" y="517589"/>
                  </a:lnTo>
                  <a:close/>
                  <a:moveTo>
                    <a:pt x="1474470" y="406527"/>
                  </a:moveTo>
                  <a:lnTo>
                    <a:pt x="1645063" y="406527"/>
                  </a:lnTo>
                  <a:lnTo>
                    <a:pt x="1558862" y="145733"/>
                  </a:lnTo>
                  <a:lnTo>
                    <a:pt x="1474565" y="406527"/>
                  </a:lnTo>
                  <a:close/>
                  <a:moveTo>
                    <a:pt x="1995392" y="0"/>
                  </a:moveTo>
                  <a:lnTo>
                    <a:pt x="2121980" y="0"/>
                  </a:lnTo>
                  <a:lnTo>
                    <a:pt x="2121980" y="570167"/>
                  </a:lnTo>
                  <a:lnTo>
                    <a:pt x="2385632" y="570167"/>
                  </a:lnTo>
                  <a:lnTo>
                    <a:pt x="2385632" y="683228"/>
                  </a:lnTo>
                  <a:lnTo>
                    <a:pt x="1995392" y="683228"/>
                  </a:lnTo>
                  <a:lnTo>
                    <a:pt x="1995392" y="0"/>
                  </a:lnTo>
                  <a:close/>
                  <a:moveTo>
                    <a:pt x="2395157" y="0"/>
                  </a:moveTo>
                  <a:lnTo>
                    <a:pt x="2907792" y="0"/>
                  </a:lnTo>
                  <a:lnTo>
                    <a:pt x="2907792" y="116014"/>
                  </a:lnTo>
                  <a:lnTo>
                    <a:pt x="2715863" y="116014"/>
                  </a:lnTo>
                  <a:lnTo>
                    <a:pt x="2715863" y="683228"/>
                  </a:lnTo>
                  <a:lnTo>
                    <a:pt x="2587942" y="683228"/>
                  </a:lnTo>
                  <a:lnTo>
                    <a:pt x="2587942" y="116014"/>
                  </a:lnTo>
                  <a:lnTo>
                    <a:pt x="2395061" y="116014"/>
                  </a:lnTo>
                  <a:lnTo>
                    <a:pt x="2395061" y="0"/>
                  </a:lnTo>
                  <a:close/>
                  <a:moveTo>
                    <a:pt x="3575494" y="0"/>
                  </a:moveTo>
                  <a:lnTo>
                    <a:pt x="3575494" y="683133"/>
                  </a:lnTo>
                  <a:lnTo>
                    <a:pt x="3447764" y="683133"/>
                  </a:lnTo>
                  <a:lnTo>
                    <a:pt x="3447764" y="400622"/>
                  </a:lnTo>
                  <a:lnTo>
                    <a:pt x="3174111" y="400622"/>
                  </a:lnTo>
                  <a:lnTo>
                    <a:pt x="3174111" y="683228"/>
                  </a:lnTo>
                  <a:lnTo>
                    <a:pt x="3048191" y="683228"/>
                  </a:lnTo>
                  <a:lnTo>
                    <a:pt x="3048191" y="0"/>
                  </a:lnTo>
                  <a:lnTo>
                    <a:pt x="3174111" y="0"/>
                  </a:lnTo>
                  <a:lnTo>
                    <a:pt x="3174111" y="286607"/>
                  </a:lnTo>
                  <a:lnTo>
                    <a:pt x="3447764" y="286607"/>
                  </a:lnTo>
                  <a:lnTo>
                    <a:pt x="3447764" y="0"/>
                  </a:lnTo>
                  <a:lnTo>
                    <a:pt x="35754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55" name="Google Shape;855;p75"/>
            <p:cNvSpPr/>
            <p:nvPr/>
          </p:nvSpPr>
          <p:spPr>
            <a:xfrm>
              <a:off x="8418776" y="5302158"/>
              <a:ext cx="3580066" cy="255953"/>
            </a:xfrm>
            <a:custGeom>
              <a:rect b="b" l="l" r="r" t="t"/>
              <a:pathLst>
                <a:path extrusionOk="0" h="255953" w="3580066">
                  <a:moveTo>
                    <a:pt x="146113" y="165847"/>
                  </a:moveTo>
                  <a:lnTo>
                    <a:pt x="146113" y="3065"/>
                  </a:lnTo>
                  <a:lnTo>
                    <a:pt x="184880" y="3065"/>
                  </a:lnTo>
                  <a:lnTo>
                    <a:pt x="184880" y="165847"/>
                  </a:lnTo>
                  <a:cubicBezTo>
                    <a:pt x="185452" y="214996"/>
                    <a:pt x="146113" y="255382"/>
                    <a:pt x="96964" y="255954"/>
                  </a:cubicBezTo>
                  <a:cubicBezTo>
                    <a:pt x="95536" y="255954"/>
                    <a:pt x="94107" y="255954"/>
                    <a:pt x="92583" y="255954"/>
                  </a:cubicBezTo>
                  <a:cubicBezTo>
                    <a:pt x="42672" y="255954"/>
                    <a:pt x="0" y="220521"/>
                    <a:pt x="0" y="165943"/>
                  </a:cubicBezTo>
                  <a:lnTo>
                    <a:pt x="0" y="3160"/>
                  </a:lnTo>
                  <a:lnTo>
                    <a:pt x="39148" y="3160"/>
                  </a:lnTo>
                  <a:lnTo>
                    <a:pt x="39148" y="165943"/>
                  </a:lnTo>
                  <a:cubicBezTo>
                    <a:pt x="39148" y="195470"/>
                    <a:pt x="63151" y="219473"/>
                    <a:pt x="92678" y="219473"/>
                  </a:cubicBezTo>
                  <a:cubicBezTo>
                    <a:pt x="122206" y="219473"/>
                    <a:pt x="146209" y="195470"/>
                    <a:pt x="146209" y="165943"/>
                  </a:cubicBezTo>
                  <a:lnTo>
                    <a:pt x="146113" y="165943"/>
                  </a:lnTo>
                  <a:close/>
                  <a:moveTo>
                    <a:pt x="434435" y="252239"/>
                  </a:moveTo>
                  <a:lnTo>
                    <a:pt x="398621" y="252239"/>
                  </a:lnTo>
                  <a:lnTo>
                    <a:pt x="291560" y="73931"/>
                  </a:lnTo>
                  <a:lnTo>
                    <a:pt x="291560" y="252239"/>
                  </a:lnTo>
                  <a:lnTo>
                    <a:pt x="253460" y="252239"/>
                  </a:lnTo>
                  <a:lnTo>
                    <a:pt x="253460" y="3065"/>
                  </a:lnTo>
                  <a:lnTo>
                    <a:pt x="290417" y="3065"/>
                  </a:lnTo>
                  <a:lnTo>
                    <a:pt x="396335" y="179944"/>
                  </a:lnTo>
                  <a:lnTo>
                    <a:pt x="396335" y="3065"/>
                  </a:lnTo>
                  <a:lnTo>
                    <a:pt x="434435" y="3065"/>
                  </a:lnTo>
                  <a:lnTo>
                    <a:pt x="434435" y="252239"/>
                  </a:lnTo>
                  <a:close/>
                  <a:moveTo>
                    <a:pt x="497014" y="3065"/>
                  </a:moveTo>
                  <a:lnTo>
                    <a:pt x="535114" y="3065"/>
                  </a:lnTo>
                  <a:lnTo>
                    <a:pt x="535114" y="252239"/>
                  </a:lnTo>
                  <a:lnTo>
                    <a:pt x="497014" y="252239"/>
                  </a:lnTo>
                  <a:lnTo>
                    <a:pt x="497014" y="3065"/>
                  </a:lnTo>
                  <a:close/>
                  <a:moveTo>
                    <a:pt x="622935" y="3065"/>
                  </a:moveTo>
                  <a:lnTo>
                    <a:pt x="676180" y="188231"/>
                  </a:lnTo>
                  <a:lnTo>
                    <a:pt x="729710" y="3065"/>
                  </a:lnTo>
                  <a:lnTo>
                    <a:pt x="769525" y="3065"/>
                  </a:lnTo>
                  <a:lnTo>
                    <a:pt x="694372" y="252239"/>
                  </a:lnTo>
                  <a:lnTo>
                    <a:pt x="658558" y="252239"/>
                  </a:lnTo>
                  <a:lnTo>
                    <a:pt x="583025" y="3065"/>
                  </a:lnTo>
                  <a:lnTo>
                    <a:pt x="623125" y="3065"/>
                  </a:lnTo>
                  <a:close/>
                  <a:moveTo>
                    <a:pt x="813911" y="3065"/>
                  </a:moveTo>
                  <a:lnTo>
                    <a:pt x="964025" y="3065"/>
                  </a:lnTo>
                  <a:lnTo>
                    <a:pt x="964025" y="38212"/>
                  </a:lnTo>
                  <a:lnTo>
                    <a:pt x="852297" y="38212"/>
                  </a:lnTo>
                  <a:lnTo>
                    <a:pt x="852297" y="111936"/>
                  </a:lnTo>
                  <a:lnTo>
                    <a:pt x="949928" y="111936"/>
                  </a:lnTo>
                  <a:lnTo>
                    <a:pt x="949928" y="146988"/>
                  </a:lnTo>
                  <a:lnTo>
                    <a:pt x="852297" y="146988"/>
                  </a:lnTo>
                  <a:lnTo>
                    <a:pt x="852297" y="216806"/>
                  </a:lnTo>
                  <a:lnTo>
                    <a:pt x="967645" y="216806"/>
                  </a:lnTo>
                  <a:lnTo>
                    <a:pt x="967645" y="251953"/>
                  </a:lnTo>
                  <a:lnTo>
                    <a:pt x="813911" y="251953"/>
                  </a:lnTo>
                  <a:lnTo>
                    <a:pt x="813911" y="3160"/>
                  </a:lnTo>
                  <a:close/>
                  <a:moveTo>
                    <a:pt x="1200436" y="252239"/>
                  </a:moveTo>
                  <a:lnTo>
                    <a:pt x="1153763" y="252239"/>
                  </a:lnTo>
                  <a:lnTo>
                    <a:pt x="1091565" y="160799"/>
                  </a:lnTo>
                  <a:lnTo>
                    <a:pt x="1064800" y="160799"/>
                  </a:lnTo>
                  <a:lnTo>
                    <a:pt x="1064800" y="252239"/>
                  </a:lnTo>
                  <a:lnTo>
                    <a:pt x="1026128" y="252239"/>
                  </a:lnTo>
                  <a:lnTo>
                    <a:pt x="1026128" y="3065"/>
                  </a:lnTo>
                  <a:lnTo>
                    <a:pt x="1123379" y="3065"/>
                  </a:lnTo>
                  <a:cubicBezTo>
                    <a:pt x="1176909" y="3065"/>
                    <a:pt x="1199483" y="42499"/>
                    <a:pt x="1199483" y="82218"/>
                  </a:cubicBezTo>
                  <a:cubicBezTo>
                    <a:pt x="1199483" y="118794"/>
                    <a:pt x="1181005" y="154227"/>
                    <a:pt x="1135094" y="159180"/>
                  </a:cubicBezTo>
                  <a:lnTo>
                    <a:pt x="1200245" y="252144"/>
                  </a:lnTo>
                  <a:close/>
                  <a:moveTo>
                    <a:pt x="1064895" y="38117"/>
                  </a:moveTo>
                  <a:lnTo>
                    <a:pt x="1064895" y="125271"/>
                  </a:lnTo>
                  <a:lnTo>
                    <a:pt x="1120616" y="125271"/>
                  </a:lnTo>
                  <a:cubicBezTo>
                    <a:pt x="1148524" y="125271"/>
                    <a:pt x="1159669" y="103173"/>
                    <a:pt x="1159669" y="81837"/>
                  </a:cubicBezTo>
                  <a:cubicBezTo>
                    <a:pt x="1159669" y="60501"/>
                    <a:pt x="1148810" y="38022"/>
                    <a:pt x="1121569" y="38022"/>
                  </a:cubicBezTo>
                  <a:lnTo>
                    <a:pt x="1064895" y="38022"/>
                  </a:lnTo>
                  <a:close/>
                  <a:moveTo>
                    <a:pt x="1290256" y="179849"/>
                  </a:moveTo>
                  <a:cubicBezTo>
                    <a:pt x="1291019" y="200137"/>
                    <a:pt x="1310164" y="220711"/>
                    <a:pt x="1339882" y="220711"/>
                  </a:cubicBezTo>
                  <a:cubicBezTo>
                    <a:pt x="1369600" y="220711"/>
                    <a:pt x="1384364" y="204805"/>
                    <a:pt x="1386935" y="186707"/>
                  </a:cubicBezTo>
                  <a:cubicBezTo>
                    <a:pt x="1388364" y="163561"/>
                    <a:pt x="1370648" y="151560"/>
                    <a:pt x="1347502" y="146131"/>
                  </a:cubicBezTo>
                  <a:lnTo>
                    <a:pt x="1315974" y="138225"/>
                  </a:lnTo>
                  <a:cubicBezTo>
                    <a:pt x="1262444" y="123747"/>
                    <a:pt x="1254062" y="93362"/>
                    <a:pt x="1254062" y="71550"/>
                  </a:cubicBezTo>
                  <a:cubicBezTo>
                    <a:pt x="1254062" y="28878"/>
                    <a:pt x="1292162" y="303"/>
                    <a:pt x="1336072" y="303"/>
                  </a:cubicBezTo>
                  <a:cubicBezTo>
                    <a:pt x="1379982" y="303"/>
                    <a:pt x="1417034" y="28878"/>
                    <a:pt x="1417034" y="74026"/>
                  </a:cubicBezTo>
                  <a:lnTo>
                    <a:pt x="1378934" y="74026"/>
                  </a:lnTo>
                  <a:cubicBezTo>
                    <a:pt x="1378934" y="51262"/>
                    <a:pt x="1361218" y="35926"/>
                    <a:pt x="1335500" y="35926"/>
                  </a:cubicBezTo>
                  <a:cubicBezTo>
                    <a:pt x="1312736" y="35926"/>
                    <a:pt x="1292447" y="49642"/>
                    <a:pt x="1292447" y="70312"/>
                  </a:cubicBezTo>
                  <a:cubicBezTo>
                    <a:pt x="1292447" y="79837"/>
                    <a:pt x="1296067" y="95267"/>
                    <a:pt x="1325785" y="102887"/>
                  </a:cubicBezTo>
                  <a:lnTo>
                    <a:pt x="1357598" y="111174"/>
                  </a:lnTo>
                  <a:cubicBezTo>
                    <a:pt x="1407890" y="124604"/>
                    <a:pt x="1428845" y="152798"/>
                    <a:pt x="1424940" y="188517"/>
                  </a:cubicBezTo>
                  <a:cubicBezTo>
                    <a:pt x="1421321" y="227569"/>
                    <a:pt x="1387697" y="255192"/>
                    <a:pt x="1339977" y="255192"/>
                  </a:cubicBezTo>
                  <a:cubicBezTo>
                    <a:pt x="1288256" y="255192"/>
                    <a:pt x="1252156" y="219759"/>
                    <a:pt x="1252156" y="179087"/>
                  </a:cubicBezTo>
                  <a:lnTo>
                    <a:pt x="1290256" y="179754"/>
                  </a:lnTo>
                  <a:close/>
                  <a:moveTo>
                    <a:pt x="1475041" y="2970"/>
                  </a:moveTo>
                  <a:lnTo>
                    <a:pt x="1513141" y="2970"/>
                  </a:lnTo>
                  <a:lnTo>
                    <a:pt x="1513141" y="252144"/>
                  </a:lnTo>
                  <a:lnTo>
                    <a:pt x="1475041" y="252144"/>
                  </a:lnTo>
                  <a:lnTo>
                    <a:pt x="1475041" y="2970"/>
                  </a:lnTo>
                  <a:close/>
                  <a:moveTo>
                    <a:pt x="1557147" y="2970"/>
                  </a:moveTo>
                  <a:lnTo>
                    <a:pt x="1742980" y="2970"/>
                  </a:lnTo>
                  <a:lnTo>
                    <a:pt x="1742980" y="38784"/>
                  </a:lnTo>
                  <a:lnTo>
                    <a:pt x="1669732" y="38784"/>
                  </a:lnTo>
                  <a:lnTo>
                    <a:pt x="1669732" y="252239"/>
                  </a:lnTo>
                  <a:lnTo>
                    <a:pt x="1630680" y="252239"/>
                  </a:lnTo>
                  <a:lnTo>
                    <a:pt x="1630680" y="38879"/>
                  </a:lnTo>
                  <a:lnTo>
                    <a:pt x="1557338" y="38879"/>
                  </a:lnTo>
                  <a:lnTo>
                    <a:pt x="1557338" y="2970"/>
                  </a:lnTo>
                  <a:close/>
                  <a:moveTo>
                    <a:pt x="1861375" y="252144"/>
                  </a:moveTo>
                  <a:lnTo>
                    <a:pt x="1861375" y="137939"/>
                  </a:lnTo>
                  <a:lnTo>
                    <a:pt x="1766221" y="3065"/>
                  </a:lnTo>
                  <a:lnTo>
                    <a:pt x="1812227" y="3065"/>
                  </a:lnTo>
                  <a:lnTo>
                    <a:pt x="1880997" y="102125"/>
                  </a:lnTo>
                  <a:lnTo>
                    <a:pt x="1950434" y="3065"/>
                  </a:lnTo>
                  <a:lnTo>
                    <a:pt x="1996440" y="3065"/>
                  </a:lnTo>
                  <a:lnTo>
                    <a:pt x="1900619" y="138320"/>
                  </a:lnTo>
                  <a:lnTo>
                    <a:pt x="1900619" y="252525"/>
                  </a:lnTo>
                  <a:lnTo>
                    <a:pt x="1861566" y="252144"/>
                  </a:lnTo>
                  <a:close/>
                  <a:moveTo>
                    <a:pt x="2238566" y="17"/>
                  </a:moveTo>
                  <a:cubicBezTo>
                    <a:pt x="2309146" y="-1126"/>
                    <a:pt x="2367248" y="55262"/>
                    <a:pt x="2368391" y="125842"/>
                  </a:cubicBezTo>
                  <a:cubicBezTo>
                    <a:pt x="2369534" y="196423"/>
                    <a:pt x="2313146" y="254525"/>
                    <a:pt x="2242566" y="255668"/>
                  </a:cubicBezTo>
                  <a:cubicBezTo>
                    <a:pt x="2171986" y="256811"/>
                    <a:pt x="2113883" y="200423"/>
                    <a:pt x="2112740" y="129843"/>
                  </a:cubicBezTo>
                  <a:cubicBezTo>
                    <a:pt x="2112740" y="129271"/>
                    <a:pt x="2112740" y="128605"/>
                    <a:pt x="2112740" y="128033"/>
                  </a:cubicBezTo>
                  <a:cubicBezTo>
                    <a:pt x="2111788" y="58310"/>
                    <a:pt x="2167604" y="970"/>
                    <a:pt x="2237327" y="17"/>
                  </a:cubicBezTo>
                  <a:cubicBezTo>
                    <a:pt x="2237708" y="17"/>
                    <a:pt x="2238184" y="17"/>
                    <a:pt x="2238566" y="17"/>
                  </a:cubicBezTo>
                  <a:close/>
                  <a:moveTo>
                    <a:pt x="2238566" y="218140"/>
                  </a:moveTo>
                  <a:cubicBezTo>
                    <a:pt x="2288381" y="219664"/>
                    <a:pt x="2330006" y="180516"/>
                    <a:pt x="2331530" y="130700"/>
                  </a:cubicBezTo>
                  <a:cubicBezTo>
                    <a:pt x="2333054" y="80884"/>
                    <a:pt x="2293906" y="39260"/>
                    <a:pt x="2244090" y="37736"/>
                  </a:cubicBezTo>
                  <a:cubicBezTo>
                    <a:pt x="2194274" y="36212"/>
                    <a:pt x="2152650" y="75360"/>
                    <a:pt x="2151126" y="125176"/>
                  </a:cubicBezTo>
                  <a:cubicBezTo>
                    <a:pt x="2151126" y="126128"/>
                    <a:pt x="2151126" y="127081"/>
                    <a:pt x="2151126" y="128128"/>
                  </a:cubicBezTo>
                  <a:cubicBezTo>
                    <a:pt x="2150078" y="176896"/>
                    <a:pt x="2188750" y="217187"/>
                    <a:pt x="2237423" y="218235"/>
                  </a:cubicBezTo>
                  <a:cubicBezTo>
                    <a:pt x="2237804" y="218235"/>
                    <a:pt x="2238184" y="218235"/>
                    <a:pt x="2238566" y="218235"/>
                  </a:cubicBezTo>
                  <a:lnTo>
                    <a:pt x="2238566" y="218235"/>
                  </a:lnTo>
                  <a:close/>
                  <a:moveTo>
                    <a:pt x="2413349" y="2970"/>
                  </a:moveTo>
                  <a:lnTo>
                    <a:pt x="2561558" y="2970"/>
                  </a:lnTo>
                  <a:lnTo>
                    <a:pt x="2561558" y="38117"/>
                  </a:lnTo>
                  <a:lnTo>
                    <a:pt x="2451640" y="38117"/>
                  </a:lnTo>
                  <a:lnTo>
                    <a:pt x="2451640" y="111841"/>
                  </a:lnTo>
                  <a:lnTo>
                    <a:pt x="2538413" y="111841"/>
                  </a:lnTo>
                  <a:lnTo>
                    <a:pt x="2538413" y="146893"/>
                  </a:lnTo>
                  <a:lnTo>
                    <a:pt x="2451640" y="146893"/>
                  </a:lnTo>
                  <a:lnTo>
                    <a:pt x="2451640" y="251572"/>
                  </a:lnTo>
                  <a:lnTo>
                    <a:pt x="2413540" y="251572"/>
                  </a:lnTo>
                  <a:lnTo>
                    <a:pt x="2413349" y="2970"/>
                  </a:lnTo>
                  <a:close/>
                  <a:moveTo>
                    <a:pt x="2842260" y="165752"/>
                  </a:moveTo>
                  <a:lnTo>
                    <a:pt x="2842260" y="2970"/>
                  </a:lnTo>
                  <a:lnTo>
                    <a:pt x="2881027" y="2970"/>
                  </a:lnTo>
                  <a:lnTo>
                    <a:pt x="2881027" y="165752"/>
                  </a:lnTo>
                  <a:cubicBezTo>
                    <a:pt x="2881598" y="214901"/>
                    <a:pt x="2842260" y="255287"/>
                    <a:pt x="2793111" y="255859"/>
                  </a:cubicBezTo>
                  <a:cubicBezTo>
                    <a:pt x="2791682" y="255859"/>
                    <a:pt x="2790254" y="255859"/>
                    <a:pt x="2788730" y="255859"/>
                  </a:cubicBezTo>
                  <a:cubicBezTo>
                    <a:pt x="2738819" y="255859"/>
                    <a:pt x="2696147" y="220426"/>
                    <a:pt x="2696147" y="165847"/>
                  </a:cubicBezTo>
                  <a:lnTo>
                    <a:pt x="2696147" y="3065"/>
                  </a:lnTo>
                  <a:lnTo>
                    <a:pt x="2735199" y="3065"/>
                  </a:lnTo>
                  <a:lnTo>
                    <a:pt x="2735199" y="165847"/>
                  </a:lnTo>
                  <a:cubicBezTo>
                    <a:pt x="2735199" y="195375"/>
                    <a:pt x="2759202" y="219378"/>
                    <a:pt x="2788730" y="219378"/>
                  </a:cubicBezTo>
                  <a:cubicBezTo>
                    <a:pt x="2818257" y="219378"/>
                    <a:pt x="2842260" y="195375"/>
                    <a:pt x="2842260" y="165847"/>
                  </a:cubicBezTo>
                  <a:close/>
                  <a:moveTo>
                    <a:pt x="2930461" y="2970"/>
                  </a:moveTo>
                  <a:lnTo>
                    <a:pt x="3116390" y="2970"/>
                  </a:lnTo>
                  <a:lnTo>
                    <a:pt x="3116390" y="38784"/>
                  </a:lnTo>
                  <a:lnTo>
                    <a:pt x="3043047" y="38784"/>
                  </a:lnTo>
                  <a:lnTo>
                    <a:pt x="3043047" y="252239"/>
                  </a:lnTo>
                  <a:lnTo>
                    <a:pt x="3003995" y="252239"/>
                  </a:lnTo>
                  <a:lnTo>
                    <a:pt x="3003995" y="38879"/>
                  </a:lnTo>
                  <a:lnTo>
                    <a:pt x="2930652" y="38879"/>
                  </a:lnTo>
                  <a:lnTo>
                    <a:pt x="2930652" y="2970"/>
                  </a:lnTo>
                  <a:close/>
                  <a:moveTo>
                    <a:pt x="3280315" y="190422"/>
                  </a:moveTo>
                  <a:lnTo>
                    <a:pt x="3179826" y="190422"/>
                  </a:lnTo>
                  <a:lnTo>
                    <a:pt x="3155919" y="252715"/>
                  </a:lnTo>
                  <a:lnTo>
                    <a:pt x="3115056" y="252715"/>
                  </a:lnTo>
                  <a:lnTo>
                    <a:pt x="3208782" y="3065"/>
                  </a:lnTo>
                  <a:lnTo>
                    <a:pt x="3250406" y="3065"/>
                  </a:lnTo>
                  <a:lnTo>
                    <a:pt x="3344418" y="252239"/>
                  </a:lnTo>
                  <a:lnTo>
                    <a:pt x="3303937" y="252239"/>
                  </a:lnTo>
                  <a:lnTo>
                    <a:pt x="3280220" y="190422"/>
                  </a:lnTo>
                  <a:close/>
                  <a:moveTo>
                    <a:pt x="3192780" y="156037"/>
                  </a:moveTo>
                  <a:lnTo>
                    <a:pt x="3267266" y="156037"/>
                  </a:lnTo>
                  <a:lnTo>
                    <a:pt x="3230023" y="51357"/>
                  </a:lnTo>
                  <a:lnTo>
                    <a:pt x="3192685" y="156037"/>
                  </a:lnTo>
                  <a:close/>
                  <a:moveTo>
                    <a:pt x="3580066" y="2970"/>
                  </a:moveTo>
                  <a:lnTo>
                    <a:pt x="3580066" y="252144"/>
                  </a:lnTo>
                  <a:lnTo>
                    <a:pt x="3541014" y="252144"/>
                  </a:lnTo>
                  <a:lnTo>
                    <a:pt x="3541014" y="145845"/>
                  </a:lnTo>
                  <a:lnTo>
                    <a:pt x="3428619" y="145845"/>
                  </a:lnTo>
                  <a:lnTo>
                    <a:pt x="3428619" y="252144"/>
                  </a:lnTo>
                  <a:lnTo>
                    <a:pt x="3390519" y="252144"/>
                  </a:lnTo>
                  <a:lnTo>
                    <a:pt x="3390519" y="2970"/>
                  </a:lnTo>
                  <a:lnTo>
                    <a:pt x="3428619" y="2970"/>
                  </a:lnTo>
                  <a:lnTo>
                    <a:pt x="3428619" y="110698"/>
                  </a:lnTo>
                  <a:lnTo>
                    <a:pt x="3541110" y="110698"/>
                  </a:lnTo>
                  <a:lnTo>
                    <a:pt x="3541110" y="2970"/>
                  </a:lnTo>
                  <a:lnTo>
                    <a:pt x="3580066" y="297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grpSp>
          <p:nvGrpSpPr>
            <p:cNvPr id="856" name="Google Shape;856;p75"/>
            <p:cNvGrpSpPr/>
            <p:nvPr/>
          </p:nvGrpSpPr>
          <p:grpSpPr>
            <a:xfrm>
              <a:off x="6455388" y="4102692"/>
              <a:ext cx="1601438" cy="1455705"/>
              <a:chOff x="3324225" y="2700241"/>
              <a:chExt cx="1601438" cy="1455705"/>
            </a:xfrm>
          </p:grpSpPr>
          <p:sp>
            <p:nvSpPr>
              <p:cNvPr id="857" name="Google Shape;857;p75"/>
              <p:cNvSpPr/>
              <p:nvPr/>
            </p:nvSpPr>
            <p:spPr>
              <a:xfrm>
                <a:off x="4540585" y="3230022"/>
                <a:ext cx="239250" cy="787908"/>
              </a:xfrm>
              <a:custGeom>
                <a:rect b="b" l="l" r="r" t="t"/>
                <a:pathLst>
                  <a:path extrusionOk="0" h="787908" w="239250">
                    <a:moveTo>
                      <a:pt x="14270" y="87440"/>
                    </a:moveTo>
                    <a:cubicBezTo>
                      <a:pt x="36273" y="66580"/>
                      <a:pt x="61895" y="37052"/>
                      <a:pt x="91994" y="12954"/>
                    </a:cubicBezTo>
                    <a:moveTo>
                      <a:pt x="239251" y="549307"/>
                    </a:moveTo>
                    <a:lnTo>
                      <a:pt x="239251" y="635603"/>
                    </a:lnTo>
                    <a:lnTo>
                      <a:pt x="85993" y="787908"/>
                    </a:lnTo>
                    <a:cubicBezTo>
                      <a:pt x="-131844" y="356330"/>
                      <a:pt x="118569" y="176879"/>
                      <a:pt x="239251" y="0"/>
                    </a:cubicBezTo>
                    <a:lnTo>
                      <a:pt x="239251" y="201263"/>
                    </a:lnTo>
                    <a:lnTo>
                      <a:pt x="210676" y="173927"/>
                    </a:lnTo>
                    <a:cubicBezTo>
                      <a:pt x="199817" y="163830"/>
                      <a:pt x="182767" y="164402"/>
                      <a:pt x="172576" y="175165"/>
                    </a:cubicBezTo>
                    <a:cubicBezTo>
                      <a:pt x="162098" y="185738"/>
                      <a:pt x="162098" y="202692"/>
                      <a:pt x="172576" y="213265"/>
                    </a:cubicBezTo>
                    <a:lnTo>
                      <a:pt x="239251" y="276511"/>
                    </a:lnTo>
                    <a:lnTo>
                      <a:pt x="239251" y="350234"/>
                    </a:lnTo>
                    <a:lnTo>
                      <a:pt x="101709" y="343757"/>
                    </a:lnTo>
                    <a:cubicBezTo>
                      <a:pt x="86660" y="342995"/>
                      <a:pt x="73897" y="354521"/>
                      <a:pt x="73134" y="369570"/>
                    </a:cubicBezTo>
                    <a:cubicBezTo>
                      <a:pt x="73134" y="369570"/>
                      <a:pt x="73134" y="369570"/>
                      <a:pt x="73134" y="369570"/>
                    </a:cubicBezTo>
                    <a:cubicBezTo>
                      <a:pt x="72087" y="384524"/>
                      <a:pt x="83136" y="397478"/>
                      <a:pt x="98090" y="398717"/>
                    </a:cubicBezTo>
                    <a:lnTo>
                      <a:pt x="239155" y="405289"/>
                    </a:lnTo>
                    <a:lnTo>
                      <a:pt x="239155" y="486728"/>
                    </a:lnTo>
                    <a:lnTo>
                      <a:pt x="89136" y="545973"/>
                    </a:lnTo>
                    <a:cubicBezTo>
                      <a:pt x="74468" y="551783"/>
                      <a:pt x="67324" y="568452"/>
                      <a:pt x="73230" y="583121"/>
                    </a:cubicBezTo>
                    <a:cubicBezTo>
                      <a:pt x="73230" y="583121"/>
                      <a:pt x="73230" y="583121"/>
                      <a:pt x="73230" y="583216"/>
                    </a:cubicBezTo>
                    <a:cubicBezTo>
                      <a:pt x="78468" y="598075"/>
                      <a:pt x="94756" y="605981"/>
                      <a:pt x="109615" y="600742"/>
                    </a:cubicBezTo>
                    <a:cubicBezTo>
                      <a:pt x="109615" y="600742"/>
                      <a:pt x="109615" y="600742"/>
                      <a:pt x="109615" y="600742"/>
                    </a:cubicBezTo>
                    <a:lnTo>
                      <a:pt x="238965" y="548831"/>
                    </a:lnTo>
                    <a:lnTo>
                      <a:pt x="239155" y="5492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858" name="Google Shape;858;p75"/>
              <p:cNvSpPr/>
              <p:nvPr/>
            </p:nvSpPr>
            <p:spPr>
              <a:xfrm>
                <a:off x="3324225" y="2700241"/>
                <a:ext cx="1601438" cy="1455705"/>
              </a:xfrm>
              <a:custGeom>
                <a:rect b="b" l="l" r="r" t="t"/>
                <a:pathLst>
                  <a:path extrusionOk="0" h="1455705" w="1601438">
                    <a:moveTo>
                      <a:pt x="1337977" y="82201"/>
                    </a:moveTo>
                    <a:lnTo>
                      <a:pt x="1377315" y="124206"/>
                    </a:lnTo>
                    <a:cubicBezTo>
                      <a:pt x="1383316" y="131159"/>
                      <a:pt x="1393793" y="131921"/>
                      <a:pt x="1400747" y="126016"/>
                    </a:cubicBezTo>
                    <a:cubicBezTo>
                      <a:pt x="1407414" y="119729"/>
                      <a:pt x="1407795" y="109252"/>
                      <a:pt x="1401509" y="102489"/>
                    </a:cubicBezTo>
                    <a:lnTo>
                      <a:pt x="1356836" y="54864"/>
                    </a:lnTo>
                    <a:cubicBezTo>
                      <a:pt x="1372076" y="34195"/>
                      <a:pt x="1390174" y="15716"/>
                      <a:pt x="1410557" y="0"/>
                    </a:cubicBezTo>
                    <a:lnTo>
                      <a:pt x="1601438" y="0"/>
                    </a:lnTo>
                    <a:lnTo>
                      <a:pt x="1601438" y="437864"/>
                    </a:lnTo>
                    <a:lnTo>
                      <a:pt x="1503331" y="437864"/>
                    </a:lnTo>
                    <a:cubicBezTo>
                      <a:pt x="1522381" y="377190"/>
                      <a:pt x="1516856" y="312134"/>
                      <a:pt x="1463802" y="233553"/>
                    </a:cubicBezTo>
                    <a:cubicBezTo>
                      <a:pt x="1609725" y="598361"/>
                      <a:pt x="853631" y="586835"/>
                      <a:pt x="1180910" y="1435703"/>
                    </a:cubicBezTo>
                    <a:lnTo>
                      <a:pt x="1163765" y="1455706"/>
                    </a:lnTo>
                    <a:lnTo>
                      <a:pt x="437769" y="1455706"/>
                    </a:lnTo>
                    <a:lnTo>
                      <a:pt x="146304" y="1165289"/>
                    </a:lnTo>
                    <a:lnTo>
                      <a:pt x="146304" y="437579"/>
                    </a:lnTo>
                    <a:lnTo>
                      <a:pt x="0" y="437579"/>
                    </a:lnTo>
                    <a:lnTo>
                      <a:pt x="0" y="95"/>
                    </a:lnTo>
                    <a:lnTo>
                      <a:pt x="727901" y="95"/>
                    </a:lnTo>
                    <a:lnTo>
                      <a:pt x="727901" y="437960"/>
                    </a:lnTo>
                    <a:lnTo>
                      <a:pt x="581882" y="437960"/>
                    </a:lnTo>
                    <a:lnTo>
                      <a:pt x="581882" y="1017937"/>
                    </a:lnTo>
                    <a:lnTo>
                      <a:pt x="1019747" y="1017937"/>
                    </a:lnTo>
                    <a:lnTo>
                      <a:pt x="1019747" y="437483"/>
                    </a:lnTo>
                    <a:lnTo>
                      <a:pt x="873728" y="437483"/>
                    </a:lnTo>
                    <a:lnTo>
                      <a:pt x="873728" y="95"/>
                    </a:lnTo>
                    <a:lnTo>
                      <a:pt x="1343025" y="95"/>
                    </a:lnTo>
                    <a:cubicBezTo>
                      <a:pt x="1189768" y="114300"/>
                      <a:pt x="1096232" y="410147"/>
                      <a:pt x="1230535" y="617411"/>
                    </a:cubicBezTo>
                    <a:cubicBezTo>
                      <a:pt x="1252538" y="596551"/>
                      <a:pt x="1278160" y="567023"/>
                      <a:pt x="1308259" y="542925"/>
                    </a:cubicBezTo>
                    <a:cubicBezTo>
                      <a:pt x="1294352" y="519684"/>
                      <a:pt x="1283589" y="494729"/>
                      <a:pt x="1276064" y="468725"/>
                    </a:cubicBezTo>
                    <a:lnTo>
                      <a:pt x="1433417" y="407765"/>
                    </a:lnTo>
                    <a:cubicBezTo>
                      <a:pt x="1442657" y="404336"/>
                      <a:pt x="1447324" y="394049"/>
                      <a:pt x="1443895" y="384810"/>
                    </a:cubicBezTo>
                    <a:cubicBezTo>
                      <a:pt x="1440466" y="375571"/>
                      <a:pt x="1430179" y="370904"/>
                      <a:pt x="1420939" y="374333"/>
                    </a:cubicBezTo>
                    <a:lnTo>
                      <a:pt x="1267778" y="433673"/>
                    </a:lnTo>
                    <a:cubicBezTo>
                      <a:pt x="1261110" y="396621"/>
                      <a:pt x="1259110" y="358807"/>
                      <a:pt x="1261967" y="321278"/>
                    </a:cubicBezTo>
                    <a:lnTo>
                      <a:pt x="1416082" y="316516"/>
                    </a:lnTo>
                    <a:cubicBezTo>
                      <a:pt x="1425797" y="316325"/>
                      <a:pt x="1433513" y="308420"/>
                      <a:pt x="1433417" y="298704"/>
                    </a:cubicBezTo>
                    <a:cubicBezTo>
                      <a:pt x="1433036" y="288989"/>
                      <a:pt x="1424940" y="281464"/>
                      <a:pt x="1415225" y="281750"/>
                    </a:cubicBezTo>
                    <a:lnTo>
                      <a:pt x="1265587" y="286322"/>
                    </a:lnTo>
                    <a:cubicBezTo>
                      <a:pt x="1270159" y="252698"/>
                      <a:pt x="1277874" y="219647"/>
                      <a:pt x="1288542" y="187452"/>
                    </a:cubicBezTo>
                    <a:lnTo>
                      <a:pt x="1394746" y="222314"/>
                    </a:lnTo>
                    <a:cubicBezTo>
                      <a:pt x="1403699" y="225552"/>
                      <a:pt x="1413510" y="220980"/>
                      <a:pt x="1416844" y="212122"/>
                    </a:cubicBezTo>
                    <a:cubicBezTo>
                      <a:pt x="1419797" y="203168"/>
                      <a:pt x="1414939" y="193453"/>
                      <a:pt x="1405985" y="190405"/>
                    </a:cubicBezTo>
                    <a:lnTo>
                      <a:pt x="1300258" y="155639"/>
                    </a:lnTo>
                    <a:cubicBezTo>
                      <a:pt x="1310640" y="130112"/>
                      <a:pt x="1323308" y="105537"/>
                      <a:pt x="1337977" y="82296"/>
                    </a:cubicBezTo>
                    <a:lnTo>
                      <a:pt x="1337977" y="8229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</p:grpSp>
      <p:sp>
        <p:nvSpPr>
          <p:cNvPr id="859" name="Google Shape;859;p75"/>
          <p:cNvSpPr txBox="1"/>
          <p:nvPr/>
        </p:nvSpPr>
        <p:spPr>
          <a:xfrm>
            <a:off x="8782050" y="6489397"/>
            <a:ext cx="30289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A7A9A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UNIVERSITY OF UTAH HEALTH</a:t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860" name="Google Shape;860;p75"/>
          <p:cNvGrpSpPr/>
          <p:nvPr/>
        </p:nvGrpSpPr>
        <p:grpSpPr>
          <a:xfrm>
            <a:off x="12399975" y="-1"/>
            <a:ext cx="8060170" cy="6857999"/>
            <a:chOff x="15714230" y="-1"/>
            <a:chExt cx="8060170" cy="6857999"/>
          </a:xfrm>
        </p:grpSpPr>
        <p:grpSp>
          <p:nvGrpSpPr>
            <p:cNvPr id="861" name="Google Shape;861;p75"/>
            <p:cNvGrpSpPr/>
            <p:nvPr/>
          </p:nvGrpSpPr>
          <p:grpSpPr>
            <a:xfrm>
              <a:off x="15714230" y="-1"/>
              <a:ext cx="8060170" cy="6857999"/>
              <a:chOff x="15714230" y="-1"/>
              <a:chExt cx="8060170" cy="6857999"/>
            </a:xfrm>
          </p:grpSpPr>
          <p:sp>
            <p:nvSpPr>
              <p:cNvPr id="862" name="Google Shape;862;p75"/>
              <p:cNvSpPr/>
              <p:nvPr/>
            </p:nvSpPr>
            <p:spPr>
              <a:xfrm>
                <a:off x="15714230" y="-1"/>
                <a:ext cx="8060170" cy="6857999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863" name="Google Shape;863;p75"/>
              <p:cNvSpPr txBox="1"/>
              <p:nvPr/>
            </p:nvSpPr>
            <p:spPr>
              <a:xfrm>
                <a:off x="15871620" y="150741"/>
                <a:ext cx="2941768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200"/>
                  <a:buFont typeface="Arial"/>
                  <a:buNone/>
                </a:pPr>
                <a:r>
                  <a:rPr b="1" i="0" lang="en-GB" sz="3200" u="none" cap="none" strike="noStrike">
                    <a:solidFill>
                      <a:schemeClr val="accen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Instruction: 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4" name="Google Shape;864;p75"/>
              <p:cNvSpPr txBox="1"/>
              <p:nvPr/>
            </p:nvSpPr>
            <p:spPr>
              <a:xfrm>
                <a:off x="15871620" y="818147"/>
                <a:ext cx="2502568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GB" sz="1800" u="none" cap="none" strike="noStrike">
                    <a:solidFill>
                      <a:schemeClr val="dk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1. Insert video on </a:t>
                </a:r>
                <a:br>
                  <a:rPr b="0" i="0" lang="en-GB" sz="1800" u="none" cap="none" strike="noStrike">
                    <a:solidFill>
                      <a:schemeClr val="dk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</a:br>
                <a:r>
                  <a:rPr b="0" i="0" lang="en-GB" sz="1800" u="none" cap="none" strike="noStrike">
                    <a:solidFill>
                      <a:schemeClr val="dk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the placeholder.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865" name="Google Shape;865;p7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5994882" y="1500625"/>
                <a:ext cx="875152" cy="9050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66" name="Google Shape;866;p75"/>
              <p:cNvSpPr txBox="1"/>
              <p:nvPr/>
            </p:nvSpPr>
            <p:spPr>
              <a:xfrm>
                <a:off x="15871620" y="2582779"/>
                <a:ext cx="2502568" cy="14773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GB" sz="1800" u="none" cap="none" strike="noStrike">
                    <a:solidFill>
                      <a:schemeClr val="dk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2. Once video is inserted, navigate to ‘Video Playback’ at the top and select ‘Crop’.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A screenshot of a video format&#10;&#10;Description automatically generated" id="867" name="Google Shape;867;p7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5994881" y="4228704"/>
                <a:ext cx="2492608" cy="161464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 screenshot of a computer&#10;&#10;Description automatically generated" id="868" name="Google Shape;868;p75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19050759" y="4142650"/>
                <a:ext cx="4010935" cy="250652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69" name="Google Shape;869;p75"/>
              <p:cNvSpPr/>
              <p:nvPr/>
            </p:nvSpPr>
            <p:spPr>
              <a:xfrm>
                <a:off x="15989715" y="4219078"/>
                <a:ext cx="1536285" cy="486451"/>
              </a:xfrm>
              <a:prstGeom prst="frame">
                <a:avLst>
                  <a:gd fmla="val 2285" name="adj1"/>
                </a:avLst>
              </a:prstGeom>
              <a:solidFill>
                <a:schemeClr val="accent2"/>
              </a:solidFill>
              <a:ln cap="flat" cmpd="sng" w="2857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870" name="Google Shape;870;p75"/>
              <p:cNvSpPr/>
              <p:nvPr/>
            </p:nvSpPr>
            <p:spPr>
              <a:xfrm>
                <a:off x="17342505" y="4761370"/>
                <a:ext cx="793096" cy="969879"/>
              </a:xfrm>
              <a:prstGeom prst="frame">
                <a:avLst>
                  <a:gd fmla="val 2285" name="adj1"/>
                </a:avLst>
              </a:prstGeom>
              <a:solidFill>
                <a:schemeClr val="accent2"/>
              </a:solidFill>
              <a:ln cap="flat" cmpd="sng" w="2857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grpSp>
            <p:nvGrpSpPr>
              <p:cNvPr id="871" name="Google Shape;871;p75"/>
              <p:cNvGrpSpPr/>
              <p:nvPr/>
            </p:nvGrpSpPr>
            <p:grpSpPr>
              <a:xfrm>
                <a:off x="19050759" y="1187479"/>
                <a:ext cx="3967529" cy="2248431"/>
                <a:chOff x="20827627" y="867691"/>
                <a:chExt cx="3967529" cy="2248431"/>
              </a:xfrm>
            </p:grpSpPr>
            <p:pic>
              <p:nvPicPr>
                <p:cNvPr descr="A screenshot of a computer&#10;&#10;Description automatically generated" id="872" name="Google Shape;872;p75"/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 b="0" l="0" r="0" t="0"/>
                <a:stretch/>
              </p:blipFill>
              <p:spPr>
                <a:xfrm>
                  <a:off x="20827627" y="867691"/>
                  <a:ext cx="3967529" cy="224843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873" name="Google Shape;873;p75"/>
                <p:cNvCxnSpPr/>
                <p:nvPr/>
              </p:nvCxnSpPr>
              <p:spPr>
                <a:xfrm rot="10800000">
                  <a:off x="20903827" y="1767756"/>
                  <a:ext cx="3048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med" w="med" type="stealth"/>
                </a:ln>
              </p:spPr>
            </p:cxnSp>
            <p:cxnSp>
              <p:nvCxnSpPr>
                <p:cNvPr id="874" name="Google Shape;874;p75"/>
                <p:cNvCxnSpPr/>
                <p:nvPr/>
              </p:nvCxnSpPr>
              <p:spPr>
                <a:xfrm>
                  <a:off x="24409027" y="1767756"/>
                  <a:ext cx="3048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med" w="med" type="stealth"/>
                </a:ln>
              </p:spPr>
            </p:cxnSp>
          </p:grpSp>
        </p:grpSp>
        <p:sp>
          <p:nvSpPr>
            <p:cNvPr id="875" name="Google Shape;875;p75"/>
            <p:cNvSpPr txBox="1"/>
            <p:nvPr/>
          </p:nvSpPr>
          <p:spPr>
            <a:xfrm>
              <a:off x="18953152" y="3703345"/>
              <a:ext cx="466884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4. Enlarge the video to fill the crop area.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75"/>
            <p:cNvSpPr txBox="1"/>
            <p:nvPr/>
          </p:nvSpPr>
          <p:spPr>
            <a:xfrm>
              <a:off x="18953152" y="818147"/>
              <a:ext cx="4668848" cy="369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3. Drag the crop area to fill slide length.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213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4b - White Title with Video Layout">
  <p:cSld name="Divider 4b - White Title with Video Layout"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76"/>
          <p:cNvSpPr/>
          <p:nvPr>
            <p:ph idx="2" type="media"/>
          </p:nvPr>
        </p:nvSpPr>
        <p:spPr>
          <a:xfrm>
            <a:off x="0" y="-1727"/>
            <a:ext cx="12192000" cy="68579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t" bIns="45700" lIns="91425" spcFirstLastPara="1" rIns="91425" wrap="square" tIns="3657600">
            <a:noAutofit/>
          </a:bodyPr>
          <a:lstStyle>
            <a:lvl1pPr lvl="0" marR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879" name="Google Shape;879;p76"/>
          <p:cNvSpPr txBox="1"/>
          <p:nvPr>
            <p:ph type="ctrTitle"/>
          </p:nvPr>
        </p:nvSpPr>
        <p:spPr>
          <a:xfrm>
            <a:off x="287363" y="198267"/>
            <a:ext cx="11617274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entury Gothic"/>
              <a:buNone/>
              <a:defRPr sz="4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0" name="Google Shape;880;p76"/>
          <p:cNvSpPr txBox="1"/>
          <p:nvPr>
            <p:ph idx="1" type="body"/>
          </p:nvPr>
        </p:nvSpPr>
        <p:spPr>
          <a:xfrm>
            <a:off x="365760" y="5445320"/>
            <a:ext cx="6495074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2pPr>
            <a:lvl3pPr indent="-2286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4pPr>
            <a:lvl5pPr indent="-2286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1" name="Google Shape;881;p76"/>
          <p:cNvSpPr txBox="1"/>
          <p:nvPr>
            <p:ph idx="3" type="body"/>
          </p:nvPr>
        </p:nvSpPr>
        <p:spPr>
          <a:xfrm>
            <a:off x="365760" y="5852160"/>
            <a:ext cx="6495074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b="0" sz="18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2pPr>
            <a:lvl3pPr indent="-2286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4pPr>
            <a:lvl5pPr indent="-2286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882" name="Google Shape;882;p76"/>
          <p:cNvGrpSpPr/>
          <p:nvPr/>
        </p:nvGrpSpPr>
        <p:grpSpPr>
          <a:xfrm>
            <a:off x="-3424512" y="-1"/>
            <a:ext cx="3208421" cy="6857999"/>
            <a:chOff x="-3424512" y="-1"/>
            <a:chExt cx="3208421" cy="6857999"/>
          </a:xfrm>
        </p:grpSpPr>
        <p:sp>
          <p:nvSpPr>
            <p:cNvPr id="883" name="Google Shape;883;p76"/>
            <p:cNvSpPr/>
            <p:nvPr/>
          </p:nvSpPr>
          <p:spPr>
            <a:xfrm>
              <a:off x="-3424512" y="-1"/>
              <a:ext cx="3208421" cy="685799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84" name="Google Shape;884;p76"/>
            <p:cNvSpPr txBox="1"/>
            <p:nvPr/>
          </p:nvSpPr>
          <p:spPr>
            <a:xfrm>
              <a:off x="-3267122" y="150741"/>
              <a:ext cx="2941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GB" sz="3200" u="none" cap="none" strike="noStrike">
                  <a:solidFill>
                    <a:schemeClr val="accen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Instruction 1: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76"/>
            <p:cNvSpPr txBox="1"/>
            <p:nvPr/>
          </p:nvSpPr>
          <p:spPr>
            <a:xfrm>
              <a:off x="-3267122" y="818147"/>
              <a:ext cx="294176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To underline keyword in title text box, highlight selected word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86" name="Google Shape;886;p7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143860" y="1824108"/>
              <a:ext cx="875152" cy="905001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887" name="Google Shape;887;p76"/>
            <p:cNvSpPr txBox="1"/>
            <p:nvPr/>
          </p:nvSpPr>
          <p:spPr>
            <a:xfrm>
              <a:off x="-3267122" y="2906262"/>
              <a:ext cx="2502568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2. Then go to 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‘Bold’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in the toolbar and then </a:t>
              </a:r>
              <a:b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‘underline’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after.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88" name="Google Shape;888;p76"/>
            <p:cNvPicPr preferRelativeResize="0"/>
            <p:nvPr/>
          </p:nvPicPr>
          <p:blipFill rotWithShape="1">
            <a:blip r:embed="rId3">
              <a:alphaModFix/>
            </a:blip>
            <a:srcRect b="-62788" l="0" r="0" t="-62788"/>
            <a:stretch/>
          </p:blipFill>
          <p:spPr>
            <a:xfrm>
              <a:off x="-3143862" y="4212225"/>
              <a:ext cx="1654280" cy="1614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9" name="Google Shape;889;p76"/>
            <p:cNvSpPr/>
            <p:nvPr/>
          </p:nvSpPr>
          <p:spPr>
            <a:xfrm>
              <a:off x="-3095847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90" name="Google Shape;890;p76"/>
            <p:cNvSpPr/>
            <p:nvPr/>
          </p:nvSpPr>
          <p:spPr>
            <a:xfrm>
              <a:off x="-2236570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891" name="Google Shape;891;p76"/>
          <p:cNvSpPr txBox="1"/>
          <p:nvPr>
            <p:ph idx="10" type="dt"/>
          </p:nvPr>
        </p:nvSpPr>
        <p:spPr>
          <a:xfrm>
            <a:off x="365760" y="6310800"/>
            <a:ext cx="212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2" name="Google Shape;892;p76"/>
          <p:cNvSpPr txBox="1"/>
          <p:nvPr>
            <p:ph idx="11" type="ftr"/>
          </p:nvPr>
        </p:nvSpPr>
        <p:spPr>
          <a:xfrm>
            <a:off x="2743200" y="6309397"/>
            <a:ext cx="417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93" name="Google Shape;893;p76"/>
          <p:cNvGrpSpPr/>
          <p:nvPr/>
        </p:nvGrpSpPr>
        <p:grpSpPr>
          <a:xfrm>
            <a:off x="-3424512" y="-1"/>
            <a:ext cx="3208421" cy="6857999"/>
            <a:chOff x="-3424512" y="-1"/>
            <a:chExt cx="3208421" cy="6857999"/>
          </a:xfrm>
        </p:grpSpPr>
        <p:sp>
          <p:nvSpPr>
            <p:cNvPr id="894" name="Google Shape;894;p76"/>
            <p:cNvSpPr/>
            <p:nvPr/>
          </p:nvSpPr>
          <p:spPr>
            <a:xfrm>
              <a:off x="-3424512" y="-1"/>
              <a:ext cx="3208421" cy="685799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95" name="Google Shape;895;p76"/>
            <p:cNvSpPr txBox="1"/>
            <p:nvPr/>
          </p:nvSpPr>
          <p:spPr>
            <a:xfrm>
              <a:off x="-3267122" y="150741"/>
              <a:ext cx="2941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GB" sz="3200" u="none" cap="none" strike="noStrike">
                  <a:solidFill>
                    <a:schemeClr val="accen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Instruction: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76"/>
            <p:cNvSpPr txBox="1"/>
            <p:nvPr/>
          </p:nvSpPr>
          <p:spPr>
            <a:xfrm>
              <a:off x="-3267122" y="818147"/>
              <a:ext cx="294176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To underline keyword in title text box, highlight selected word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97" name="Google Shape;897;p7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143860" y="1824108"/>
              <a:ext cx="875152" cy="905001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898" name="Google Shape;898;p76"/>
            <p:cNvSpPr txBox="1"/>
            <p:nvPr/>
          </p:nvSpPr>
          <p:spPr>
            <a:xfrm>
              <a:off x="-3267122" y="2906262"/>
              <a:ext cx="2502568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2. Then go to 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‘Bold’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in the toolbar and then </a:t>
              </a:r>
              <a:b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‘underline’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after.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99" name="Google Shape;899;p76"/>
            <p:cNvPicPr preferRelativeResize="0"/>
            <p:nvPr/>
          </p:nvPicPr>
          <p:blipFill rotWithShape="1">
            <a:blip r:embed="rId3">
              <a:alphaModFix/>
            </a:blip>
            <a:srcRect b="-62788" l="0" r="0" t="-62788"/>
            <a:stretch/>
          </p:blipFill>
          <p:spPr>
            <a:xfrm>
              <a:off x="-3143862" y="4212225"/>
              <a:ext cx="1654280" cy="1614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0" name="Google Shape;900;p76"/>
            <p:cNvSpPr/>
            <p:nvPr/>
          </p:nvSpPr>
          <p:spPr>
            <a:xfrm>
              <a:off x="-3095847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01" name="Google Shape;901;p76"/>
            <p:cNvSpPr/>
            <p:nvPr/>
          </p:nvSpPr>
          <p:spPr>
            <a:xfrm>
              <a:off x="-2236570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902" name="Google Shape;902;p76"/>
          <p:cNvGrpSpPr/>
          <p:nvPr/>
        </p:nvGrpSpPr>
        <p:grpSpPr>
          <a:xfrm>
            <a:off x="9593261" y="5524500"/>
            <a:ext cx="2103439" cy="552361"/>
            <a:chOff x="6455388" y="4102692"/>
            <a:chExt cx="5543454" cy="1455705"/>
          </a:xfrm>
        </p:grpSpPr>
        <p:sp>
          <p:nvSpPr>
            <p:cNvPr id="903" name="Google Shape;903;p76"/>
            <p:cNvSpPr/>
            <p:nvPr/>
          </p:nvSpPr>
          <p:spPr>
            <a:xfrm>
              <a:off x="8423253" y="4383013"/>
              <a:ext cx="3575494" cy="683609"/>
            </a:xfrm>
            <a:custGeom>
              <a:rect b="b" l="l" r="r" t="t"/>
              <a:pathLst>
                <a:path extrusionOk="0" h="683609" w="3575494">
                  <a:moveTo>
                    <a:pt x="527495" y="0"/>
                  </a:moveTo>
                  <a:lnTo>
                    <a:pt x="527495" y="683133"/>
                  </a:lnTo>
                  <a:lnTo>
                    <a:pt x="399669" y="683133"/>
                  </a:lnTo>
                  <a:lnTo>
                    <a:pt x="399669" y="400622"/>
                  </a:lnTo>
                  <a:lnTo>
                    <a:pt x="125921" y="400622"/>
                  </a:lnTo>
                  <a:lnTo>
                    <a:pt x="125921" y="683228"/>
                  </a:lnTo>
                  <a:lnTo>
                    <a:pt x="0" y="683228"/>
                  </a:lnTo>
                  <a:lnTo>
                    <a:pt x="0" y="0"/>
                  </a:lnTo>
                  <a:lnTo>
                    <a:pt x="125921" y="0"/>
                  </a:lnTo>
                  <a:lnTo>
                    <a:pt x="125921" y="286607"/>
                  </a:lnTo>
                  <a:lnTo>
                    <a:pt x="399574" y="286607"/>
                  </a:lnTo>
                  <a:lnTo>
                    <a:pt x="399574" y="0"/>
                  </a:lnTo>
                  <a:lnTo>
                    <a:pt x="527495" y="0"/>
                  </a:lnTo>
                  <a:close/>
                  <a:moveTo>
                    <a:pt x="715994" y="0"/>
                  </a:moveTo>
                  <a:lnTo>
                    <a:pt x="1138809" y="0"/>
                  </a:lnTo>
                  <a:lnTo>
                    <a:pt x="1138809" y="113062"/>
                  </a:lnTo>
                  <a:lnTo>
                    <a:pt x="841915" y="113062"/>
                  </a:lnTo>
                  <a:lnTo>
                    <a:pt x="841915" y="290989"/>
                  </a:lnTo>
                  <a:lnTo>
                    <a:pt x="1101662" y="290989"/>
                  </a:lnTo>
                  <a:lnTo>
                    <a:pt x="1101662" y="403003"/>
                  </a:lnTo>
                  <a:lnTo>
                    <a:pt x="841915" y="403003"/>
                  </a:lnTo>
                  <a:lnTo>
                    <a:pt x="841915" y="570548"/>
                  </a:lnTo>
                  <a:lnTo>
                    <a:pt x="1148334" y="570548"/>
                  </a:lnTo>
                  <a:lnTo>
                    <a:pt x="1148334" y="683609"/>
                  </a:lnTo>
                  <a:lnTo>
                    <a:pt x="715994" y="683609"/>
                  </a:lnTo>
                  <a:lnTo>
                    <a:pt x="715994" y="0"/>
                  </a:lnTo>
                  <a:close/>
                  <a:moveTo>
                    <a:pt x="1686687" y="517589"/>
                  </a:moveTo>
                  <a:lnTo>
                    <a:pt x="1431893" y="517589"/>
                  </a:lnTo>
                  <a:lnTo>
                    <a:pt x="1369409" y="683228"/>
                  </a:lnTo>
                  <a:lnTo>
                    <a:pt x="1234535" y="683228"/>
                  </a:lnTo>
                  <a:lnTo>
                    <a:pt x="1490377" y="95"/>
                  </a:lnTo>
                  <a:lnTo>
                    <a:pt x="1627251" y="95"/>
                  </a:lnTo>
                  <a:lnTo>
                    <a:pt x="1883092" y="683228"/>
                  </a:lnTo>
                  <a:lnTo>
                    <a:pt x="1749171" y="683228"/>
                  </a:lnTo>
                  <a:lnTo>
                    <a:pt x="1686592" y="517589"/>
                  </a:lnTo>
                  <a:close/>
                  <a:moveTo>
                    <a:pt x="1474470" y="406527"/>
                  </a:moveTo>
                  <a:lnTo>
                    <a:pt x="1645063" y="406527"/>
                  </a:lnTo>
                  <a:lnTo>
                    <a:pt x="1558862" y="145733"/>
                  </a:lnTo>
                  <a:lnTo>
                    <a:pt x="1474565" y="406527"/>
                  </a:lnTo>
                  <a:close/>
                  <a:moveTo>
                    <a:pt x="1995392" y="0"/>
                  </a:moveTo>
                  <a:lnTo>
                    <a:pt x="2121980" y="0"/>
                  </a:lnTo>
                  <a:lnTo>
                    <a:pt x="2121980" y="570167"/>
                  </a:lnTo>
                  <a:lnTo>
                    <a:pt x="2385632" y="570167"/>
                  </a:lnTo>
                  <a:lnTo>
                    <a:pt x="2385632" y="683228"/>
                  </a:lnTo>
                  <a:lnTo>
                    <a:pt x="1995392" y="683228"/>
                  </a:lnTo>
                  <a:lnTo>
                    <a:pt x="1995392" y="0"/>
                  </a:lnTo>
                  <a:close/>
                  <a:moveTo>
                    <a:pt x="2395157" y="0"/>
                  </a:moveTo>
                  <a:lnTo>
                    <a:pt x="2907792" y="0"/>
                  </a:lnTo>
                  <a:lnTo>
                    <a:pt x="2907792" y="116014"/>
                  </a:lnTo>
                  <a:lnTo>
                    <a:pt x="2715863" y="116014"/>
                  </a:lnTo>
                  <a:lnTo>
                    <a:pt x="2715863" y="683228"/>
                  </a:lnTo>
                  <a:lnTo>
                    <a:pt x="2587942" y="683228"/>
                  </a:lnTo>
                  <a:lnTo>
                    <a:pt x="2587942" y="116014"/>
                  </a:lnTo>
                  <a:lnTo>
                    <a:pt x="2395061" y="116014"/>
                  </a:lnTo>
                  <a:lnTo>
                    <a:pt x="2395061" y="0"/>
                  </a:lnTo>
                  <a:close/>
                  <a:moveTo>
                    <a:pt x="3575494" y="0"/>
                  </a:moveTo>
                  <a:lnTo>
                    <a:pt x="3575494" y="683133"/>
                  </a:lnTo>
                  <a:lnTo>
                    <a:pt x="3447764" y="683133"/>
                  </a:lnTo>
                  <a:lnTo>
                    <a:pt x="3447764" y="400622"/>
                  </a:lnTo>
                  <a:lnTo>
                    <a:pt x="3174111" y="400622"/>
                  </a:lnTo>
                  <a:lnTo>
                    <a:pt x="3174111" y="683228"/>
                  </a:lnTo>
                  <a:lnTo>
                    <a:pt x="3048191" y="683228"/>
                  </a:lnTo>
                  <a:lnTo>
                    <a:pt x="3048191" y="0"/>
                  </a:lnTo>
                  <a:lnTo>
                    <a:pt x="3174111" y="0"/>
                  </a:lnTo>
                  <a:lnTo>
                    <a:pt x="3174111" y="286607"/>
                  </a:lnTo>
                  <a:lnTo>
                    <a:pt x="3447764" y="286607"/>
                  </a:lnTo>
                  <a:lnTo>
                    <a:pt x="3447764" y="0"/>
                  </a:lnTo>
                  <a:lnTo>
                    <a:pt x="35754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04" name="Google Shape;904;p76"/>
            <p:cNvSpPr/>
            <p:nvPr/>
          </p:nvSpPr>
          <p:spPr>
            <a:xfrm>
              <a:off x="8418776" y="5302158"/>
              <a:ext cx="3580066" cy="255953"/>
            </a:xfrm>
            <a:custGeom>
              <a:rect b="b" l="l" r="r" t="t"/>
              <a:pathLst>
                <a:path extrusionOk="0" h="255953" w="3580066">
                  <a:moveTo>
                    <a:pt x="146113" y="165847"/>
                  </a:moveTo>
                  <a:lnTo>
                    <a:pt x="146113" y="3065"/>
                  </a:lnTo>
                  <a:lnTo>
                    <a:pt x="184880" y="3065"/>
                  </a:lnTo>
                  <a:lnTo>
                    <a:pt x="184880" y="165847"/>
                  </a:lnTo>
                  <a:cubicBezTo>
                    <a:pt x="185452" y="214996"/>
                    <a:pt x="146113" y="255382"/>
                    <a:pt x="96964" y="255954"/>
                  </a:cubicBezTo>
                  <a:cubicBezTo>
                    <a:pt x="95536" y="255954"/>
                    <a:pt x="94107" y="255954"/>
                    <a:pt x="92583" y="255954"/>
                  </a:cubicBezTo>
                  <a:cubicBezTo>
                    <a:pt x="42672" y="255954"/>
                    <a:pt x="0" y="220521"/>
                    <a:pt x="0" y="165943"/>
                  </a:cubicBezTo>
                  <a:lnTo>
                    <a:pt x="0" y="3160"/>
                  </a:lnTo>
                  <a:lnTo>
                    <a:pt x="39148" y="3160"/>
                  </a:lnTo>
                  <a:lnTo>
                    <a:pt x="39148" y="165943"/>
                  </a:lnTo>
                  <a:cubicBezTo>
                    <a:pt x="39148" y="195470"/>
                    <a:pt x="63151" y="219473"/>
                    <a:pt x="92678" y="219473"/>
                  </a:cubicBezTo>
                  <a:cubicBezTo>
                    <a:pt x="122206" y="219473"/>
                    <a:pt x="146209" y="195470"/>
                    <a:pt x="146209" y="165943"/>
                  </a:cubicBezTo>
                  <a:lnTo>
                    <a:pt x="146113" y="165943"/>
                  </a:lnTo>
                  <a:close/>
                  <a:moveTo>
                    <a:pt x="434435" y="252239"/>
                  </a:moveTo>
                  <a:lnTo>
                    <a:pt x="398621" y="252239"/>
                  </a:lnTo>
                  <a:lnTo>
                    <a:pt x="291560" y="73931"/>
                  </a:lnTo>
                  <a:lnTo>
                    <a:pt x="291560" y="252239"/>
                  </a:lnTo>
                  <a:lnTo>
                    <a:pt x="253460" y="252239"/>
                  </a:lnTo>
                  <a:lnTo>
                    <a:pt x="253460" y="3065"/>
                  </a:lnTo>
                  <a:lnTo>
                    <a:pt x="290417" y="3065"/>
                  </a:lnTo>
                  <a:lnTo>
                    <a:pt x="396335" y="179944"/>
                  </a:lnTo>
                  <a:lnTo>
                    <a:pt x="396335" y="3065"/>
                  </a:lnTo>
                  <a:lnTo>
                    <a:pt x="434435" y="3065"/>
                  </a:lnTo>
                  <a:lnTo>
                    <a:pt x="434435" y="252239"/>
                  </a:lnTo>
                  <a:close/>
                  <a:moveTo>
                    <a:pt x="497014" y="3065"/>
                  </a:moveTo>
                  <a:lnTo>
                    <a:pt x="535114" y="3065"/>
                  </a:lnTo>
                  <a:lnTo>
                    <a:pt x="535114" y="252239"/>
                  </a:lnTo>
                  <a:lnTo>
                    <a:pt x="497014" y="252239"/>
                  </a:lnTo>
                  <a:lnTo>
                    <a:pt x="497014" y="3065"/>
                  </a:lnTo>
                  <a:close/>
                  <a:moveTo>
                    <a:pt x="622935" y="3065"/>
                  </a:moveTo>
                  <a:lnTo>
                    <a:pt x="676180" y="188231"/>
                  </a:lnTo>
                  <a:lnTo>
                    <a:pt x="729710" y="3065"/>
                  </a:lnTo>
                  <a:lnTo>
                    <a:pt x="769525" y="3065"/>
                  </a:lnTo>
                  <a:lnTo>
                    <a:pt x="694372" y="252239"/>
                  </a:lnTo>
                  <a:lnTo>
                    <a:pt x="658558" y="252239"/>
                  </a:lnTo>
                  <a:lnTo>
                    <a:pt x="583025" y="3065"/>
                  </a:lnTo>
                  <a:lnTo>
                    <a:pt x="623125" y="3065"/>
                  </a:lnTo>
                  <a:close/>
                  <a:moveTo>
                    <a:pt x="813911" y="3065"/>
                  </a:moveTo>
                  <a:lnTo>
                    <a:pt x="964025" y="3065"/>
                  </a:lnTo>
                  <a:lnTo>
                    <a:pt x="964025" y="38212"/>
                  </a:lnTo>
                  <a:lnTo>
                    <a:pt x="852297" y="38212"/>
                  </a:lnTo>
                  <a:lnTo>
                    <a:pt x="852297" y="111936"/>
                  </a:lnTo>
                  <a:lnTo>
                    <a:pt x="949928" y="111936"/>
                  </a:lnTo>
                  <a:lnTo>
                    <a:pt x="949928" y="146988"/>
                  </a:lnTo>
                  <a:lnTo>
                    <a:pt x="852297" y="146988"/>
                  </a:lnTo>
                  <a:lnTo>
                    <a:pt x="852297" y="216806"/>
                  </a:lnTo>
                  <a:lnTo>
                    <a:pt x="967645" y="216806"/>
                  </a:lnTo>
                  <a:lnTo>
                    <a:pt x="967645" y="251953"/>
                  </a:lnTo>
                  <a:lnTo>
                    <a:pt x="813911" y="251953"/>
                  </a:lnTo>
                  <a:lnTo>
                    <a:pt x="813911" y="3160"/>
                  </a:lnTo>
                  <a:close/>
                  <a:moveTo>
                    <a:pt x="1200436" y="252239"/>
                  </a:moveTo>
                  <a:lnTo>
                    <a:pt x="1153763" y="252239"/>
                  </a:lnTo>
                  <a:lnTo>
                    <a:pt x="1091565" y="160799"/>
                  </a:lnTo>
                  <a:lnTo>
                    <a:pt x="1064800" y="160799"/>
                  </a:lnTo>
                  <a:lnTo>
                    <a:pt x="1064800" y="252239"/>
                  </a:lnTo>
                  <a:lnTo>
                    <a:pt x="1026128" y="252239"/>
                  </a:lnTo>
                  <a:lnTo>
                    <a:pt x="1026128" y="3065"/>
                  </a:lnTo>
                  <a:lnTo>
                    <a:pt x="1123379" y="3065"/>
                  </a:lnTo>
                  <a:cubicBezTo>
                    <a:pt x="1176909" y="3065"/>
                    <a:pt x="1199483" y="42499"/>
                    <a:pt x="1199483" y="82218"/>
                  </a:cubicBezTo>
                  <a:cubicBezTo>
                    <a:pt x="1199483" y="118794"/>
                    <a:pt x="1181005" y="154227"/>
                    <a:pt x="1135094" y="159180"/>
                  </a:cubicBezTo>
                  <a:lnTo>
                    <a:pt x="1200245" y="252144"/>
                  </a:lnTo>
                  <a:close/>
                  <a:moveTo>
                    <a:pt x="1064895" y="38117"/>
                  </a:moveTo>
                  <a:lnTo>
                    <a:pt x="1064895" y="125271"/>
                  </a:lnTo>
                  <a:lnTo>
                    <a:pt x="1120616" y="125271"/>
                  </a:lnTo>
                  <a:cubicBezTo>
                    <a:pt x="1148524" y="125271"/>
                    <a:pt x="1159669" y="103173"/>
                    <a:pt x="1159669" y="81837"/>
                  </a:cubicBezTo>
                  <a:cubicBezTo>
                    <a:pt x="1159669" y="60501"/>
                    <a:pt x="1148810" y="38022"/>
                    <a:pt x="1121569" y="38022"/>
                  </a:cubicBezTo>
                  <a:lnTo>
                    <a:pt x="1064895" y="38022"/>
                  </a:lnTo>
                  <a:close/>
                  <a:moveTo>
                    <a:pt x="1290256" y="179849"/>
                  </a:moveTo>
                  <a:cubicBezTo>
                    <a:pt x="1291019" y="200137"/>
                    <a:pt x="1310164" y="220711"/>
                    <a:pt x="1339882" y="220711"/>
                  </a:cubicBezTo>
                  <a:cubicBezTo>
                    <a:pt x="1369600" y="220711"/>
                    <a:pt x="1384364" y="204805"/>
                    <a:pt x="1386935" y="186707"/>
                  </a:cubicBezTo>
                  <a:cubicBezTo>
                    <a:pt x="1388364" y="163561"/>
                    <a:pt x="1370648" y="151560"/>
                    <a:pt x="1347502" y="146131"/>
                  </a:cubicBezTo>
                  <a:lnTo>
                    <a:pt x="1315974" y="138225"/>
                  </a:lnTo>
                  <a:cubicBezTo>
                    <a:pt x="1262444" y="123747"/>
                    <a:pt x="1254062" y="93362"/>
                    <a:pt x="1254062" y="71550"/>
                  </a:cubicBezTo>
                  <a:cubicBezTo>
                    <a:pt x="1254062" y="28878"/>
                    <a:pt x="1292162" y="303"/>
                    <a:pt x="1336072" y="303"/>
                  </a:cubicBezTo>
                  <a:cubicBezTo>
                    <a:pt x="1379982" y="303"/>
                    <a:pt x="1417034" y="28878"/>
                    <a:pt x="1417034" y="74026"/>
                  </a:cubicBezTo>
                  <a:lnTo>
                    <a:pt x="1378934" y="74026"/>
                  </a:lnTo>
                  <a:cubicBezTo>
                    <a:pt x="1378934" y="51262"/>
                    <a:pt x="1361218" y="35926"/>
                    <a:pt x="1335500" y="35926"/>
                  </a:cubicBezTo>
                  <a:cubicBezTo>
                    <a:pt x="1312736" y="35926"/>
                    <a:pt x="1292447" y="49642"/>
                    <a:pt x="1292447" y="70312"/>
                  </a:cubicBezTo>
                  <a:cubicBezTo>
                    <a:pt x="1292447" y="79837"/>
                    <a:pt x="1296067" y="95267"/>
                    <a:pt x="1325785" y="102887"/>
                  </a:cubicBezTo>
                  <a:lnTo>
                    <a:pt x="1357598" y="111174"/>
                  </a:lnTo>
                  <a:cubicBezTo>
                    <a:pt x="1407890" y="124604"/>
                    <a:pt x="1428845" y="152798"/>
                    <a:pt x="1424940" y="188517"/>
                  </a:cubicBezTo>
                  <a:cubicBezTo>
                    <a:pt x="1421321" y="227569"/>
                    <a:pt x="1387697" y="255192"/>
                    <a:pt x="1339977" y="255192"/>
                  </a:cubicBezTo>
                  <a:cubicBezTo>
                    <a:pt x="1288256" y="255192"/>
                    <a:pt x="1252156" y="219759"/>
                    <a:pt x="1252156" y="179087"/>
                  </a:cubicBezTo>
                  <a:lnTo>
                    <a:pt x="1290256" y="179754"/>
                  </a:lnTo>
                  <a:close/>
                  <a:moveTo>
                    <a:pt x="1475041" y="2970"/>
                  </a:moveTo>
                  <a:lnTo>
                    <a:pt x="1513141" y="2970"/>
                  </a:lnTo>
                  <a:lnTo>
                    <a:pt x="1513141" y="252144"/>
                  </a:lnTo>
                  <a:lnTo>
                    <a:pt x="1475041" y="252144"/>
                  </a:lnTo>
                  <a:lnTo>
                    <a:pt x="1475041" y="2970"/>
                  </a:lnTo>
                  <a:close/>
                  <a:moveTo>
                    <a:pt x="1557147" y="2970"/>
                  </a:moveTo>
                  <a:lnTo>
                    <a:pt x="1742980" y="2970"/>
                  </a:lnTo>
                  <a:lnTo>
                    <a:pt x="1742980" y="38784"/>
                  </a:lnTo>
                  <a:lnTo>
                    <a:pt x="1669732" y="38784"/>
                  </a:lnTo>
                  <a:lnTo>
                    <a:pt x="1669732" y="252239"/>
                  </a:lnTo>
                  <a:lnTo>
                    <a:pt x="1630680" y="252239"/>
                  </a:lnTo>
                  <a:lnTo>
                    <a:pt x="1630680" y="38879"/>
                  </a:lnTo>
                  <a:lnTo>
                    <a:pt x="1557338" y="38879"/>
                  </a:lnTo>
                  <a:lnTo>
                    <a:pt x="1557338" y="2970"/>
                  </a:lnTo>
                  <a:close/>
                  <a:moveTo>
                    <a:pt x="1861375" y="252144"/>
                  </a:moveTo>
                  <a:lnTo>
                    <a:pt x="1861375" y="137939"/>
                  </a:lnTo>
                  <a:lnTo>
                    <a:pt x="1766221" y="3065"/>
                  </a:lnTo>
                  <a:lnTo>
                    <a:pt x="1812227" y="3065"/>
                  </a:lnTo>
                  <a:lnTo>
                    <a:pt x="1880997" y="102125"/>
                  </a:lnTo>
                  <a:lnTo>
                    <a:pt x="1950434" y="3065"/>
                  </a:lnTo>
                  <a:lnTo>
                    <a:pt x="1996440" y="3065"/>
                  </a:lnTo>
                  <a:lnTo>
                    <a:pt x="1900619" y="138320"/>
                  </a:lnTo>
                  <a:lnTo>
                    <a:pt x="1900619" y="252525"/>
                  </a:lnTo>
                  <a:lnTo>
                    <a:pt x="1861566" y="252144"/>
                  </a:lnTo>
                  <a:close/>
                  <a:moveTo>
                    <a:pt x="2238566" y="17"/>
                  </a:moveTo>
                  <a:cubicBezTo>
                    <a:pt x="2309146" y="-1126"/>
                    <a:pt x="2367248" y="55262"/>
                    <a:pt x="2368391" y="125842"/>
                  </a:cubicBezTo>
                  <a:cubicBezTo>
                    <a:pt x="2369534" y="196423"/>
                    <a:pt x="2313146" y="254525"/>
                    <a:pt x="2242566" y="255668"/>
                  </a:cubicBezTo>
                  <a:cubicBezTo>
                    <a:pt x="2171986" y="256811"/>
                    <a:pt x="2113883" y="200423"/>
                    <a:pt x="2112740" y="129843"/>
                  </a:cubicBezTo>
                  <a:cubicBezTo>
                    <a:pt x="2112740" y="129271"/>
                    <a:pt x="2112740" y="128605"/>
                    <a:pt x="2112740" y="128033"/>
                  </a:cubicBezTo>
                  <a:cubicBezTo>
                    <a:pt x="2111788" y="58310"/>
                    <a:pt x="2167604" y="970"/>
                    <a:pt x="2237327" y="17"/>
                  </a:cubicBezTo>
                  <a:cubicBezTo>
                    <a:pt x="2237708" y="17"/>
                    <a:pt x="2238184" y="17"/>
                    <a:pt x="2238566" y="17"/>
                  </a:cubicBezTo>
                  <a:close/>
                  <a:moveTo>
                    <a:pt x="2238566" y="218140"/>
                  </a:moveTo>
                  <a:cubicBezTo>
                    <a:pt x="2288381" y="219664"/>
                    <a:pt x="2330006" y="180516"/>
                    <a:pt x="2331530" y="130700"/>
                  </a:cubicBezTo>
                  <a:cubicBezTo>
                    <a:pt x="2333054" y="80884"/>
                    <a:pt x="2293906" y="39260"/>
                    <a:pt x="2244090" y="37736"/>
                  </a:cubicBezTo>
                  <a:cubicBezTo>
                    <a:pt x="2194274" y="36212"/>
                    <a:pt x="2152650" y="75360"/>
                    <a:pt x="2151126" y="125176"/>
                  </a:cubicBezTo>
                  <a:cubicBezTo>
                    <a:pt x="2151126" y="126128"/>
                    <a:pt x="2151126" y="127081"/>
                    <a:pt x="2151126" y="128128"/>
                  </a:cubicBezTo>
                  <a:cubicBezTo>
                    <a:pt x="2150078" y="176896"/>
                    <a:pt x="2188750" y="217187"/>
                    <a:pt x="2237423" y="218235"/>
                  </a:cubicBezTo>
                  <a:cubicBezTo>
                    <a:pt x="2237804" y="218235"/>
                    <a:pt x="2238184" y="218235"/>
                    <a:pt x="2238566" y="218235"/>
                  </a:cubicBezTo>
                  <a:lnTo>
                    <a:pt x="2238566" y="218235"/>
                  </a:lnTo>
                  <a:close/>
                  <a:moveTo>
                    <a:pt x="2413349" y="2970"/>
                  </a:moveTo>
                  <a:lnTo>
                    <a:pt x="2561558" y="2970"/>
                  </a:lnTo>
                  <a:lnTo>
                    <a:pt x="2561558" y="38117"/>
                  </a:lnTo>
                  <a:lnTo>
                    <a:pt x="2451640" y="38117"/>
                  </a:lnTo>
                  <a:lnTo>
                    <a:pt x="2451640" y="111841"/>
                  </a:lnTo>
                  <a:lnTo>
                    <a:pt x="2538413" y="111841"/>
                  </a:lnTo>
                  <a:lnTo>
                    <a:pt x="2538413" y="146893"/>
                  </a:lnTo>
                  <a:lnTo>
                    <a:pt x="2451640" y="146893"/>
                  </a:lnTo>
                  <a:lnTo>
                    <a:pt x="2451640" y="251572"/>
                  </a:lnTo>
                  <a:lnTo>
                    <a:pt x="2413540" y="251572"/>
                  </a:lnTo>
                  <a:lnTo>
                    <a:pt x="2413349" y="2970"/>
                  </a:lnTo>
                  <a:close/>
                  <a:moveTo>
                    <a:pt x="2842260" y="165752"/>
                  </a:moveTo>
                  <a:lnTo>
                    <a:pt x="2842260" y="2970"/>
                  </a:lnTo>
                  <a:lnTo>
                    <a:pt x="2881027" y="2970"/>
                  </a:lnTo>
                  <a:lnTo>
                    <a:pt x="2881027" y="165752"/>
                  </a:lnTo>
                  <a:cubicBezTo>
                    <a:pt x="2881598" y="214901"/>
                    <a:pt x="2842260" y="255287"/>
                    <a:pt x="2793111" y="255859"/>
                  </a:cubicBezTo>
                  <a:cubicBezTo>
                    <a:pt x="2791682" y="255859"/>
                    <a:pt x="2790254" y="255859"/>
                    <a:pt x="2788730" y="255859"/>
                  </a:cubicBezTo>
                  <a:cubicBezTo>
                    <a:pt x="2738819" y="255859"/>
                    <a:pt x="2696147" y="220426"/>
                    <a:pt x="2696147" y="165847"/>
                  </a:cubicBezTo>
                  <a:lnTo>
                    <a:pt x="2696147" y="3065"/>
                  </a:lnTo>
                  <a:lnTo>
                    <a:pt x="2735199" y="3065"/>
                  </a:lnTo>
                  <a:lnTo>
                    <a:pt x="2735199" y="165847"/>
                  </a:lnTo>
                  <a:cubicBezTo>
                    <a:pt x="2735199" y="195375"/>
                    <a:pt x="2759202" y="219378"/>
                    <a:pt x="2788730" y="219378"/>
                  </a:cubicBezTo>
                  <a:cubicBezTo>
                    <a:pt x="2818257" y="219378"/>
                    <a:pt x="2842260" y="195375"/>
                    <a:pt x="2842260" y="165847"/>
                  </a:cubicBezTo>
                  <a:close/>
                  <a:moveTo>
                    <a:pt x="2930461" y="2970"/>
                  </a:moveTo>
                  <a:lnTo>
                    <a:pt x="3116390" y="2970"/>
                  </a:lnTo>
                  <a:lnTo>
                    <a:pt x="3116390" y="38784"/>
                  </a:lnTo>
                  <a:lnTo>
                    <a:pt x="3043047" y="38784"/>
                  </a:lnTo>
                  <a:lnTo>
                    <a:pt x="3043047" y="252239"/>
                  </a:lnTo>
                  <a:lnTo>
                    <a:pt x="3003995" y="252239"/>
                  </a:lnTo>
                  <a:lnTo>
                    <a:pt x="3003995" y="38879"/>
                  </a:lnTo>
                  <a:lnTo>
                    <a:pt x="2930652" y="38879"/>
                  </a:lnTo>
                  <a:lnTo>
                    <a:pt x="2930652" y="2970"/>
                  </a:lnTo>
                  <a:close/>
                  <a:moveTo>
                    <a:pt x="3280315" y="190422"/>
                  </a:moveTo>
                  <a:lnTo>
                    <a:pt x="3179826" y="190422"/>
                  </a:lnTo>
                  <a:lnTo>
                    <a:pt x="3155919" y="252715"/>
                  </a:lnTo>
                  <a:lnTo>
                    <a:pt x="3115056" y="252715"/>
                  </a:lnTo>
                  <a:lnTo>
                    <a:pt x="3208782" y="3065"/>
                  </a:lnTo>
                  <a:lnTo>
                    <a:pt x="3250406" y="3065"/>
                  </a:lnTo>
                  <a:lnTo>
                    <a:pt x="3344418" y="252239"/>
                  </a:lnTo>
                  <a:lnTo>
                    <a:pt x="3303937" y="252239"/>
                  </a:lnTo>
                  <a:lnTo>
                    <a:pt x="3280220" y="190422"/>
                  </a:lnTo>
                  <a:close/>
                  <a:moveTo>
                    <a:pt x="3192780" y="156037"/>
                  </a:moveTo>
                  <a:lnTo>
                    <a:pt x="3267266" y="156037"/>
                  </a:lnTo>
                  <a:lnTo>
                    <a:pt x="3230023" y="51357"/>
                  </a:lnTo>
                  <a:lnTo>
                    <a:pt x="3192685" y="156037"/>
                  </a:lnTo>
                  <a:close/>
                  <a:moveTo>
                    <a:pt x="3580066" y="2970"/>
                  </a:moveTo>
                  <a:lnTo>
                    <a:pt x="3580066" y="252144"/>
                  </a:lnTo>
                  <a:lnTo>
                    <a:pt x="3541014" y="252144"/>
                  </a:lnTo>
                  <a:lnTo>
                    <a:pt x="3541014" y="145845"/>
                  </a:lnTo>
                  <a:lnTo>
                    <a:pt x="3428619" y="145845"/>
                  </a:lnTo>
                  <a:lnTo>
                    <a:pt x="3428619" y="252144"/>
                  </a:lnTo>
                  <a:lnTo>
                    <a:pt x="3390519" y="252144"/>
                  </a:lnTo>
                  <a:lnTo>
                    <a:pt x="3390519" y="2970"/>
                  </a:lnTo>
                  <a:lnTo>
                    <a:pt x="3428619" y="2970"/>
                  </a:lnTo>
                  <a:lnTo>
                    <a:pt x="3428619" y="110698"/>
                  </a:lnTo>
                  <a:lnTo>
                    <a:pt x="3541110" y="110698"/>
                  </a:lnTo>
                  <a:lnTo>
                    <a:pt x="3541110" y="2970"/>
                  </a:lnTo>
                  <a:lnTo>
                    <a:pt x="3580066" y="297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grpSp>
          <p:nvGrpSpPr>
            <p:cNvPr id="905" name="Google Shape;905;p76"/>
            <p:cNvGrpSpPr/>
            <p:nvPr/>
          </p:nvGrpSpPr>
          <p:grpSpPr>
            <a:xfrm>
              <a:off x="6455388" y="4102692"/>
              <a:ext cx="1601438" cy="1455705"/>
              <a:chOff x="3324225" y="2700241"/>
              <a:chExt cx="1601438" cy="1455705"/>
            </a:xfrm>
          </p:grpSpPr>
          <p:sp>
            <p:nvSpPr>
              <p:cNvPr id="906" name="Google Shape;906;p76"/>
              <p:cNvSpPr/>
              <p:nvPr/>
            </p:nvSpPr>
            <p:spPr>
              <a:xfrm>
                <a:off x="4540585" y="3230022"/>
                <a:ext cx="239250" cy="787908"/>
              </a:xfrm>
              <a:custGeom>
                <a:rect b="b" l="l" r="r" t="t"/>
                <a:pathLst>
                  <a:path extrusionOk="0" h="787908" w="239250">
                    <a:moveTo>
                      <a:pt x="14270" y="87440"/>
                    </a:moveTo>
                    <a:cubicBezTo>
                      <a:pt x="36273" y="66580"/>
                      <a:pt x="61895" y="37052"/>
                      <a:pt x="91994" y="12954"/>
                    </a:cubicBezTo>
                    <a:moveTo>
                      <a:pt x="239251" y="549307"/>
                    </a:moveTo>
                    <a:lnTo>
                      <a:pt x="239251" y="635603"/>
                    </a:lnTo>
                    <a:lnTo>
                      <a:pt x="85993" y="787908"/>
                    </a:lnTo>
                    <a:cubicBezTo>
                      <a:pt x="-131844" y="356330"/>
                      <a:pt x="118569" y="176879"/>
                      <a:pt x="239251" y="0"/>
                    </a:cubicBezTo>
                    <a:lnTo>
                      <a:pt x="239251" y="201263"/>
                    </a:lnTo>
                    <a:lnTo>
                      <a:pt x="210676" y="173927"/>
                    </a:lnTo>
                    <a:cubicBezTo>
                      <a:pt x="199817" y="163830"/>
                      <a:pt x="182767" y="164402"/>
                      <a:pt x="172576" y="175165"/>
                    </a:cubicBezTo>
                    <a:cubicBezTo>
                      <a:pt x="162098" y="185738"/>
                      <a:pt x="162098" y="202692"/>
                      <a:pt x="172576" y="213265"/>
                    </a:cubicBezTo>
                    <a:lnTo>
                      <a:pt x="239251" y="276511"/>
                    </a:lnTo>
                    <a:lnTo>
                      <a:pt x="239251" y="350234"/>
                    </a:lnTo>
                    <a:lnTo>
                      <a:pt x="101709" y="343757"/>
                    </a:lnTo>
                    <a:cubicBezTo>
                      <a:pt x="86660" y="342995"/>
                      <a:pt x="73897" y="354521"/>
                      <a:pt x="73134" y="369570"/>
                    </a:cubicBezTo>
                    <a:cubicBezTo>
                      <a:pt x="73134" y="369570"/>
                      <a:pt x="73134" y="369570"/>
                      <a:pt x="73134" y="369570"/>
                    </a:cubicBezTo>
                    <a:cubicBezTo>
                      <a:pt x="72087" y="384524"/>
                      <a:pt x="83136" y="397478"/>
                      <a:pt x="98090" y="398717"/>
                    </a:cubicBezTo>
                    <a:lnTo>
                      <a:pt x="239155" y="405289"/>
                    </a:lnTo>
                    <a:lnTo>
                      <a:pt x="239155" y="486728"/>
                    </a:lnTo>
                    <a:lnTo>
                      <a:pt x="89136" y="545973"/>
                    </a:lnTo>
                    <a:cubicBezTo>
                      <a:pt x="74468" y="551783"/>
                      <a:pt x="67324" y="568452"/>
                      <a:pt x="73230" y="583121"/>
                    </a:cubicBezTo>
                    <a:cubicBezTo>
                      <a:pt x="73230" y="583121"/>
                      <a:pt x="73230" y="583121"/>
                      <a:pt x="73230" y="583216"/>
                    </a:cubicBezTo>
                    <a:cubicBezTo>
                      <a:pt x="78468" y="598075"/>
                      <a:pt x="94756" y="605981"/>
                      <a:pt x="109615" y="600742"/>
                    </a:cubicBezTo>
                    <a:cubicBezTo>
                      <a:pt x="109615" y="600742"/>
                      <a:pt x="109615" y="600742"/>
                      <a:pt x="109615" y="600742"/>
                    </a:cubicBezTo>
                    <a:lnTo>
                      <a:pt x="238965" y="548831"/>
                    </a:lnTo>
                    <a:lnTo>
                      <a:pt x="239155" y="5492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907" name="Google Shape;907;p76"/>
              <p:cNvSpPr/>
              <p:nvPr/>
            </p:nvSpPr>
            <p:spPr>
              <a:xfrm>
                <a:off x="3324225" y="2700241"/>
                <a:ext cx="1601438" cy="1455705"/>
              </a:xfrm>
              <a:custGeom>
                <a:rect b="b" l="l" r="r" t="t"/>
                <a:pathLst>
                  <a:path extrusionOk="0" h="1455705" w="1601438">
                    <a:moveTo>
                      <a:pt x="1337977" y="82201"/>
                    </a:moveTo>
                    <a:lnTo>
                      <a:pt x="1377315" y="124206"/>
                    </a:lnTo>
                    <a:cubicBezTo>
                      <a:pt x="1383316" y="131159"/>
                      <a:pt x="1393793" y="131921"/>
                      <a:pt x="1400747" y="126016"/>
                    </a:cubicBezTo>
                    <a:cubicBezTo>
                      <a:pt x="1407414" y="119729"/>
                      <a:pt x="1407795" y="109252"/>
                      <a:pt x="1401509" y="102489"/>
                    </a:cubicBezTo>
                    <a:lnTo>
                      <a:pt x="1356836" y="54864"/>
                    </a:lnTo>
                    <a:cubicBezTo>
                      <a:pt x="1372076" y="34195"/>
                      <a:pt x="1390174" y="15716"/>
                      <a:pt x="1410557" y="0"/>
                    </a:cubicBezTo>
                    <a:lnTo>
                      <a:pt x="1601438" y="0"/>
                    </a:lnTo>
                    <a:lnTo>
                      <a:pt x="1601438" y="437864"/>
                    </a:lnTo>
                    <a:lnTo>
                      <a:pt x="1503331" y="437864"/>
                    </a:lnTo>
                    <a:cubicBezTo>
                      <a:pt x="1522381" y="377190"/>
                      <a:pt x="1516856" y="312134"/>
                      <a:pt x="1463802" y="233553"/>
                    </a:cubicBezTo>
                    <a:cubicBezTo>
                      <a:pt x="1609725" y="598361"/>
                      <a:pt x="853631" y="586835"/>
                      <a:pt x="1180910" y="1435703"/>
                    </a:cubicBezTo>
                    <a:lnTo>
                      <a:pt x="1163765" y="1455706"/>
                    </a:lnTo>
                    <a:lnTo>
                      <a:pt x="437769" y="1455706"/>
                    </a:lnTo>
                    <a:lnTo>
                      <a:pt x="146304" y="1165289"/>
                    </a:lnTo>
                    <a:lnTo>
                      <a:pt x="146304" y="437579"/>
                    </a:lnTo>
                    <a:lnTo>
                      <a:pt x="0" y="437579"/>
                    </a:lnTo>
                    <a:lnTo>
                      <a:pt x="0" y="95"/>
                    </a:lnTo>
                    <a:lnTo>
                      <a:pt x="727901" y="95"/>
                    </a:lnTo>
                    <a:lnTo>
                      <a:pt x="727901" y="437960"/>
                    </a:lnTo>
                    <a:lnTo>
                      <a:pt x="581882" y="437960"/>
                    </a:lnTo>
                    <a:lnTo>
                      <a:pt x="581882" y="1017937"/>
                    </a:lnTo>
                    <a:lnTo>
                      <a:pt x="1019747" y="1017937"/>
                    </a:lnTo>
                    <a:lnTo>
                      <a:pt x="1019747" y="437483"/>
                    </a:lnTo>
                    <a:lnTo>
                      <a:pt x="873728" y="437483"/>
                    </a:lnTo>
                    <a:lnTo>
                      <a:pt x="873728" y="95"/>
                    </a:lnTo>
                    <a:lnTo>
                      <a:pt x="1343025" y="95"/>
                    </a:lnTo>
                    <a:cubicBezTo>
                      <a:pt x="1189768" y="114300"/>
                      <a:pt x="1096232" y="410147"/>
                      <a:pt x="1230535" y="617411"/>
                    </a:cubicBezTo>
                    <a:cubicBezTo>
                      <a:pt x="1252538" y="596551"/>
                      <a:pt x="1278160" y="567023"/>
                      <a:pt x="1308259" y="542925"/>
                    </a:cubicBezTo>
                    <a:cubicBezTo>
                      <a:pt x="1294352" y="519684"/>
                      <a:pt x="1283589" y="494729"/>
                      <a:pt x="1276064" y="468725"/>
                    </a:cubicBezTo>
                    <a:lnTo>
                      <a:pt x="1433417" y="407765"/>
                    </a:lnTo>
                    <a:cubicBezTo>
                      <a:pt x="1442657" y="404336"/>
                      <a:pt x="1447324" y="394049"/>
                      <a:pt x="1443895" y="384810"/>
                    </a:cubicBezTo>
                    <a:cubicBezTo>
                      <a:pt x="1440466" y="375571"/>
                      <a:pt x="1430179" y="370904"/>
                      <a:pt x="1420939" y="374333"/>
                    </a:cubicBezTo>
                    <a:lnTo>
                      <a:pt x="1267778" y="433673"/>
                    </a:lnTo>
                    <a:cubicBezTo>
                      <a:pt x="1261110" y="396621"/>
                      <a:pt x="1259110" y="358807"/>
                      <a:pt x="1261967" y="321278"/>
                    </a:cubicBezTo>
                    <a:lnTo>
                      <a:pt x="1416082" y="316516"/>
                    </a:lnTo>
                    <a:cubicBezTo>
                      <a:pt x="1425797" y="316325"/>
                      <a:pt x="1433513" y="308420"/>
                      <a:pt x="1433417" y="298704"/>
                    </a:cubicBezTo>
                    <a:cubicBezTo>
                      <a:pt x="1433036" y="288989"/>
                      <a:pt x="1424940" y="281464"/>
                      <a:pt x="1415225" y="281750"/>
                    </a:cubicBezTo>
                    <a:lnTo>
                      <a:pt x="1265587" y="286322"/>
                    </a:lnTo>
                    <a:cubicBezTo>
                      <a:pt x="1270159" y="252698"/>
                      <a:pt x="1277874" y="219647"/>
                      <a:pt x="1288542" y="187452"/>
                    </a:cubicBezTo>
                    <a:lnTo>
                      <a:pt x="1394746" y="222314"/>
                    </a:lnTo>
                    <a:cubicBezTo>
                      <a:pt x="1403699" y="225552"/>
                      <a:pt x="1413510" y="220980"/>
                      <a:pt x="1416844" y="212122"/>
                    </a:cubicBezTo>
                    <a:cubicBezTo>
                      <a:pt x="1419797" y="203168"/>
                      <a:pt x="1414939" y="193453"/>
                      <a:pt x="1405985" y="190405"/>
                    </a:cubicBezTo>
                    <a:lnTo>
                      <a:pt x="1300258" y="155639"/>
                    </a:lnTo>
                    <a:cubicBezTo>
                      <a:pt x="1310640" y="130112"/>
                      <a:pt x="1323308" y="105537"/>
                      <a:pt x="1337977" y="82296"/>
                    </a:cubicBezTo>
                    <a:lnTo>
                      <a:pt x="1337977" y="8229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</p:grpSp>
      <p:sp>
        <p:nvSpPr>
          <p:cNvPr id="908" name="Google Shape;908;p76"/>
          <p:cNvSpPr txBox="1"/>
          <p:nvPr/>
        </p:nvSpPr>
        <p:spPr>
          <a:xfrm>
            <a:off x="8782050" y="6489397"/>
            <a:ext cx="30289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A7A9A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UNIVERSITY OF UTAH HEALTH</a:t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909" name="Google Shape;909;p76"/>
          <p:cNvGrpSpPr/>
          <p:nvPr/>
        </p:nvGrpSpPr>
        <p:grpSpPr>
          <a:xfrm>
            <a:off x="12399975" y="-1"/>
            <a:ext cx="8060170" cy="6857999"/>
            <a:chOff x="15714230" y="-1"/>
            <a:chExt cx="8060170" cy="6857999"/>
          </a:xfrm>
        </p:grpSpPr>
        <p:grpSp>
          <p:nvGrpSpPr>
            <p:cNvPr id="910" name="Google Shape;910;p76"/>
            <p:cNvGrpSpPr/>
            <p:nvPr/>
          </p:nvGrpSpPr>
          <p:grpSpPr>
            <a:xfrm>
              <a:off x="15714230" y="-1"/>
              <a:ext cx="8060170" cy="6857999"/>
              <a:chOff x="15714230" y="-1"/>
              <a:chExt cx="8060170" cy="6857999"/>
            </a:xfrm>
          </p:grpSpPr>
          <p:sp>
            <p:nvSpPr>
              <p:cNvPr id="911" name="Google Shape;911;p76"/>
              <p:cNvSpPr/>
              <p:nvPr/>
            </p:nvSpPr>
            <p:spPr>
              <a:xfrm>
                <a:off x="15714230" y="-1"/>
                <a:ext cx="8060170" cy="6857999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912" name="Google Shape;912;p76"/>
              <p:cNvSpPr txBox="1"/>
              <p:nvPr/>
            </p:nvSpPr>
            <p:spPr>
              <a:xfrm>
                <a:off x="15871620" y="150741"/>
                <a:ext cx="2941768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200"/>
                  <a:buFont typeface="Arial"/>
                  <a:buNone/>
                </a:pPr>
                <a:r>
                  <a:rPr b="1" i="0" lang="en-GB" sz="3200" u="none" cap="none" strike="noStrike">
                    <a:solidFill>
                      <a:schemeClr val="accen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Instruction: 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3" name="Google Shape;913;p76"/>
              <p:cNvSpPr txBox="1"/>
              <p:nvPr/>
            </p:nvSpPr>
            <p:spPr>
              <a:xfrm>
                <a:off x="15871620" y="818147"/>
                <a:ext cx="2502568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GB" sz="1800" u="none" cap="none" strike="noStrike">
                    <a:solidFill>
                      <a:schemeClr val="dk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1. Insert video on </a:t>
                </a:r>
                <a:br>
                  <a:rPr b="0" i="0" lang="en-GB" sz="1800" u="none" cap="none" strike="noStrike">
                    <a:solidFill>
                      <a:schemeClr val="dk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</a:br>
                <a:r>
                  <a:rPr b="0" i="0" lang="en-GB" sz="1800" u="none" cap="none" strike="noStrike">
                    <a:solidFill>
                      <a:schemeClr val="dk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the placeholder.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914" name="Google Shape;914;p7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5994882" y="1500625"/>
                <a:ext cx="875152" cy="9050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15" name="Google Shape;915;p76"/>
              <p:cNvSpPr txBox="1"/>
              <p:nvPr/>
            </p:nvSpPr>
            <p:spPr>
              <a:xfrm>
                <a:off x="15871620" y="2582779"/>
                <a:ext cx="2502568" cy="14773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GB" sz="1800" u="none" cap="none" strike="noStrike">
                    <a:solidFill>
                      <a:schemeClr val="dk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2. Once video is inserted, navigate to ‘Video Playback’ at the top and select ‘Crop’.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A screenshot of a video format&#10;&#10;Description automatically generated" id="916" name="Google Shape;916;p76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5994881" y="4228704"/>
                <a:ext cx="2492608" cy="161464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 screenshot of a computer&#10;&#10;Description automatically generated" id="917" name="Google Shape;917;p76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19050759" y="4142650"/>
                <a:ext cx="4010935" cy="250652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18" name="Google Shape;918;p76"/>
              <p:cNvSpPr/>
              <p:nvPr/>
            </p:nvSpPr>
            <p:spPr>
              <a:xfrm>
                <a:off x="15989715" y="4219078"/>
                <a:ext cx="1536285" cy="486451"/>
              </a:xfrm>
              <a:prstGeom prst="frame">
                <a:avLst>
                  <a:gd fmla="val 2285" name="adj1"/>
                </a:avLst>
              </a:prstGeom>
              <a:solidFill>
                <a:schemeClr val="accent2"/>
              </a:solidFill>
              <a:ln cap="flat" cmpd="sng" w="2857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919" name="Google Shape;919;p76"/>
              <p:cNvSpPr/>
              <p:nvPr/>
            </p:nvSpPr>
            <p:spPr>
              <a:xfrm>
                <a:off x="17342505" y="4761370"/>
                <a:ext cx="793096" cy="969879"/>
              </a:xfrm>
              <a:prstGeom prst="frame">
                <a:avLst>
                  <a:gd fmla="val 2285" name="adj1"/>
                </a:avLst>
              </a:prstGeom>
              <a:solidFill>
                <a:schemeClr val="accent2"/>
              </a:solidFill>
              <a:ln cap="flat" cmpd="sng" w="2857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grpSp>
            <p:nvGrpSpPr>
              <p:cNvPr id="920" name="Google Shape;920;p76"/>
              <p:cNvGrpSpPr/>
              <p:nvPr/>
            </p:nvGrpSpPr>
            <p:grpSpPr>
              <a:xfrm>
                <a:off x="19050759" y="1187479"/>
                <a:ext cx="3967529" cy="2248431"/>
                <a:chOff x="20827627" y="867691"/>
                <a:chExt cx="3967529" cy="2248431"/>
              </a:xfrm>
            </p:grpSpPr>
            <p:pic>
              <p:nvPicPr>
                <p:cNvPr descr="A screenshot of a computer&#10;&#10;Description automatically generated" id="921" name="Google Shape;921;p76"/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 b="0" l="0" r="0" t="0"/>
                <a:stretch/>
              </p:blipFill>
              <p:spPr>
                <a:xfrm>
                  <a:off x="20827627" y="867691"/>
                  <a:ext cx="3967529" cy="224843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922" name="Google Shape;922;p76"/>
                <p:cNvCxnSpPr/>
                <p:nvPr/>
              </p:nvCxnSpPr>
              <p:spPr>
                <a:xfrm rot="10800000">
                  <a:off x="20903827" y="1767756"/>
                  <a:ext cx="3048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med" w="med" type="stealth"/>
                </a:ln>
              </p:spPr>
            </p:cxnSp>
            <p:cxnSp>
              <p:nvCxnSpPr>
                <p:cNvPr id="923" name="Google Shape;923;p76"/>
                <p:cNvCxnSpPr/>
                <p:nvPr/>
              </p:nvCxnSpPr>
              <p:spPr>
                <a:xfrm>
                  <a:off x="24409027" y="1767756"/>
                  <a:ext cx="3048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med" w="med" type="stealth"/>
                </a:ln>
              </p:spPr>
            </p:cxnSp>
          </p:grpSp>
        </p:grpSp>
        <p:sp>
          <p:nvSpPr>
            <p:cNvPr id="924" name="Google Shape;924;p76"/>
            <p:cNvSpPr txBox="1"/>
            <p:nvPr/>
          </p:nvSpPr>
          <p:spPr>
            <a:xfrm>
              <a:off x="18953152" y="3703345"/>
              <a:ext cx="466884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4. Enlarge the video to fill the crop area.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76"/>
            <p:cNvSpPr txBox="1"/>
            <p:nvPr/>
          </p:nvSpPr>
          <p:spPr>
            <a:xfrm>
              <a:off x="18953152" y="818147"/>
              <a:ext cx="4668848" cy="369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3. Drag the crop area to fill slide length.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213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5a - Red Title with Video Layout">
  <p:cSld name="Divider 5a - Red Title with Video Layout"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77"/>
          <p:cNvSpPr/>
          <p:nvPr>
            <p:ph idx="2" type="media"/>
          </p:nvPr>
        </p:nvSpPr>
        <p:spPr>
          <a:xfrm>
            <a:off x="0" y="-1726"/>
            <a:ext cx="12192000" cy="53101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t" bIns="45700" lIns="91425" spcFirstLastPara="1" rIns="91425" wrap="square" tIns="2926075">
            <a:noAutofit/>
          </a:bodyPr>
          <a:lstStyle>
            <a:lvl1pPr lvl="0" marR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928" name="Google Shape;928;p77"/>
          <p:cNvSpPr txBox="1"/>
          <p:nvPr>
            <p:ph type="ctrTitle"/>
          </p:nvPr>
        </p:nvSpPr>
        <p:spPr>
          <a:xfrm>
            <a:off x="287363" y="198267"/>
            <a:ext cx="11617274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entury Gothic"/>
              <a:buNone/>
              <a:defRPr sz="48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9" name="Google Shape;929;p77"/>
          <p:cNvSpPr txBox="1"/>
          <p:nvPr>
            <p:ph idx="1" type="body"/>
          </p:nvPr>
        </p:nvSpPr>
        <p:spPr>
          <a:xfrm>
            <a:off x="365760" y="5445320"/>
            <a:ext cx="6495074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2pPr>
            <a:lvl3pPr indent="-2286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4pPr>
            <a:lvl5pPr indent="-2286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0" name="Google Shape;930;p77"/>
          <p:cNvSpPr txBox="1"/>
          <p:nvPr>
            <p:ph idx="3" type="body"/>
          </p:nvPr>
        </p:nvSpPr>
        <p:spPr>
          <a:xfrm>
            <a:off x="365760" y="5852160"/>
            <a:ext cx="6495074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b="0" sz="18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2pPr>
            <a:lvl3pPr indent="-2286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4pPr>
            <a:lvl5pPr indent="-2286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931" name="Google Shape;931;p77"/>
          <p:cNvGrpSpPr/>
          <p:nvPr/>
        </p:nvGrpSpPr>
        <p:grpSpPr>
          <a:xfrm>
            <a:off x="-3424512" y="-1"/>
            <a:ext cx="3208421" cy="6857999"/>
            <a:chOff x="-3424512" y="-1"/>
            <a:chExt cx="3208421" cy="6857999"/>
          </a:xfrm>
        </p:grpSpPr>
        <p:sp>
          <p:nvSpPr>
            <p:cNvPr id="932" name="Google Shape;932;p77"/>
            <p:cNvSpPr/>
            <p:nvPr/>
          </p:nvSpPr>
          <p:spPr>
            <a:xfrm>
              <a:off x="-3424512" y="-1"/>
              <a:ext cx="3208421" cy="685799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33" name="Google Shape;933;p77"/>
            <p:cNvSpPr txBox="1"/>
            <p:nvPr/>
          </p:nvSpPr>
          <p:spPr>
            <a:xfrm>
              <a:off x="-3267122" y="150741"/>
              <a:ext cx="2941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GB" sz="3200" u="none" cap="none" strike="noStrike">
                  <a:solidFill>
                    <a:schemeClr val="accen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Instruction 1: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77"/>
            <p:cNvSpPr txBox="1"/>
            <p:nvPr/>
          </p:nvSpPr>
          <p:spPr>
            <a:xfrm>
              <a:off x="-3267122" y="818147"/>
              <a:ext cx="294176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To underline keyword in title text box, highlight selected word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35" name="Google Shape;935;p7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143860" y="1824108"/>
              <a:ext cx="875152" cy="905001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936" name="Google Shape;936;p77"/>
            <p:cNvSpPr txBox="1"/>
            <p:nvPr/>
          </p:nvSpPr>
          <p:spPr>
            <a:xfrm>
              <a:off x="-3267122" y="2906262"/>
              <a:ext cx="2502568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2. Then go to 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‘Bold’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in the toolbar and then </a:t>
              </a:r>
              <a:b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‘underline’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after.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37" name="Google Shape;937;p77"/>
            <p:cNvPicPr preferRelativeResize="0"/>
            <p:nvPr/>
          </p:nvPicPr>
          <p:blipFill rotWithShape="1">
            <a:blip r:embed="rId3">
              <a:alphaModFix/>
            </a:blip>
            <a:srcRect b="-62788" l="0" r="0" t="-62788"/>
            <a:stretch/>
          </p:blipFill>
          <p:spPr>
            <a:xfrm>
              <a:off x="-3143862" y="4212225"/>
              <a:ext cx="1654280" cy="1614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8" name="Google Shape;938;p77"/>
            <p:cNvSpPr/>
            <p:nvPr/>
          </p:nvSpPr>
          <p:spPr>
            <a:xfrm>
              <a:off x="-3095847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39" name="Google Shape;939;p77"/>
            <p:cNvSpPr/>
            <p:nvPr/>
          </p:nvSpPr>
          <p:spPr>
            <a:xfrm>
              <a:off x="-2236570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940" name="Google Shape;940;p77"/>
          <p:cNvSpPr txBox="1"/>
          <p:nvPr>
            <p:ph idx="10" type="dt"/>
          </p:nvPr>
        </p:nvSpPr>
        <p:spPr>
          <a:xfrm>
            <a:off x="365760" y="6310800"/>
            <a:ext cx="212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1" name="Google Shape;941;p77"/>
          <p:cNvSpPr txBox="1"/>
          <p:nvPr>
            <p:ph idx="11" type="ftr"/>
          </p:nvPr>
        </p:nvSpPr>
        <p:spPr>
          <a:xfrm>
            <a:off x="2743200" y="6309397"/>
            <a:ext cx="417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942" name="Google Shape;942;p77"/>
          <p:cNvGrpSpPr/>
          <p:nvPr/>
        </p:nvGrpSpPr>
        <p:grpSpPr>
          <a:xfrm>
            <a:off x="-3424512" y="-1"/>
            <a:ext cx="3208421" cy="6857999"/>
            <a:chOff x="-3424512" y="-1"/>
            <a:chExt cx="3208421" cy="6857999"/>
          </a:xfrm>
        </p:grpSpPr>
        <p:sp>
          <p:nvSpPr>
            <p:cNvPr id="943" name="Google Shape;943;p77"/>
            <p:cNvSpPr/>
            <p:nvPr/>
          </p:nvSpPr>
          <p:spPr>
            <a:xfrm>
              <a:off x="-3424512" y="-1"/>
              <a:ext cx="3208421" cy="685799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44" name="Google Shape;944;p77"/>
            <p:cNvSpPr txBox="1"/>
            <p:nvPr/>
          </p:nvSpPr>
          <p:spPr>
            <a:xfrm>
              <a:off x="-3267122" y="150741"/>
              <a:ext cx="2941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GB" sz="3200" u="none" cap="none" strike="noStrike">
                  <a:solidFill>
                    <a:schemeClr val="accen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Instruction: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77"/>
            <p:cNvSpPr txBox="1"/>
            <p:nvPr/>
          </p:nvSpPr>
          <p:spPr>
            <a:xfrm>
              <a:off x="-3267122" y="818147"/>
              <a:ext cx="294176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To underline keyword in title text box, highlight selected word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46" name="Google Shape;946;p7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143860" y="1824108"/>
              <a:ext cx="875152" cy="905001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947" name="Google Shape;947;p77"/>
            <p:cNvSpPr txBox="1"/>
            <p:nvPr/>
          </p:nvSpPr>
          <p:spPr>
            <a:xfrm>
              <a:off x="-3267122" y="2906262"/>
              <a:ext cx="2502568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2. Then go to 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‘Bold’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in the toolbar and then </a:t>
              </a:r>
              <a:b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‘underline’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after.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48" name="Google Shape;948;p77"/>
            <p:cNvPicPr preferRelativeResize="0"/>
            <p:nvPr/>
          </p:nvPicPr>
          <p:blipFill rotWithShape="1">
            <a:blip r:embed="rId3">
              <a:alphaModFix/>
            </a:blip>
            <a:srcRect b="-62788" l="0" r="0" t="-62788"/>
            <a:stretch/>
          </p:blipFill>
          <p:spPr>
            <a:xfrm>
              <a:off x="-3143862" y="4212225"/>
              <a:ext cx="1654280" cy="1614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9" name="Google Shape;949;p77"/>
            <p:cNvSpPr/>
            <p:nvPr/>
          </p:nvSpPr>
          <p:spPr>
            <a:xfrm>
              <a:off x="-3095847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50" name="Google Shape;950;p77"/>
            <p:cNvSpPr/>
            <p:nvPr/>
          </p:nvSpPr>
          <p:spPr>
            <a:xfrm>
              <a:off x="-2236570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951" name="Google Shape;951;p77"/>
          <p:cNvGrpSpPr/>
          <p:nvPr/>
        </p:nvGrpSpPr>
        <p:grpSpPr>
          <a:xfrm>
            <a:off x="9593261" y="5524500"/>
            <a:ext cx="2103439" cy="552361"/>
            <a:chOff x="6455388" y="4102692"/>
            <a:chExt cx="5543454" cy="1455705"/>
          </a:xfrm>
        </p:grpSpPr>
        <p:sp>
          <p:nvSpPr>
            <p:cNvPr id="952" name="Google Shape;952;p77"/>
            <p:cNvSpPr/>
            <p:nvPr/>
          </p:nvSpPr>
          <p:spPr>
            <a:xfrm>
              <a:off x="8423253" y="4383013"/>
              <a:ext cx="3575494" cy="683609"/>
            </a:xfrm>
            <a:custGeom>
              <a:rect b="b" l="l" r="r" t="t"/>
              <a:pathLst>
                <a:path extrusionOk="0" h="683609" w="3575494">
                  <a:moveTo>
                    <a:pt x="527495" y="0"/>
                  </a:moveTo>
                  <a:lnTo>
                    <a:pt x="527495" y="683133"/>
                  </a:lnTo>
                  <a:lnTo>
                    <a:pt x="399669" y="683133"/>
                  </a:lnTo>
                  <a:lnTo>
                    <a:pt x="399669" y="400622"/>
                  </a:lnTo>
                  <a:lnTo>
                    <a:pt x="125921" y="400622"/>
                  </a:lnTo>
                  <a:lnTo>
                    <a:pt x="125921" y="683228"/>
                  </a:lnTo>
                  <a:lnTo>
                    <a:pt x="0" y="683228"/>
                  </a:lnTo>
                  <a:lnTo>
                    <a:pt x="0" y="0"/>
                  </a:lnTo>
                  <a:lnTo>
                    <a:pt x="125921" y="0"/>
                  </a:lnTo>
                  <a:lnTo>
                    <a:pt x="125921" y="286607"/>
                  </a:lnTo>
                  <a:lnTo>
                    <a:pt x="399574" y="286607"/>
                  </a:lnTo>
                  <a:lnTo>
                    <a:pt x="399574" y="0"/>
                  </a:lnTo>
                  <a:lnTo>
                    <a:pt x="527495" y="0"/>
                  </a:lnTo>
                  <a:close/>
                  <a:moveTo>
                    <a:pt x="715994" y="0"/>
                  </a:moveTo>
                  <a:lnTo>
                    <a:pt x="1138809" y="0"/>
                  </a:lnTo>
                  <a:lnTo>
                    <a:pt x="1138809" y="113062"/>
                  </a:lnTo>
                  <a:lnTo>
                    <a:pt x="841915" y="113062"/>
                  </a:lnTo>
                  <a:lnTo>
                    <a:pt x="841915" y="290989"/>
                  </a:lnTo>
                  <a:lnTo>
                    <a:pt x="1101662" y="290989"/>
                  </a:lnTo>
                  <a:lnTo>
                    <a:pt x="1101662" y="403003"/>
                  </a:lnTo>
                  <a:lnTo>
                    <a:pt x="841915" y="403003"/>
                  </a:lnTo>
                  <a:lnTo>
                    <a:pt x="841915" y="570548"/>
                  </a:lnTo>
                  <a:lnTo>
                    <a:pt x="1148334" y="570548"/>
                  </a:lnTo>
                  <a:lnTo>
                    <a:pt x="1148334" y="683609"/>
                  </a:lnTo>
                  <a:lnTo>
                    <a:pt x="715994" y="683609"/>
                  </a:lnTo>
                  <a:lnTo>
                    <a:pt x="715994" y="0"/>
                  </a:lnTo>
                  <a:close/>
                  <a:moveTo>
                    <a:pt x="1686687" y="517589"/>
                  </a:moveTo>
                  <a:lnTo>
                    <a:pt x="1431893" y="517589"/>
                  </a:lnTo>
                  <a:lnTo>
                    <a:pt x="1369409" y="683228"/>
                  </a:lnTo>
                  <a:lnTo>
                    <a:pt x="1234535" y="683228"/>
                  </a:lnTo>
                  <a:lnTo>
                    <a:pt x="1490377" y="95"/>
                  </a:lnTo>
                  <a:lnTo>
                    <a:pt x="1627251" y="95"/>
                  </a:lnTo>
                  <a:lnTo>
                    <a:pt x="1883092" y="683228"/>
                  </a:lnTo>
                  <a:lnTo>
                    <a:pt x="1749171" y="683228"/>
                  </a:lnTo>
                  <a:lnTo>
                    <a:pt x="1686592" y="517589"/>
                  </a:lnTo>
                  <a:close/>
                  <a:moveTo>
                    <a:pt x="1474470" y="406527"/>
                  </a:moveTo>
                  <a:lnTo>
                    <a:pt x="1645063" y="406527"/>
                  </a:lnTo>
                  <a:lnTo>
                    <a:pt x="1558862" y="145733"/>
                  </a:lnTo>
                  <a:lnTo>
                    <a:pt x="1474565" y="406527"/>
                  </a:lnTo>
                  <a:close/>
                  <a:moveTo>
                    <a:pt x="1995392" y="0"/>
                  </a:moveTo>
                  <a:lnTo>
                    <a:pt x="2121980" y="0"/>
                  </a:lnTo>
                  <a:lnTo>
                    <a:pt x="2121980" y="570167"/>
                  </a:lnTo>
                  <a:lnTo>
                    <a:pt x="2385632" y="570167"/>
                  </a:lnTo>
                  <a:lnTo>
                    <a:pt x="2385632" y="683228"/>
                  </a:lnTo>
                  <a:lnTo>
                    <a:pt x="1995392" y="683228"/>
                  </a:lnTo>
                  <a:lnTo>
                    <a:pt x="1995392" y="0"/>
                  </a:lnTo>
                  <a:close/>
                  <a:moveTo>
                    <a:pt x="2395157" y="0"/>
                  </a:moveTo>
                  <a:lnTo>
                    <a:pt x="2907792" y="0"/>
                  </a:lnTo>
                  <a:lnTo>
                    <a:pt x="2907792" y="116014"/>
                  </a:lnTo>
                  <a:lnTo>
                    <a:pt x="2715863" y="116014"/>
                  </a:lnTo>
                  <a:lnTo>
                    <a:pt x="2715863" y="683228"/>
                  </a:lnTo>
                  <a:lnTo>
                    <a:pt x="2587942" y="683228"/>
                  </a:lnTo>
                  <a:lnTo>
                    <a:pt x="2587942" y="116014"/>
                  </a:lnTo>
                  <a:lnTo>
                    <a:pt x="2395061" y="116014"/>
                  </a:lnTo>
                  <a:lnTo>
                    <a:pt x="2395061" y="0"/>
                  </a:lnTo>
                  <a:close/>
                  <a:moveTo>
                    <a:pt x="3575494" y="0"/>
                  </a:moveTo>
                  <a:lnTo>
                    <a:pt x="3575494" y="683133"/>
                  </a:lnTo>
                  <a:lnTo>
                    <a:pt x="3447764" y="683133"/>
                  </a:lnTo>
                  <a:lnTo>
                    <a:pt x="3447764" y="400622"/>
                  </a:lnTo>
                  <a:lnTo>
                    <a:pt x="3174111" y="400622"/>
                  </a:lnTo>
                  <a:lnTo>
                    <a:pt x="3174111" y="683228"/>
                  </a:lnTo>
                  <a:lnTo>
                    <a:pt x="3048191" y="683228"/>
                  </a:lnTo>
                  <a:lnTo>
                    <a:pt x="3048191" y="0"/>
                  </a:lnTo>
                  <a:lnTo>
                    <a:pt x="3174111" y="0"/>
                  </a:lnTo>
                  <a:lnTo>
                    <a:pt x="3174111" y="286607"/>
                  </a:lnTo>
                  <a:lnTo>
                    <a:pt x="3447764" y="286607"/>
                  </a:lnTo>
                  <a:lnTo>
                    <a:pt x="3447764" y="0"/>
                  </a:lnTo>
                  <a:lnTo>
                    <a:pt x="35754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53" name="Google Shape;953;p77"/>
            <p:cNvSpPr/>
            <p:nvPr/>
          </p:nvSpPr>
          <p:spPr>
            <a:xfrm>
              <a:off x="8418776" y="5302158"/>
              <a:ext cx="3580066" cy="255953"/>
            </a:xfrm>
            <a:custGeom>
              <a:rect b="b" l="l" r="r" t="t"/>
              <a:pathLst>
                <a:path extrusionOk="0" h="255953" w="3580066">
                  <a:moveTo>
                    <a:pt x="146113" y="165847"/>
                  </a:moveTo>
                  <a:lnTo>
                    <a:pt x="146113" y="3065"/>
                  </a:lnTo>
                  <a:lnTo>
                    <a:pt x="184880" y="3065"/>
                  </a:lnTo>
                  <a:lnTo>
                    <a:pt x="184880" y="165847"/>
                  </a:lnTo>
                  <a:cubicBezTo>
                    <a:pt x="185452" y="214996"/>
                    <a:pt x="146113" y="255382"/>
                    <a:pt x="96964" y="255954"/>
                  </a:cubicBezTo>
                  <a:cubicBezTo>
                    <a:pt x="95536" y="255954"/>
                    <a:pt x="94107" y="255954"/>
                    <a:pt x="92583" y="255954"/>
                  </a:cubicBezTo>
                  <a:cubicBezTo>
                    <a:pt x="42672" y="255954"/>
                    <a:pt x="0" y="220521"/>
                    <a:pt x="0" y="165943"/>
                  </a:cubicBezTo>
                  <a:lnTo>
                    <a:pt x="0" y="3160"/>
                  </a:lnTo>
                  <a:lnTo>
                    <a:pt x="39148" y="3160"/>
                  </a:lnTo>
                  <a:lnTo>
                    <a:pt x="39148" y="165943"/>
                  </a:lnTo>
                  <a:cubicBezTo>
                    <a:pt x="39148" y="195470"/>
                    <a:pt x="63151" y="219473"/>
                    <a:pt x="92678" y="219473"/>
                  </a:cubicBezTo>
                  <a:cubicBezTo>
                    <a:pt x="122206" y="219473"/>
                    <a:pt x="146209" y="195470"/>
                    <a:pt x="146209" y="165943"/>
                  </a:cubicBezTo>
                  <a:lnTo>
                    <a:pt x="146113" y="165943"/>
                  </a:lnTo>
                  <a:close/>
                  <a:moveTo>
                    <a:pt x="434435" y="252239"/>
                  </a:moveTo>
                  <a:lnTo>
                    <a:pt x="398621" y="252239"/>
                  </a:lnTo>
                  <a:lnTo>
                    <a:pt x="291560" y="73931"/>
                  </a:lnTo>
                  <a:lnTo>
                    <a:pt x="291560" y="252239"/>
                  </a:lnTo>
                  <a:lnTo>
                    <a:pt x="253460" y="252239"/>
                  </a:lnTo>
                  <a:lnTo>
                    <a:pt x="253460" y="3065"/>
                  </a:lnTo>
                  <a:lnTo>
                    <a:pt x="290417" y="3065"/>
                  </a:lnTo>
                  <a:lnTo>
                    <a:pt x="396335" y="179944"/>
                  </a:lnTo>
                  <a:lnTo>
                    <a:pt x="396335" y="3065"/>
                  </a:lnTo>
                  <a:lnTo>
                    <a:pt x="434435" y="3065"/>
                  </a:lnTo>
                  <a:lnTo>
                    <a:pt x="434435" y="252239"/>
                  </a:lnTo>
                  <a:close/>
                  <a:moveTo>
                    <a:pt x="497014" y="3065"/>
                  </a:moveTo>
                  <a:lnTo>
                    <a:pt x="535114" y="3065"/>
                  </a:lnTo>
                  <a:lnTo>
                    <a:pt x="535114" y="252239"/>
                  </a:lnTo>
                  <a:lnTo>
                    <a:pt x="497014" y="252239"/>
                  </a:lnTo>
                  <a:lnTo>
                    <a:pt x="497014" y="3065"/>
                  </a:lnTo>
                  <a:close/>
                  <a:moveTo>
                    <a:pt x="622935" y="3065"/>
                  </a:moveTo>
                  <a:lnTo>
                    <a:pt x="676180" y="188231"/>
                  </a:lnTo>
                  <a:lnTo>
                    <a:pt x="729710" y="3065"/>
                  </a:lnTo>
                  <a:lnTo>
                    <a:pt x="769525" y="3065"/>
                  </a:lnTo>
                  <a:lnTo>
                    <a:pt x="694372" y="252239"/>
                  </a:lnTo>
                  <a:lnTo>
                    <a:pt x="658558" y="252239"/>
                  </a:lnTo>
                  <a:lnTo>
                    <a:pt x="583025" y="3065"/>
                  </a:lnTo>
                  <a:lnTo>
                    <a:pt x="623125" y="3065"/>
                  </a:lnTo>
                  <a:close/>
                  <a:moveTo>
                    <a:pt x="813911" y="3065"/>
                  </a:moveTo>
                  <a:lnTo>
                    <a:pt x="964025" y="3065"/>
                  </a:lnTo>
                  <a:lnTo>
                    <a:pt x="964025" y="38212"/>
                  </a:lnTo>
                  <a:lnTo>
                    <a:pt x="852297" y="38212"/>
                  </a:lnTo>
                  <a:lnTo>
                    <a:pt x="852297" y="111936"/>
                  </a:lnTo>
                  <a:lnTo>
                    <a:pt x="949928" y="111936"/>
                  </a:lnTo>
                  <a:lnTo>
                    <a:pt x="949928" y="146988"/>
                  </a:lnTo>
                  <a:lnTo>
                    <a:pt x="852297" y="146988"/>
                  </a:lnTo>
                  <a:lnTo>
                    <a:pt x="852297" y="216806"/>
                  </a:lnTo>
                  <a:lnTo>
                    <a:pt x="967645" y="216806"/>
                  </a:lnTo>
                  <a:lnTo>
                    <a:pt x="967645" y="251953"/>
                  </a:lnTo>
                  <a:lnTo>
                    <a:pt x="813911" y="251953"/>
                  </a:lnTo>
                  <a:lnTo>
                    <a:pt x="813911" y="3160"/>
                  </a:lnTo>
                  <a:close/>
                  <a:moveTo>
                    <a:pt x="1200436" y="252239"/>
                  </a:moveTo>
                  <a:lnTo>
                    <a:pt x="1153763" y="252239"/>
                  </a:lnTo>
                  <a:lnTo>
                    <a:pt x="1091565" y="160799"/>
                  </a:lnTo>
                  <a:lnTo>
                    <a:pt x="1064800" y="160799"/>
                  </a:lnTo>
                  <a:lnTo>
                    <a:pt x="1064800" y="252239"/>
                  </a:lnTo>
                  <a:lnTo>
                    <a:pt x="1026128" y="252239"/>
                  </a:lnTo>
                  <a:lnTo>
                    <a:pt x="1026128" y="3065"/>
                  </a:lnTo>
                  <a:lnTo>
                    <a:pt x="1123379" y="3065"/>
                  </a:lnTo>
                  <a:cubicBezTo>
                    <a:pt x="1176909" y="3065"/>
                    <a:pt x="1199483" y="42499"/>
                    <a:pt x="1199483" y="82218"/>
                  </a:cubicBezTo>
                  <a:cubicBezTo>
                    <a:pt x="1199483" y="118794"/>
                    <a:pt x="1181005" y="154227"/>
                    <a:pt x="1135094" y="159180"/>
                  </a:cubicBezTo>
                  <a:lnTo>
                    <a:pt x="1200245" y="252144"/>
                  </a:lnTo>
                  <a:close/>
                  <a:moveTo>
                    <a:pt x="1064895" y="38117"/>
                  </a:moveTo>
                  <a:lnTo>
                    <a:pt x="1064895" y="125271"/>
                  </a:lnTo>
                  <a:lnTo>
                    <a:pt x="1120616" y="125271"/>
                  </a:lnTo>
                  <a:cubicBezTo>
                    <a:pt x="1148524" y="125271"/>
                    <a:pt x="1159669" y="103173"/>
                    <a:pt x="1159669" y="81837"/>
                  </a:cubicBezTo>
                  <a:cubicBezTo>
                    <a:pt x="1159669" y="60501"/>
                    <a:pt x="1148810" y="38022"/>
                    <a:pt x="1121569" y="38022"/>
                  </a:cubicBezTo>
                  <a:lnTo>
                    <a:pt x="1064895" y="38022"/>
                  </a:lnTo>
                  <a:close/>
                  <a:moveTo>
                    <a:pt x="1290256" y="179849"/>
                  </a:moveTo>
                  <a:cubicBezTo>
                    <a:pt x="1291019" y="200137"/>
                    <a:pt x="1310164" y="220711"/>
                    <a:pt x="1339882" y="220711"/>
                  </a:cubicBezTo>
                  <a:cubicBezTo>
                    <a:pt x="1369600" y="220711"/>
                    <a:pt x="1384364" y="204805"/>
                    <a:pt x="1386935" y="186707"/>
                  </a:cubicBezTo>
                  <a:cubicBezTo>
                    <a:pt x="1388364" y="163561"/>
                    <a:pt x="1370648" y="151560"/>
                    <a:pt x="1347502" y="146131"/>
                  </a:cubicBezTo>
                  <a:lnTo>
                    <a:pt x="1315974" y="138225"/>
                  </a:lnTo>
                  <a:cubicBezTo>
                    <a:pt x="1262444" y="123747"/>
                    <a:pt x="1254062" y="93362"/>
                    <a:pt x="1254062" y="71550"/>
                  </a:cubicBezTo>
                  <a:cubicBezTo>
                    <a:pt x="1254062" y="28878"/>
                    <a:pt x="1292162" y="303"/>
                    <a:pt x="1336072" y="303"/>
                  </a:cubicBezTo>
                  <a:cubicBezTo>
                    <a:pt x="1379982" y="303"/>
                    <a:pt x="1417034" y="28878"/>
                    <a:pt x="1417034" y="74026"/>
                  </a:cubicBezTo>
                  <a:lnTo>
                    <a:pt x="1378934" y="74026"/>
                  </a:lnTo>
                  <a:cubicBezTo>
                    <a:pt x="1378934" y="51262"/>
                    <a:pt x="1361218" y="35926"/>
                    <a:pt x="1335500" y="35926"/>
                  </a:cubicBezTo>
                  <a:cubicBezTo>
                    <a:pt x="1312736" y="35926"/>
                    <a:pt x="1292447" y="49642"/>
                    <a:pt x="1292447" y="70312"/>
                  </a:cubicBezTo>
                  <a:cubicBezTo>
                    <a:pt x="1292447" y="79837"/>
                    <a:pt x="1296067" y="95267"/>
                    <a:pt x="1325785" y="102887"/>
                  </a:cubicBezTo>
                  <a:lnTo>
                    <a:pt x="1357598" y="111174"/>
                  </a:lnTo>
                  <a:cubicBezTo>
                    <a:pt x="1407890" y="124604"/>
                    <a:pt x="1428845" y="152798"/>
                    <a:pt x="1424940" y="188517"/>
                  </a:cubicBezTo>
                  <a:cubicBezTo>
                    <a:pt x="1421321" y="227569"/>
                    <a:pt x="1387697" y="255192"/>
                    <a:pt x="1339977" y="255192"/>
                  </a:cubicBezTo>
                  <a:cubicBezTo>
                    <a:pt x="1288256" y="255192"/>
                    <a:pt x="1252156" y="219759"/>
                    <a:pt x="1252156" y="179087"/>
                  </a:cubicBezTo>
                  <a:lnTo>
                    <a:pt x="1290256" y="179754"/>
                  </a:lnTo>
                  <a:close/>
                  <a:moveTo>
                    <a:pt x="1475041" y="2970"/>
                  </a:moveTo>
                  <a:lnTo>
                    <a:pt x="1513141" y="2970"/>
                  </a:lnTo>
                  <a:lnTo>
                    <a:pt x="1513141" y="252144"/>
                  </a:lnTo>
                  <a:lnTo>
                    <a:pt x="1475041" y="252144"/>
                  </a:lnTo>
                  <a:lnTo>
                    <a:pt x="1475041" y="2970"/>
                  </a:lnTo>
                  <a:close/>
                  <a:moveTo>
                    <a:pt x="1557147" y="2970"/>
                  </a:moveTo>
                  <a:lnTo>
                    <a:pt x="1742980" y="2970"/>
                  </a:lnTo>
                  <a:lnTo>
                    <a:pt x="1742980" y="38784"/>
                  </a:lnTo>
                  <a:lnTo>
                    <a:pt x="1669732" y="38784"/>
                  </a:lnTo>
                  <a:lnTo>
                    <a:pt x="1669732" y="252239"/>
                  </a:lnTo>
                  <a:lnTo>
                    <a:pt x="1630680" y="252239"/>
                  </a:lnTo>
                  <a:lnTo>
                    <a:pt x="1630680" y="38879"/>
                  </a:lnTo>
                  <a:lnTo>
                    <a:pt x="1557338" y="38879"/>
                  </a:lnTo>
                  <a:lnTo>
                    <a:pt x="1557338" y="2970"/>
                  </a:lnTo>
                  <a:close/>
                  <a:moveTo>
                    <a:pt x="1861375" y="252144"/>
                  </a:moveTo>
                  <a:lnTo>
                    <a:pt x="1861375" y="137939"/>
                  </a:lnTo>
                  <a:lnTo>
                    <a:pt x="1766221" y="3065"/>
                  </a:lnTo>
                  <a:lnTo>
                    <a:pt x="1812227" y="3065"/>
                  </a:lnTo>
                  <a:lnTo>
                    <a:pt x="1880997" y="102125"/>
                  </a:lnTo>
                  <a:lnTo>
                    <a:pt x="1950434" y="3065"/>
                  </a:lnTo>
                  <a:lnTo>
                    <a:pt x="1996440" y="3065"/>
                  </a:lnTo>
                  <a:lnTo>
                    <a:pt x="1900619" y="138320"/>
                  </a:lnTo>
                  <a:lnTo>
                    <a:pt x="1900619" y="252525"/>
                  </a:lnTo>
                  <a:lnTo>
                    <a:pt x="1861566" y="252144"/>
                  </a:lnTo>
                  <a:close/>
                  <a:moveTo>
                    <a:pt x="2238566" y="17"/>
                  </a:moveTo>
                  <a:cubicBezTo>
                    <a:pt x="2309146" y="-1126"/>
                    <a:pt x="2367248" y="55262"/>
                    <a:pt x="2368391" y="125842"/>
                  </a:cubicBezTo>
                  <a:cubicBezTo>
                    <a:pt x="2369534" y="196423"/>
                    <a:pt x="2313146" y="254525"/>
                    <a:pt x="2242566" y="255668"/>
                  </a:cubicBezTo>
                  <a:cubicBezTo>
                    <a:pt x="2171986" y="256811"/>
                    <a:pt x="2113883" y="200423"/>
                    <a:pt x="2112740" y="129843"/>
                  </a:cubicBezTo>
                  <a:cubicBezTo>
                    <a:pt x="2112740" y="129271"/>
                    <a:pt x="2112740" y="128605"/>
                    <a:pt x="2112740" y="128033"/>
                  </a:cubicBezTo>
                  <a:cubicBezTo>
                    <a:pt x="2111788" y="58310"/>
                    <a:pt x="2167604" y="970"/>
                    <a:pt x="2237327" y="17"/>
                  </a:cubicBezTo>
                  <a:cubicBezTo>
                    <a:pt x="2237708" y="17"/>
                    <a:pt x="2238184" y="17"/>
                    <a:pt x="2238566" y="17"/>
                  </a:cubicBezTo>
                  <a:close/>
                  <a:moveTo>
                    <a:pt x="2238566" y="218140"/>
                  </a:moveTo>
                  <a:cubicBezTo>
                    <a:pt x="2288381" y="219664"/>
                    <a:pt x="2330006" y="180516"/>
                    <a:pt x="2331530" y="130700"/>
                  </a:cubicBezTo>
                  <a:cubicBezTo>
                    <a:pt x="2333054" y="80884"/>
                    <a:pt x="2293906" y="39260"/>
                    <a:pt x="2244090" y="37736"/>
                  </a:cubicBezTo>
                  <a:cubicBezTo>
                    <a:pt x="2194274" y="36212"/>
                    <a:pt x="2152650" y="75360"/>
                    <a:pt x="2151126" y="125176"/>
                  </a:cubicBezTo>
                  <a:cubicBezTo>
                    <a:pt x="2151126" y="126128"/>
                    <a:pt x="2151126" y="127081"/>
                    <a:pt x="2151126" y="128128"/>
                  </a:cubicBezTo>
                  <a:cubicBezTo>
                    <a:pt x="2150078" y="176896"/>
                    <a:pt x="2188750" y="217187"/>
                    <a:pt x="2237423" y="218235"/>
                  </a:cubicBezTo>
                  <a:cubicBezTo>
                    <a:pt x="2237804" y="218235"/>
                    <a:pt x="2238184" y="218235"/>
                    <a:pt x="2238566" y="218235"/>
                  </a:cubicBezTo>
                  <a:lnTo>
                    <a:pt x="2238566" y="218235"/>
                  </a:lnTo>
                  <a:close/>
                  <a:moveTo>
                    <a:pt x="2413349" y="2970"/>
                  </a:moveTo>
                  <a:lnTo>
                    <a:pt x="2561558" y="2970"/>
                  </a:lnTo>
                  <a:lnTo>
                    <a:pt x="2561558" y="38117"/>
                  </a:lnTo>
                  <a:lnTo>
                    <a:pt x="2451640" y="38117"/>
                  </a:lnTo>
                  <a:lnTo>
                    <a:pt x="2451640" y="111841"/>
                  </a:lnTo>
                  <a:lnTo>
                    <a:pt x="2538413" y="111841"/>
                  </a:lnTo>
                  <a:lnTo>
                    <a:pt x="2538413" y="146893"/>
                  </a:lnTo>
                  <a:lnTo>
                    <a:pt x="2451640" y="146893"/>
                  </a:lnTo>
                  <a:lnTo>
                    <a:pt x="2451640" y="251572"/>
                  </a:lnTo>
                  <a:lnTo>
                    <a:pt x="2413540" y="251572"/>
                  </a:lnTo>
                  <a:lnTo>
                    <a:pt x="2413349" y="2970"/>
                  </a:lnTo>
                  <a:close/>
                  <a:moveTo>
                    <a:pt x="2842260" y="165752"/>
                  </a:moveTo>
                  <a:lnTo>
                    <a:pt x="2842260" y="2970"/>
                  </a:lnTo>
                  <a:lnTo>
                    <a:pt x="2881027" y="2970"/>
                  </a:lnTo>
                  <a:lnTo>
                    <a:pt x="2881027" y="165752"/>
                  </a:lnTo>
                  <a:cubicBezTo>
                    <a:pt x="2881598" y="214901"/>
                    <a:pt x="2842260" y="255287"/>
                    <a:pt x="2793111" y="255859"/>
                  </a:cubicBezTo>
                  <a:cubicBezTo>
                    <a:pt x="2791682" y="255859"/>
                    <a:pt x="2790254" y="255859"/>
                    <a:pt x="2788730" y="255859"/>
                  </a:cubicBezTo>
                  <a:cubicBezTo>
                    <a:pt x="2738819" y="255859"/>
                    <a:pt x="2696147" y="220426"/>
                    <a:pt x="2696147" y="165847"/>
                  </a:cubicBezTo>
                  <a:lnTo>
                    <a:pt x="2696147" y="3065"/>
                  </a:lnTo>
                  <a:lnTo>
                    <a:pt x="2735199" y="3065"/>
                  </a:lnTo>
                  <a:lnTo>
                    <a:pt x="2735199" y="165847"/>
                  </a:lnTo>
                  <a:cubicBezTo>
                    <a:pt x="2735199" y="195375"/>
                    <a:pt x="2759202" y="219378"/>
                    <a:pt x="2788730" y="219378"/>
                  </a:cubicBezTo>
                  <a:cubicBezTo>
                    <a:pt x="2818257" y="219378"/>
                    <a:pt x="2842260" y="195375"/>
                    <a:pt x="2842260" y="165847"/>
                  </a:cubicBezTo>
                  <a:close/>
                  <a:moveTo>
                    <a:pt x="2930461" y="2970"/>
                  </a:moveTo>
                  <a:lnTo>
                    <a:pt x="3116390" y="2970"/>
                  </a:lnTo>
                  <a:lnTo>
                    <a:pt x="3116390" y="38784"/>
                  </a:lnTo>
                  <a:lnTo>
                    <a:pt x="3043047" y="38784"/>
                  </a:lnTo>
                  <a:lnTo>
                    <a:pt x="3043047" y="252239"/>
                  </a:lnTo>
                  <a:lnTo>
                    <a:pt x="3003995" y="252239"/>
                  </a:lnTo>
                  <a:lnTo>
                    <a:pt x="3003995" y="38879"/>
                  </a:lnTo>
                  <a:lnTo>
                    <a:pt x="2930652" y="38879"/>
                  </a:lnTo>
                  <a:lnTo>
                    <a:pt x="2930652" y="2970"/>
                  </a:lnTo>
                  <a:close/>
                  <a:moveTo>
                    <a:pt x="3280315" y="190422"/>
                  </a:moveTo>
                  <a:lnTo>
                    <a:pt x="3179826" y="190422"/>
                  </a:lnTo>
                  <a:lnTo>
                    <a:pt x="3155919" y="252715"/>
                  </a:lnTo>
                  <a:lnTo>
                    <a:pt x="3115056" y="252715"/>
                  </a:lnTo>
                  <a:lnTo>
                    <a:pt x="3208782" y="3065"/>
                  </a:lnTo>
                  <a:lnTo>
                    <a:pt x="3250406" y="3065"/>
                  </a:lnTo>
                  <a:lnTo>
                    <a:pt x="3344418" y="252239"/>
                  </a:lnTo>
                  <a:lnTo>
                    <a:pt x="3303937" y="252239"/>
                  </a:lnTo>
                  <a:lnTo>
                    <a:pt x="3280220" y="190422"/>
                  </a:lnTo>
                  <a:close/>
                  <a:moveTo>
                    <a:pt x="3192780" y="156037"/>
                  </a:moveTo>
                  <a:lnTo>
                    <a:pt x="3267266" y="156037"/>
                  </a:lnTo>
                  <a:lnTo>
                    <a:pt x="3230023" y="51357"/>
                  </a:lnTo>
                  <a:lnTo>
                    <a:pt x="3192685" y="156037"/>
                  </a:lnTo>
                  <a:close/>
                  <a:moveTo>
                    <a:pt x="3580066" y="2970"/>
                  </a:moveTo>
                  <a:lnTo>
                    <a:pt x="3580066" y="252144"/>
                  </a:lnTo>
                  <a:lnTo>
                    <a:pt x="3541014" y="252144"/>
                  </a:lnTo>
                  <a:lnTo>
                    <a:pt x="3541014" y="145845"/>
                  </a:lnTo>
                  <a:lnTo>
                    <a:pt x="3428619" y="145845"/>
                  </a:lnTo>
                  <a:lnTo>
                    <a:pt x="3428619" y="252144"/>
                  </a:lnTo>
                  <a:lnTo>
                    <a:pt x="3390519" y="252144"/>
                  </a:lnTo>
                  <a:lnTo>
                    <a:pt x="3390519" y="2970"/>
                  </a:lnTo>
                  <a:lnTo>
                    <a:pt x="3428619" y="2970"/>
                  </a:lnTo>
                  <a:lnTo>
                    <a:pt x="3428619" y="110698"/>
                  </a:lnTo>
                  <a:lnTo>
                    <a:pt x="3541110" y="110698"/>
                  </a:lnTo>
                  <a:lnTo>
                    <a:pt x="3541110" y="2970"/>
                  </a:lnTo>
                  <a:lnTo>
                    <a:pt x="3580066" y="297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grpSp>
          <p:nvGrpSpPr>
            <p:cNvPr id="954" name="Google Shape;954;p77"/>
            <p:cNvGrpSpPr/>
            <p:nvPr/>
          </p:nvGrpSpPr>
          <p:grpSpPr>
            <a:xfrm>
              <a:off x="6455388" y="4102692"/>
              <a:ext cx="1601438" cy="1455705"/>
              <a:chOff x="3324225" y="2700241"/>
              <a:chExt cx="1601438" cy="1455705"/>
            </a:xfrm>
          </p:grpSpPr>
          <p:sp>
            <p:nvSpPr>
              <p:cNvPr id="955" name="Google Shape;955;p77"/>
              <p:cNvSpPr/>
              <p:nvPr/>
            </p:nvSpPr>
            <p:spPr>
              <a:xfrm>
                <a:off x="4540585" y="3230022"/>
                <a:ext cx="239250" cy="787908"/>
              </a:xfrm>
              <a:custGeom>
                <a:rect b="b" l="l" r="r" t="t"/>
                <a:pathLst>
                  <a:path extrusionOk="0" h="787908" w="239250">
                    <a:moveTo>
                      <a:pt x="14270" y="87440"/>
                    </a:moveTo>
                    <a:cubicBezTo>
                      <a:pt x="36273" y="66580"/>
                      <a:pt x="61895" y="37052"/>
                      <a:pt x="91994" y="12954"/>
                    </a:cubicBezTo>
                    <a:moveTo>
                      <a:pt x="239251" y="549307"/>
                    </a:moveTo>
                    <a:lnTo>
                      <a:pt x="239251" y="635603"/>
                    </a:lnTo>
                    <a:lnTo>
                      <a:pt x="85993" y="787908"/>
                    </a:lnTo>
                    <a:cubicBezTo>
                      <a:pt x="-131844" y="356330"/>
                      <a:pt x="118569" y="176879"/>
                      <a:pt x="239251" y="0"/>
                    </a:cubicBezTo>
                    <a:lnTo>
                      <a:pt x="239251" y="201263"/>
                    </a:lnTo>
                    <a:lnTo>
                      <a:pt x="210676" y="173927"/>
                    </a:lnTo>
                    <a:cubicBezTo>
                      <a:pt x="199817" y="163830"/>
                      <a:pt x="182767" y="164402"/>
                      <a:pt x="172576" y="175165"/>
                    </a:cubicBezTo>
                    <a:cubicBezTo>
                      <a:pt x="162098" y="185738"/>
                      <a:pt x="162098" y="202692"/>
                      <a:pt x="172576" y="213265"/>
                    </a:cubicBezTo>
                    <a:lnTo>
                      <a:pt x="239251" y="276511"/>
                    </a:lnTo>
                    <a:lnTo>
                      <a:pt x="239251" y="350234"/>
                    </a:lnTo>
                    <a:lnTo>
                      <a:pt x="101709" y="343757"/>
                    </a:lnTo>
                    <a:cubicBezTo>
                      <a:pt x="86660" y="342995"/>
                      <a:pt x="73897" y="354521"/>
                      <a:pt x="73134" y="369570"/>
                    </a:cubicBezTo>
                    <a:cubicBezTo>
                      <a:pt x="73134" y="369570"/>
                      <a:pt x="73134" y="369570"/>
                      <a:pt x="73134" y="369570"/>
                    </a:cubicBezTo>
                    <a:cubicBezTo>
                      <a:pt x="72087" y="384524"/>
                      <a:pt x="83136" y="397478"/>
                      <a:pt x="98090" y="398717"/>
                    </a:cubicBezTo>
                    <a:lnTo>
                      <a:pt x="239155" y="405289"/>
                    </a:lnTo>
                    <a:lnTo>
                      <a:pt x="239155" y="486728"/>
                    </a:lnTo>
                    <a:lnTo>
                      <a:pt x="89136" y="545973"/>
                    </a:lnTo>
                    <a:cubicBezTo>
                      <a:pt x="74468" y="551783"/>
                      <a:pt x="67324" y="568452"/>
                      <a:pt x="73230" y="583121"/>
                    </a:cubicBezTo>
                    <a:cubicBezTo>
                      <a:pt x="73230" y="583121"/>
                      <a:pt x="73230" y="583121"/>
                      <a:pt x="73230" y="583216"/>
                    </a:cubicBezTo>
                    <a:cubicBezTo>
                      <a:pt x="78468" y="598075"/>
                      <a:pt x="94756" y="605981"/>
                      <a:pt x="109615" y="600742"/>
                    </a:cubicBezTo>
                    <a:cubicBezTo>
                      <a:pt x="109615" y="600742"/>
                      <a:pt x="109615" y="600742"/>
                      <a:pt x="109615" y="600742"/>
                    </a:cubicBezTo>
                    <a:lnTo>
                      <a:pt x="238965" y="548831"/>
                    </a:lnTo>
                    <a:lnTo>
                      <a:pt x="239155" y="5492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956" name="Google Shape;956;p77"/>
              <p:cNvSpPr/>
              <p:nvPr/>
            </p:nvSpPr>
            <p:spPr>
              <a:xfrm>
                <a:off x="3324225" y="2700241"/>
                <a:ext cx="1601438" cy="1455705"/>
              </a:xfrm>
              <a:custGeom>
                <a:rect b="b" l="l" r="r" t="t"/>
                <a:pathLst>
                  <a:path extrusionOk="0" h="1455705" w="1601438">
                    <a:moveTo>
                      <a:pt x="1337977" y="82201"/>
                    </a:moveTo>
                    <a:lnTo>
                      <a:pt x="1377315" y="124206"/>
                    </a:lnTo>
                    <a:cubicBezTo>
                      <a:pt x="1383316" y="131159"/>
                      <a:pt x="1393793" y="131921"/>
                      <a:pt x="1400747" y="126016"/>
                    </a:cubicBezTo>
                    <a:cubicBezTo>
                      <a:pt x="1407414" y="119729"/>
                      <a:pt x="1407795" y="109252"/>
                      <a:pt x="1401509" y="102489"/>
                    </a:cubicBezTo>
                    <a:lnTo>
                      <a:pt x="1356836" y="54864"/>
                    </a:lnTo>
                    <a:cubicBezTo>
                      <a:pt x="1372076" y="34195"/>
                      <a:pt x="1390174" y="15716"/>
                      <a:pt x="1410557" y="0"/>
                    </a:cubicBezTo>
                    <a:lnTo>
                      <a:pt x="1601438" y="0"/>
                    </a:lnTo>
                    <a:lnTo>
                      <a:pt x="1601438" y="437864"/>
                    </a:lnTo>
                    <a:lnTo>
                      <a:pt x="1503331" y="437864"/>
                    </a:lnTo>
                    <a:cubicBezTo>
                      <a:pt x="1522381" y="377190"/>
                      <a:pt x="1516856" y="312134"/>
                      <a:pt x="1463802" y="233553"/>
                    </a:cubicBezTo>
                    <a:cubicBezTo>
                      <a:pt x="1609725" y="598361"/>
                      <a:pt x="853631" y="586835"/>
                      <a:pt x="1180910" y="1435703"/>
                    </a:cubicBezTo>
                    <a:lnTo>
                      <a:pt x="1163765" y="1455706"/>
                    </a:lnTo>
                    <a:lnTo>
                      <a:pt x="437769" y="1455706"/>
                    </a:lnTo>
                    <a:lnTo>
                      <a:pt x="146304" y="1165289"/>
                    </a:lnTo>
                    <a:lnTo>
                      <a:pt x="146304" y="437579"/>
                    </a:lnTo>
                    <a:lnTo>
                      <a:pt x="0" y="437579"/>
                    </a:lnTo>
                    <a:lnTo>
                      <a:pt x="0" y="95"/>
                    </a:lnTo>
                    <a:lnTo>
                      <a:pt x="727901" y="95"/>
                    </a:lnTo>
                    <a:lnTo>
                      <a:pt x="727901" y="437960"/>
                    </a:lnTo>
                    <a:lnTo>
                      <a:pt x="581882" y="437960"/>
                    </a:lnTo>
                    <a:lnTo>
                      <a:pt x="581882" y="1017937"/>
                    </a:lnTo>
                    <a:lnTo>
                      <a:pt x="1019747" y="1017937"/>
                    </a:lnTo>
                    <a:lnTo>
                      <a:pt x="1019747" y="437483"/>
                    </a:lnTo>
                    <a:lnTo>
                      <a:pt x="873728" y="437483"/>
                    </a:lnTo>
                    <a:lnTo>
                      <a:pt x="873728" y="95"/>
                    </a:lnTo>
                    <a:lnTo>
                      <a:pt x="1343025" y="95"/>
                    </a:lnTo>
                    <a:cubicBezTo>
                      <a:pt x="1189768" y="114300"/>
                      <a:pt x="1096232" y="410147"/>
                      <a:pt x="1230535" y="617411"/>
                    </a:cubicBezTo>
                    <a:cubicBezTo>
                      <a:pt x="1252538" y="596551"/>
                      <a:pt x="1278160" y="567023"/>
                      <a:pt x="1308259" y="542925"/>
                    </a:cubicBezTo>
                    <a:cubicBezTo>
                      <a:pt x="1294352" y="519684"/>
                      <a:pt x="1283589" y="494729"/>
                      <a:pt x="1276064" y="468725"/>
                    </a:cubicBezTo>
                    <a:lnTo>
                      <a:pt x="1433417" y="407765"/>
                    </a:lnTo>
                    <a:cubicBezTo>
                      <a:pt x="1442657" y="404336"/>
                      <a:pt x="1447324" y="394049"/>
                      <a:pt x="1443895" y="384810"/>
                    </a:cubicBezTo>
                    <a:cubicBezTo>
                      <a:pt x="1440466" y="375571"/>
                      <a:pt x="1430179" y="370904"/>
                      <a:pt x="1420939" y="374333"/>
                    </a:cubicBezTo>
                    <a:lnTo>
                      <a:pt x="1267778" y="433673"/>
                    </a:lnTo>
                    <a:cubicBezTo>
                      <a:pt x="1261110" y="396621"/>
                      <a:pt x="1259110" y="358807"/>
                      <a:pt x="1261967" y="321278"/>
                    </a:cubicBezTo>
                    <a:lnTo>
                      <a:pt x="1416082" y="316516"/>
                    </a:lnTo>
                    <a:cubicBezTo>
                      <a:pt x="1425797" y="316325"/>
                      <a:pt x="1433513" y="308420"/>
                      <a:pt x="1433417" y="298704"/>
                    </a:cubicBezTo>
                    <a:cubicBezTo>
                      <a:pt x="1433036" y="288989"/>
                      <a:pt x="1424940" y="281464"/>
                      <a:pt x="1415225" y="281750"/>
                    </a:cubicBezTo>
                    <a:lnTo>
                      <a:pt x="1265587" y="286322"/>
                    </a:lnTo>
                    <a:cubicBezTo>
                      <a:pt x="1270159" y="252698"/>
                      <a:pt x="1277874" y="219647"/>
                      <a:pt x="1288542" y="187452"/>
                    </a:cubicBezTo>
                    <a:lnTo>
                      <a:pt x="1394746" y="222314"/>
                    </a:lnTo>
                    <a:cubicBezTo>
                      <a:pt x="1403699" y="225552"/>
                      <a:pt x="1413510" y="220980"/>
                      <a:pt x="1416844" y="212122"/>
                    </a:cubicBezTo>
                    <a:cubicBezTo>
                      <a:pt x="1419797" y="203168"/>
                      <a:pt x="1414939" y="193453"/>
                      <a:pt x="1405985" y="190405"/>
                    </a:cubicBezTo>
                    <a:lnTo>
                      <a:pt x="1300258" y="155639"/>
                    </a:lnTo>
                    <a:cubicBezTo>
                      <a:pt x="1310640" y="130112"/>
                      <a:pt x="1323308" y="105537"/>
                      <a:pt x="1337977" y="82296"/>
                    </a:cubicBezTo>
                    <a:lnTo>
                      <a:pt x="1337977" y="8229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</p:grpSp>
      <p:sp>
        <p:nvSpPr>
          <p:cNvPr id="957" name="Google Shape;957;p77"/>
          <p:cNvSpPr txBox="1"/>
          <p:nvPr/>
        </p:nvSpPr>
        <p:spPr>
          <a:xfrm>
            <a:off x="8782050" y="6489397"/>
            <a:ext cx="30289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A7A9A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UNIVERSITY OF UTAH HEALTH</a:t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958" name="Google Shape;958;p77"/>
          <p:cNvGrpSpPr/>
          <p:nvPr/>
        </p:nvGrpSpPr>
        <p:grpSpPr>
          <a:xfrm>
            <a:off x="12399975" y="-1"/>
            <a:ext cx="8060170" cy="6857999"/>
            <a:chOff x="15714230" y="-1"/>
            <a:chExt cx="8060170" cy="6857999"/>
          </a:xfrm>
        </p:grpSpPr>
        <p:grpSp>
          <p:nvGrpSpPr>
            <p:cNvPr id="959" name="Google Shape;959;p77"/>
            <p:cNvGrpSpPr/>
            <p:nvPr/>
          </p:nvGrpSpPr>
          <p:grpSpPr>
            <a:xfrm>
              <a:off x="15714230" y="-1"/>
              <a:ext cx="8060170" cy="6857999"/>
              <a:chOff x="15714230" y="-1"/>
              <a:chExt cx="8060170" cy="6857999"/>
            </a:xfrm>
          </p:grpSpPr>
          <p:sp>
            <p:nvSpPr>
              <p:cNvPr id="960" name="Google Shape;960;p77"/>
              <p:cNvSpPr/>
              <p:nvPr/>
            </p:nvSpPr>
            <p:spPr>
              <a:xfrm>
                <a:off x="15714230" y="-1"/>
                <a:ext cx="8060170" cy="6857999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961" name="Google Shape;961;p77"/>
              <p:cNvSpPr txBox="1"/>
              <p:nvPr/>
            </p:nvSpPr>
            <p:spPr>
              <a:xfrm>
                <a:off x="15871620" y="150741"/>
                <a:ext cx="2941768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200"/>
                  <a:buFont typeface="Arial"/>
                  <a:buNone/>
                </a:pPr>
                <a:r>
                  <a:rPr b="1" i="0" lang="en-GB" sz="3200" u="none" cap="none" strike="noStrike">
                    <a:solidFill>
                      <a:schemeClr val="accen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Instruction: 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2" name="Google Shape;962;p77"/>
              <p:cNvSpPr txBox="1"/>
              <p:nvPr/>
            </p:nvSpPr>
            <p:spPr>
              <a:xfrm>
                <a:off x="15871620" y="818147"/>
                <a:ext cx="2502568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GB" sz="1800" u="none" cap="none" strike="noStrike">
                    <a:solidFill>
                      <a:schemeClr val="dk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1. Insert video on </a:t>
                </a:r>
                <a:br>
                  <a:rPr b="0" i="0" lang="en-GB" sz="1800" u="none" cap="none" strike="noStrike">
                    <a:solidFill>
                      <a:schemeClr val="dk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</a:br>
                <a:r>
                  <a:rPr b="0" i="0" lang="en-GB" sz="1800" u="none" cap="none" strike="noStrike">
                    <a:solidFill>
                      <a:schemeClr val="dk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the placeholder.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963" name="Google Shape;963;p7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5994882" y="1500625"/>
                <a:ext cx="875152" cy="9050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64" name="Google Shape;964;p77"/>
              <p:cNvSpPr txBox="1"/>
              <p:nvPr/>
            </p:nvSpPr>
            <p:spPr>
              <a:xfrm>
                <a:off x="15871620" y="2582779"/>
                <a:ext cx="2502568" cy="14773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GB" sz="1800" u="none" cap="none" strike="noStrike">
                    <a:solidFill>
                      <a:schemeClr val="dk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2. Once video is inserted, navigate to ‘Video Playback’ at the top and select ‘Crop’.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A screenshot of a video format&#10;&#10;Description automatically generated" id="965" name="Google Shape;965;p7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5994881" y="4228704"/>
                <a:ext cx="2492608" cy="161464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 screenshot of a computer&#10;&#10;Description automatically generated" id="966" name="Google Shape;966;p77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19050759" y="4142650"/>
                <a:ext cx="4010935" cy="250652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67" name="Google Shape;967;p77"/>
              <p:cNvSpPr/>
              <p:nvPr/>
            </p:nvSpPr>
            <p:spPr>
              <a:xfrm>
                <a:off x="15989715" y="4219078"/>
                <a:ext cx="1536285" cy="486451"/>
              </a:xfrm>
              <a:prstGeom prst="frame">
                <a:avLst>
                  <a:gd fmla="val 2285" name="adj1"/>
                </a:avLst>
              </a:prstGeom>
              <a:solidFill>
                <a:schemeClr val="accent2"/>
              </a:solidFill>
              <a:ln cap="flat" cmpd="sng" w="2857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968" name="Google Shape;968;p77"/>
              <p:cNvSpPr/>
              <p:nvPr/>
            </p:nvSpPr>
            <p:spPr>
              <a:xfrm>
                <a:off x="17342505" y="4761370"/>
                <a:ext cx="793096" cy="969879"/>
              </a:xfrm>
              <a:prstGeom prst="frame">
                <a:avLst>
                  <a:gd fmla="val 2285" name="adj1"/>
                </a:avLst>
              </a:prstGeom>
              <a:solidFill>
                <a:schemeClr val="accent2"/>
              </a:solidFill>
              <a:ln cap="flat" cmpd="sng" w="2857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grpSp>
            <p:nvGrpSpPr>
              <p:cNvPr id="969" name="Google Shape;969;p77"/>
              <p:cNvGrpSpPr/>
              <p:nvPr/>
            </p:nvGrpSpPr>
            <p:grpSpPr>
              <a:xfrm>
                <a:off x="19050759" y="1187479"/>
                <a:ext cx="3967529" cy="2248431"/>
                <a:chOff x="20827627" y="867691"/>
                <a:chExt cx="3967529" cy="2248431"/>
              </a:xfrm>
            </p:grpSpPr>
            <p:pic>
              <p:nvPicPr>
                <p:cNvPr descr="A screenshot of a computer&#10;&#10;Description automatically generated" id="970" name="Google Shape;970;p77"/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 b="0" l="0" r="0" t="0"/>
                <a:stretch/>
              </p:blipFill>
              <p:spPr>
                <a:xfrm>
                  <a:off x="20827627" y="867691"/>
                  <a:ext cx="3967529" cy="224843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971" name="Google Shape;971;p77"/>
                <p:cNvCxnSpPr/>
                <p:nvPr/>
              </p:nvCxnSpPr>
              <p:spPr>
                <a:xfrm rot="10800000">
                  <a:off x="20903827" y="1767756"/>
                  <a:ext cx="3048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med" w="med" type="stealth"/>
                </a:ln>
              </p:spPr>
            </p:cxnSp>
            <p:cxnSp>
              <p:nvCxnSpPr>
                <p:cNvPr id="972" name="Google Shape;972;p77"/>
                <p:cNvCxnSpPr/>
                <p:nvPr/>
              </p:nvCxnSpPr>
              <p:spPr>
                <a:xfrm>
                  <a:off x="24409027" y="1767756"/>
                  <a:ext cx="3048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med" w="med" type="stealth"/>
                </a:ln>
              </p:spPr>
            </p:cxnSp>
          </p:grpSp>
        </p:grpSp>
        <p:sp>
          <p:nvSpPr>
            <p:cNvPr id="973" name="Google Shape;973;p77"/>
            <p:cNvSpPr txBox="1"/>
            <p:nvPr/>
          </p:nvSpPr>
          <p:spPr>
            <a:xfrm>
              <a:off x="18953152" y="3703345"/>
              <a:ext cx="466884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4. Enlarge the video to fill the crop area.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77"/>
            <p:cNvSpPr txBox="1"/>
            <p:nvPr/>
          </p:nvSpPr>
          <p:spPr>
            <a:xfrm>
              <a:off x="18953152" y="818147"/>
              <a:ext cx="4668848" cy="369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3. Drag the crop area to fill slide length.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213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5b - Red Title with Video Layout">
  <p:cSld name="Divider 5b - Red Title with Video Layout"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78"/>
          <p:cNvSpPr/>
          <p:nvPr>
            <p:ph idx="2" type="media"/>
          </p:nvPr>
        </p:nvSpPr>
        <p:spPr>
          <a:xfrm>
            <a:off x="0" y="-1726"/>
            <a:ext cx="12192000" cy="685799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t" bIns="45700" lIns="91425" spcFirstLastPara="1" rIns="91425" wrap="square" tIns="3657600">
            <a:noAutofit/>
          </a:bodyPr>
          <a:lstStyle>
            <a:lvl1pPr lvl="0" marR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977" name="Google Shape;977;p78"/>
          <p:cNvSpPr txBox="1"/>
          <p:nvPr>
            <p:ph type="ctrTitle"/>
          </p:nvPr>
        </p:nvSpPr>
        <p:spPr>
          <a:xfrm>
            <a:off x="287363" y="198267"/>
            <a:ext cx="11617274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entury Gothic"/>
              <a:buNone/>
              <a:defRPr sz="48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8" name="Google Shape;978;p78"/>
          <p:cNvSpPr txBox="1"/>
          <p:nvPr>
            <p:ph idx="1" type="body"/>
          </p:nvPr>
        </p:nvSpPr>
        <p:spPr>
          <a:xfrm>
            <a:off x="365760" y="5445320"/>
            <a:ext cx="6495074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2pPr>
            <a:lvl3pPr indent="-2286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4pPr>
            <a:lvl5pPr indent="-2286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9" name="Google Shape;979;p78"/>
          <p:cNvSpPr txBox="1"/>
          <p:nvPr>
            <p:ph idx="3" type="body"/>
          </p:nvPr>
        </p:nvSpPr>
        <p:spPr>
          <a:xfrm>
            <a:off x="365760" y="5852160"/>
            <a:ext cx="6495074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b="0" sz="18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2pPr>
            <a:lvl3pPr indent="-2286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4pPr>
            <a:lvl5pPr indent="-2286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0" name="Google Shape;980;p78"/>
          <p:cNvSpPr txBox="1"/>
          <p:nvPr>
            <p:ph idx="10" type="dt"/>
          </p:nvPr>
        </p:nvSpPr>
        <p:spPr>
          <a:xfrm>
            <a:off x="365760" y="6310800"/>
            <a:ext cx="212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1" name="Google Shape;981;p78"/>
          <p:cNvSpPr txBox="1"/>
          <p:nvPr>
            <p:ph idx="11" type="ftr"/>
          </p:nvPr>
        </p:nvSpPr>
        <p:spPr>
          <a:xfrm>
            <a:off x="2743200" y="6309397"/>
            <a:ext cx="419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982" name="Google Shape;982;p78"/>
          <p:cNvGrpSpPr/>
          <p:nvPr/>
        </p:nvGrpSpPr>
        <p:grpSpPr>
          <a:xfrm>
            <a:off x="-3424512" y="-1"/>
            <a:ext cx="3208421" cy="6857999"/>
            <a:chOff x="-3424512" y="-1"/>
            <a:chExt cx="3208421" cy="6857999"/>
          </a:xfrm>
        </p:grpSpPr>
        <p:sp>
          <p:nvSpPr>
            <p:cNvPr id="983" name="Google Shape;983;p78"/>
            <p:cNvSpPr/>
            <p:nvPr/>
          </p:nvSpPr>
          <p:spPr>
            <a:xfrm>
              <a:off x="-3424512" y="-1"/>
              <a:ext cx="3208421" cy="685799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84" name="Google Shape;984;p78"/>
            <p:cNvSpPr txBox="1"/>
            <p:nvPr/>
          </p:nvSpPr>
          <p:spPr>
            <a:xfrm>
              <a:off x="-3267122" y="150741"/>
              <a:ext cx="2941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GB" sz="3200" u="none" cap="none" strike="noStrike">
                  <a:solidFill>
                    <a:schemeClr val="accen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Instruction 1: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78"/>
            <p:cNvSpPr txBox="1"/>
            <p:nvPr/>
          </p:nvSpPr>
          <p:spPr>
            <a:xfrm>
              <a:off x="-3267122" y="818147"/>
              <a:ext cx="294176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To underline keyword in title text box, highlight selected word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86" name="Google Shape;986;p7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143860" y="1824108"/>
              <a:ext cx="875152" cy="905001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987" name="Google Shape;987;p78"/>
            <p:cNvSpPr txBox="1"/>
            <p:nvPr/>
          </p:nvSpPr>
          <p:spPr>
            <a:xfrm>
              <a:off x="-3267122" y="2906262"/>
              <a:ext cx="2502568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2. Then go to 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‘Bold’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in the toolbar and then </a:t>
              </a:r>
              <a:b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‘underline’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after.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88" name="Google Shape;988;p78"/>
            <p:cNvPicPr preferRelativeResize="0"/>
            <p:nvPr/>
          </p:nvPicPr>
          <p:blipFill rotWithShape="1">
            <a:blip r:embed="rId3">
              <a:alphaModFix/>
            </a:blip>
            <a:srcRect b="-62788" l="0" r="0" t="-62788"/>
            <a:stretch/>
          </p:blipFill>
          <p:spPr>
            <a:xfrm>
              <a:off x="-3143862" y="4212225"/>
              <a:ext cx="1654280" cy="1614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9" name="Google Shape;989;p78"/>
            <p:cNvSpPr/>
            <p:nvPr/>
          </p:nvSpPr>
          <p:spPr>
            <a:xfrm>
              <a:off x="-3095847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90" name="Google Shape;990;p78"/>
            <p:cNvSpPr/>
            <p:nvPr/>
          </p:nvSpPr>
          <p:spPr>
            <a:xfrm>
              <a:off x="-2236570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991" name="Google Shape;991;p78"/>
          <p:cNvGrpSpPr/>
          <p:nvPr/>
        </p:nvGrpSpPr>
        <p:grpSpPr>
          <a:xfrm>
            <a:off x="-3424512" y="-1"/>
            <a:ext cx="3208421" cy="6857999"/>
            <a:chOff x="-3424512" y="-1"/>
            <a:chExt cx="3208421" cy="6857999"/>
          </a:xfrm>
        </p:grpSpPr>
        <p:sp>
          <p:nvSpPr>
            <p:cNvPr id="992" name="Google Shape;992;p78"/>
            <p:cNvSpPr/>
            <p:nvPr/>
          </p:nvSpPr>
          <p:spPr>
            <a:xfrm>
              <a:off x="-3424512" y="-1"/>
              <a:ext cx="3208421" cy="685799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93" name="Google Shape;993;p78"/>
            <p:cNvSpPr txBox="1"/>
            <p:nvPr/>
          </p:nvSpPr>
          <p:spPr>
            <a:xfrm>
              <a:off x="-3267122" y="150741"/>
              <a:ext cx="2941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GB" sz="3200" u="none" cap="none" strike="noStrike">
                  <a:solidFill>
                    <a:schemeClr val="accen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Instruction: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78"/>
            <p:cNvSpPr txBox="1"/>
            <p:nvPr/>
          </p:nvSpPr>
          <p:spPr>
            <a:xfrm>
              <a:off x="-3267122" y="818147"/>
              <a:ext cx="294176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To underline keyword in title text box, highlight selected word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95" name="Google Shape;995;p7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3143860" y="1824108"/>
              <a:ext cx="875152" cy="905001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996" name="Google Shape;996;p78"/>
            <p:cNvSpPr txBox="1"/>
            <p:nvPr/>
          </p:nvSpPr>
          <p:spPr>
            <a:xfrm>
              <a:off x="-3267122" y="2906262"/>
              <a:ext cx="2502568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2. Then go to 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‘Bold’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in the toolbar and then </a:t>
              </a:r>
              <a:b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the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‘underline’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option after.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97" name="Google Shape;997;p78"/>
            <p:cNvPicPr preferRelativeResize="0"/>
            <p:nvPr/>
          </p:nvPicPr>
          <p:blipFill rotWithShape="1">
            <a:blip r:embed="rId3">
              <a:alphaModFix/>
            </a:blip>
            <a:srcRect b="-62788" l="0" r="0" t="-62788"/>
            <a:stretch/>
          </p:blipFill>
          <p:spPr>
            <a:xfrm>
              <a:off x="-3143862" y="4212225"/>
              <a:ext cx="1654280" cy="1614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8" name="Google Shape;998;p78"/>
            <p:cNvSpPr/>
            <p:nvPr/>
          </p:nvSpPr>
          <p:spPr>
            <a:xfrm>
              <a:off x="-3095847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99" name="Google Shape;999;p78"/>
            <p:cNvSpPr/>
            <p:nvPr/>
          </p:nvSpPr>
          <p:spPr>
            <a:xfrm>
              <a:off x="-2236570" y="4640680"/>
              <a:ext cx="720000" cy="724776"/>
            </a:xfrm>
            <a:prstGeom prst="frame">
              <a:avLst>
                <a:gd fmla="val 2285" name="adj1"/>
              </a:avLst>
            </a:prstGeom>
            <a:solidFill>
              <a:schemeClr val="accent2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1000" name="Google Shape;1000;p78"/>
          <p:cNvGrpSpPr/>
          <p:nvPr/>
        </p:nvGrpSpPr>
        <p:grpSpPr>
          <a:xfrm>
            <a:off x="9593261" y="5524500"/>
            <a:ext cx="2103439" cy="552361"/>
            <a:chOff x="6455388" y="4102692"/>
            <a:chExt cx="5543454" cy="1455705"/>
          </a:xfrm>
        </p:grpSpPr>
        <p:sp>
          <p:nvSpPr>
            <p:cNvPr id="1001" name="Google Shape;1001;p78"/>
            <p:cNvSpPr/>
            <p:nvPr/>
          </p:nvSpPr>
          <p:spPr>
            <a:xfrm>
              <a:off x="8423253" y="4383013"/>
              <a:ext cx="3575494" cy="683609"/>
            </a:xfrm>
            <a:custGeom>
              <a:rect b="b" l="l" r="r" t="t"/>
              <a:pathLst>
                <a:path extrusionOk="0" h="683609" w="3575494">
                  <a:moveTo>
                    <a:pt x="527495" y="0"/>
                  </a:moveTo>
                  <a:lnTo>
                    <a:pt x="527495" y="683133"/>
                  </a:lnTo>
                  <a:lnTo>
                    <a:pt x="399669" y="683133"/>
                  </a:lnTo>
                  <a:lnTo>
                    <a:pt x="399669" y="400622"/>
                  </a:lnTo>
                  <a:lnTo>
                    <a:pt x="125921" y="400622"/>
                  </a:lnTo>
                  <a:lnTo>
                    <a:pt x="125921" y="683228"/>
                  </a:lnTo>
                  <a:lnTo>
                    <a:pt x="0" y="683228"/>
                  </a:lnTo>
                  <a:lnTo>
                    <a:pt x="0" y="0"/>
                  </a:lnTo>
                  <a:lnTo>
                    <a:pt x="125921" y="0"/>
                  </a:lnTo>
                  <a:lnTo>
                    <a:pt x="125921" y="286607"/>
                  </a:lnTo>
                  <a:lnTo>
                    <a:pt x="399574" y="286607"/>
                  </a:lnTo>
                  <a:lnTo>
                    <a:pt x="399574" y="0"/>
                  </a:lnTo>
                  <a:lnTo>
                    <a:pt x="527495" y="0"/>
                  </a:lnTo>
                  <a:close/>
                  <a:moveTo>
                    <a:pt x="715994" y="0"/>
                  </a:moveTo>
                  <a:lnTo>
                    <a:pt x="1138809" y="0"/>
                  </a:lnTo>
                  <a:lnTo>
                    <a:pt x="1138809" y="113062"/>
                  </a:lnTo>
                  <a:lnTo>
                    <a:pt x="841915" y="113062"/>
                  </a:lnTo>
                  <a:lnTo>
                    <a:pt x="841915" y="290989"/>
                  </a:lnTo>
                  <a:lnTo>
                    <a:pt x="1101662" y="290989"/>
                  </a:lnTo>
                  <a:lnTo>
                    <a:pt x="1101662" y="403003"/>
                  </a:lnTo>
                  <a:lnTo>
                    <a:pt x="841915" y="403003"/>
                  </a:lnTo>
                  <a:lnTo>
                    <a:pt x="841915" y="570548"/>
                  </a:lnTo>
                  <a:lnTo>
                    <a:pt x="1148334" y="570548"/>
                  </a:lnTo>
                  <a:lnTo>
                    <a:pt x="1148334" y="683609"/>
                  </a:lnTo>
                  <a:lnTo>
                    <a:pt x="715994" y="683609"/>
                  </a:lnTo>
                  <a:lnTo>
                    <a:pt x="715994" y="0"/>
                  </a:lnTo>
                  <a:close/>
                  <a:moveTo>
                    <a:pt x="1686687" y="517589"/>
                  </a:moveTo>
                  <a:lnTo>
                    <a:pt x="1431893" y="517589"/>
                  </a:lnTo>
                  <a:lnTo>
                    <a:pt x="1369409" y="683228"/>
                  </a:lnTo>
                  <a:lnTo>
                    <a:pt x="1234535" y="683228"/>
                  </a:lnTo>
                  <a:lnTo>
                    <a:pt x="1490377" y="95"/>
                  </a:lnTo>
                  <a:lnTo>
                    <a:pt x="1627251" y="95"/>
                  </a:lnTo>
                  <a:lnTo>
                    <a:pt x="1883092" y="683228"/>
                  </a:lnTo>
                  <a:lnTo>
                    <a:pt x="1749171" y="683228"/>
                  </a:lnTo>
                  <a:lnTo>
                    <a:pt x="1686592" y="517589"/>
                  </a:lnTo>
                  <a:close/>
                  <a:moveTo>
                    <a:pt x="1474470" y="406527"/>
                  </a:moveTo>
                  <a:lnTo>
                    <a:pt x="1645063" y="406527"/>
                  </a:lnTo>
                  <a:lnTo>
                    <a:pt x="1558862" y="145733"/>
                  </a:lnTo>
                  <a:lnTo>
                    <a:pt x="1474565" y="406527"/>
                  </a:lnTo>
                  <a:close/>
                  <a:moveTo>
                    <a:pt x="1995392" y="0"/>
                  </a:moveTo>
                  <a:lnTo>
                    <a:pt x="2121980" y="0"/>
                  </a:lnTo>
                  <a:lnTo>
                    <a:pt x="2121980" y="570167"/>
                  </a:lnTo>
                  <a:lnTo>
                    <a:pt x="2385632" y="570167"/>
                  </a:lnTo>
                  <a:lnTo>
                    <a:pt x="2385632" y="683228"/>
                  </a:lnTo>
                  <a:lnTo>
                    <a:pt x="1995392" y="683228"/>
                  </a:lnTo>
                  <a:lnTo>
                    <a:pt x="1995392" y="0"/>
                  </a:lnTo>
                  <a:close/>
                  <a:moveTo>
                    <a:pt x="2395157" y="0"/>
                  </a:moveTo>
                  <a:lnTo>
                    <a:pt x="2907792" y="0"/>
                  </a:lnTo>
                  <a:lnTo>
                    <a:pt x="2907792" y="116014"/>
                  </a:lnTo>
                  <a:lnTo>
                    <a:pt x="2715863" y="116014"/>
                  </a:lnTo>
                  <a:lnTo>
                    <a:pt x="2715863" y="683228"/>
                  </a:lnTo>
                  <a:lnTo>
                    <a:pt x="2587942" y="683228"/>
                  </a:lnTo>
                  <a:lnTo>
                    <a:pt x="2587942" y="116014"/>
                  </a:lnTo>
                  <a:lnTo>
                    <a:pt x="2395061" y="116014"/>
                  </a:lnTo>
                  <a:lnTo>
                    <a:pt x="2395061" y="0"/>
                  </a:lnTo>
                  <a:close/>
                  <a:moveTo>
                    <a:pt x="3575494" y="0"/>
                  </a:moveTo>
                  <a:lnTo>
                    <a:pt x="3575494" y="683133"/>
                  </a:lnTo>
                  <a:lnTo>
                    <a:pt x="3447764" y="683133"/>
                  </a:lnTo>
                  <a:lnTo>
                    <a:pt x="3447764" y="400622"/>
                  </a:lnTo>
                  <a:lnTo>
                    <a:pt x="3174111" y="400622"/>
                  </a:lnTo>
                  <a:lnTo>
                    <a:pt x="3174111" y="683228"/>
                  </a:lnTo>
                  <a:lnTo>
                    <a:pt x="3048191" y="683228"/>
                  </a:lnTo>
                  <a:lnTo>
                    <a:pt x="3048191" y="0"/>
                  </a:lnTo>
                  <a:lnTo>
                    <a:pt x="3174111" y="0"/>
                  </a:lnTo>
                  <a:lnTo>
                    <a:pt x="3174111" y="286607"/>
                  </a:lnTo>
                  <a:lnTo>
                    <a:pt x="3447764" y="286607"/>
                  </a:lnTo>
                  <a:lnTo>
                    <a:pt x="3447764" y="0"/>
                  </a:lnTo>
                  <a:lnTo>
                    <a:pt x="35754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02" name="Google Shape;1002;p78"/>
            <p:cNvSpPr/>
            <p:nvPr/>
          </p:nvSpPr>
          <p:spPr>
            <a:xfrm>
              <a:off x="8418776" y="5302158"/>
              <a:ext cx="3580066" cy="255953"/>
            </a:xfrm>
            <a:custGeom>
              <a:rect b="b" l="l" r="r" t="t"/>
              <a:pathLst>
                <a:path extrusionOk="0" h="255953" w="3580066">
                  <a:moveTo>
                    <a:pt x="146113" y="165847"/>
                  </a:moveTo>
                  <a:lnTo>
                    <a:pt x="146113" y="3065"/>
                  </a:lnTo>
                  <a:lnTo>
                    <a:pt x="184880" y="3065"/>
                  </a:lnTo>
                  <a:lnTo>
                    <a:pt x="184880" y="165847"/>
                  </a:lnTo>
                  <a:cubicBezTo>
                    <a:pt x="185452" y="214996"/>
                    <a:pt x="146113" y="255382"/>
                    <a:pt x="96964" y="255954"/>
                  </a:cubicBezTo>
                  <a:cubicBezTo>
                    <a:pt x="95536" y="255954"/>
                    <a:pt x="94107" y="255954"/>
                    <a:pt x="92583" y="255954"/>
                  </a:cubicBezTo>
                  <a:cubicBezTo>
                    <a:pt x="42672" y="255954"/>
                    <a:pt x="0" y="220521"/>
                    <a:pt x="0" y="165943"/>
                  </a:cubicBezTo>
                  <a:lnTo>
                    <a:pt x="0" y="3160"/>
                  </a:lnTo>
                  <a:lnTo>
                    <a:pt x="39148" y="3160"/>
                  </a:lnTo>
                  <a:lnTo>
                    <a:pt x="39148" y="165943"/>
                  </a:lnTo>
                  <a:cubicBezTo>
                    <a:pt x="39148" y="195470"/>
                    <a:pt x="63151" y="219473"/>
                    <a:pt x="92678" y="219473"/>
                  </a:cubicBezTo>
                  <a:cubicBezTo>
                    <a:pt x="122206" y="219473"/>
                    <a:pt x="146209" y="195470"/>
                    <a:pt x="146209" y="165943"/>
                  </a:cubicBezTo>
                  <a:lnTo>
                    <a:pt x="146113" y="165943"/>
                  </a:lnTo>
                  <a:close/>
                  <a:moveTo>
                    <a:pt x="434435" y="252239"/>
                  </a:moveTo>
                  <a:lnTo>
                    <a:pt x="398621" y="252239"/>
                  </a:lnTo>
                  <a:lnTo>
                    <a:pt x="291560" y="73931"/>
                  </a:lnTo>
                  <a:lnTo>
                    <a:pt x="291560" y="252239"/>
                  </a:lnTo>
                  <a:lnTo>
                    <a:pt x="253460" y="252239"/>
                  </a:lnTo>
                  <a:lnTo>
                    <a:pt x="253460" y="3065"/>
                  </a:lnTo>
                  <a:lnTo>
                    <a:pt x="290417" y="3065"/>
                  </a:lnTo>
                  <a:lnTo>
                    <a:pt x="396335" y="179944"/>
                  </a:lnTo>
                  <a:lnTo>
                    <a:pt x="396335" y="3065"/>
                  </a:lnTo>
                  <a:lnTo>
                    <a:pt x="434435" y="3065"/>
                  </a:lnTo>
                  <a:lnTo>
                    <a:pt x="434435" y="252239"/>
                  </a:lnTo>
                  <a:close/>
                  <a:moveTo>
                    <a:pt x="497014" y="3065"/>
                  </a:moveTo>
                  <a:lnTo>
                    <a:pt x="535114" y="3065"/>
                  </a:lnTo>
                  <a:lnTo>
                    <a:pt x="535114" y="252239"/>
                  </a:lnTo>
                  <a:lnTo>
                    <a:pt x="497014" y="252239"/>
                  </a:lnTo>
                  <a:lnTo>
                    <a:pt x="497014" y="3065"/>
                  </a:lnTo>
                  <a:close/>
                  <a:moveTo>
                    <a:pt x="622935" y="3065"/>
                  </a:moveTo>
                  <a:lnTo>
                    <a:pt x="676180" y="188231"/>
                  </a:lnTo>
                  <a:lnTo>
                    <a:pt x="729710" y="3065"/>
                  </a:lnTo>
                  <a:lnTo>
                    <a:pt x="769525" y="3065"/>
                  </a:lnTo>
                  <a:lnTo>
                    <a:pt x="694372" y="252239"/>
                  </a:lnTo>
                  <a:lnTo>
                    <a:pt x="658558" y="252239"/>
                  </a:lnTo>
                  <a:lnTo>
                    <a:pt x="583025" y="3065"/>
                  </a:lnTo>
                  <a:lnTo>
                    <a:pt x="623125" y="3065"/>
                  </a:lnTo>
                  <a:close/>
                  <a:moveTo>
                    <a:pt x="813911" y="3065"/>
                  </a:moveTo>
                  <a:lnTo>
                    <a:pt x="964025" y="3065"/>
                  </a:lnTo>
                  <a:lnTo>
                    <a:pt x="964025" y="38212"/>
                  </a:lnTo>
                  <a:lnTo>
                    <a:pt x="852297" y="38212"/>
                  </a:lnTo>
                  <a:lnTo>
                    <a:pt x="852297" y="111936"/>
                  </a:lnTo>
                  <a:lnTo>
                    <a:pt x="949928" y="111936"/>
                  </a:lnTo>
                  <a:lnTo>
                    <a:pt x="949928" y="146988"/>
                  </a:lnTo>
                  <a:lnTo>
                    <a:pt x="852297" y="146988"/>
                  </a:lnTo>
                  <a:lnTo>
                    <a:pt x="852297" y="216806"/>
                  </a:lnTo>
                  <a:lnTo>
                    <a:pt x="967645" y="216806"/>
                  </a:lnTo>
                  <a:lnTo>
                    <a:pt x="967645" y="251953"/>
                  </a:lnTo>
                  <a:lnTo>
                    <a:pt x="813911" y="251953"/>
                  </a:lnTo>
                  <a:lnTo>
                    <a:pt x="813911" y="3160"/>
                  </a:lnTo>
                  <a:close/>
                  <a:moveTo>
                    <a:pt x="1200436" y="252239"/>
                  </a:moveTo>
                  <a:lnTo>
                    <a:pt x="1153763" y="252239"/>
                  </a:lnTo>
                  <a:lnTo>
                    <a:pt x="1091565" y="160799"/>
                  </a:lnTo>
                  <a:lnTo>
                    <a:pt x="1064800" y="160799"/>
                  </a:lnTo>
                  <a:lnTo>
                    <a:pt x="1064800" y="252239"/>
                  </a:lnTo>
                  <a:lnTo>
                    <a:pt x="1026128" y="252239"/>
                  </a:lnTo>
                  <a:lnTo>
                    <a:pt x="1026128" y="3065"/>
                  </a:lnTo>
                  <a:lnTo>
                    <a:pt x="1123379" y="3065"/>
                  </a:lnTo>
                  <a:cubicBezTo>
                    <a:pt x="1176909" y="3065"/>
                    <a:pt x="1199483" y="42499"/>
                    <a:pt x="1199483" y="82218"/>
                  </a:cubicBezTo>
                  <a:cubicBezTo>
                    <a:pt x="1199483" y="118794"/>
                    <a:pt x="1181005" y="154227"/>
                    <a:pt x="1135094" y="159180"/>
                  </a:cubicBezTo>
                  <a:lnTo>
                    <a:pt x="1200245" y="252144"/>
                  </a:lnTo>
                  <a:close/>
                  <a:moveTo>
                    <a:pt x="1064895" y="38117"/>
                  </a:moveTo>
                  <a:lnTo>
                    <a:pt x="1064895" y="125271"/>
                  </a:lnTo>
                  <a:lnTo>
                    <a:pt x="1120616" y="125271"/>
                  </a:lnTo>
                  <a:cubicBezTo>
                    <a:pt x="1148524" y="125271"/>
                    <a:pt x="1159669" y="103173"/>
                    <a:pt x="1159669" y="81837"/>
                  </a:cubicBezTo>
                  <a:cubicBezTo>
                    <a:pt x="1159669" y="60501"/>
                    <a:pt x="1148810" y="38022"/>
                    <a:pt x="1121569" y="38022"/>
                  </a:cubicBezTo>
                  <a:lnTo>
                    <a:pt x="1064895" y="38022"/>
                  </a:lnTo>
                  <a:close/>
                  <a:moveTo>
                    <a:pt x="1290256" y="179849"/>
                  </a:moveTo>
                  <a:cubicBezTo>
                    <a:pt x="1291019" y="200137"/>
                    <a:pt x="1310164" y="220711"/>
                    <a:pt x="1339882" y="220711"/>
                  </a:cubicBezTo>
                  <a:cubicBezTo>
                    <a:pt x="1369600" y="220711"/>
                    <a:pt x="1384364" y="204805"/>
                    <a:pt x="1386935" y="186707"/>
                  </a:cubicBezTo>
                  <a:cubicBezTo>
                    <a:pt x="1388364" y="163561"/>
                    <a:pt x="1370648" y="151560"/>
                    <a:pt x="1347502" y="146131"/>
                  </a:cubicBezTo>
                  <a:lnTo>
                    <a:pt x="1315974" y="138225"/>
                  </a:lnTo>
                  <a:cubicBezTo>
                    <a:pt x="1262444" y="123747"/>
                    <a:pt x="1254062" y="93362"/>
                    <a:pt x="1254062" y="71550"/>
                  </a:cubicBezTo>
                  <a:cubicBezTo>
                    <a:pt x="1254062" y="28878"/>
                    <a:pt x="1292162" y="303"/>
                    <a:pt x="1336072" y="303"/>
                  </a:cubicBezTo>
                  <a:cubicBezTo>
                    <a:pt x="1379982" y="303"/>
                    <a:pt x="1417034" y="28878"/>
                    <a:pt x="1417034" y="74026"/>
                  </a:cubicBezTo>
                  <a:lnTo>
                    <a:pt x="1378934" y="74026"/>
                  </a:lnTo>
                  <a:cubicBezTo>
                    <a:pt x="1378934" y="51262"/>
                    <a:pt x="1361218" y="35926"/>
                    <a:pt x="1335500" y="35926"/>
                  </a:cubicBezTo>
                  <a:cubicBezTo>
                    <a:pt x="1312736" y="35926"/>
                    <a:pt x="1292447" y="49642"/>
                    <a:pt x="1292447" y="70312"/>
                  </a:cubicBezTo>
                  <a:cubicBezTo>
                    <a:pt x="1292447" y="79837"/>
                    <a:pt x="1296067" y="95267"/>
                    <a:pt x="1325785" y="102887"/>
                  </a:cubicBezTo>
                  <a:lnTo>
                    <a:pt x="1357598" y="111174"/>
                  </a:lnTo>
                  <a:cubicBezTo>
                    <a:pt x="1407890" y="124604"/>
                    <a:pt x="1428845" y="152798"/>
                    <a:pt x="1424940" y="188517"/>
                  </a:cubicBezTo>
                  <a:cubicBezTo>
                    <a:pt x="1421321" y="227569"/>
                    <a:pt x="1387697" y="255192"/>
                    <a:pt x="1339977" y="255192"/>
                  </a:cubicBezTo>
                  <a:cubicBezTo>
                    <a:pt x="1288256" y="255192"/>
                    <a:pt x="1252156" y="219759"/>
                    <a:pt x="1252156" y="179087"/>
                  </a:cubicBezTo>
                  <a:lnTo>
                    <a:pt x="1290256" y="179754"/>
                  </a:lnTo>
                  <a:close/>
                  <a:moveTo>
                    <a:pt x="1475041" y="2970"/>
                  </a:moveTo>
                  <a:lnTo>
                    <a:pt x="1513141" y="2970"/>
                  </a:lnTo>
                  <a:lnTo>
                    <a:pt x="1513141" y="252144"/>
                  </a:lnTo>
                  <a:lnTo>
                    <a:pt x="1475041" y="252144"/>
                  </a:lnTo>
                  <a:lnTo>
                    <a:pt x="1475041" y="2970"/>
                  </a:lnTo>
                  <a:close/>
                  <a:moveTo>
                    <a:pt x="1557147" y="2970"/>
                  </a:moveTo>
                  <a:lnTo>
                    <a:pt x="1742980" y="2970"/>
                  </a:lnTo>
                  <a:lnTo>
                    <a:pt x="1742980" y="38784"/>
                  </a:lnTo>
                  <a:lnTo>
                    <a:pt x="1669732" y="38784"/>
                  </a:lnTo>
                  <a:lnTo>
                    <a:pt x="1669732" y="252239"/>
                  </a:lnTo>
                  <a:lnTo>
                    <a:pt x="1630680" y="252239"/>
                  </a:lnTo>
                  <a:lnTo>
                    <a:pt x="1630680" y="38879"/>
                  </a:lnTo>
                  <a:lnTo>
                    <a:pt x="1557338" y="38879"/>
                  </a:lnTo>
                  <a:lnTo>
                    <a:pt x="1557338" y="2970"/>
                  </a:lnTo>
                  <a:close/>
                  <a:moveTo>
                    <a:pt x="1861375" y="252144"/>
                  </a:moveTo>
                  <a:lnTo>
                    <a:pt x="1861375" y="137939"/>
                  </a:lnTo>
                  <a:lnTo>
                    <a:pt x="1766221" y="3065"/>
                  </a:lnTo>
                  <a:lnTo>
                    <a:pt x="1812227" y="3065"/>
                  </a:lnTo>
                  <a:lnTo>
                    <a:pt x="1880997" y="102125"/>
                  </a:lnTo>
                  <a:lnTo>
                    <a:pt x="1950434" y="3065"/>
                  </a:lnTo>
                  <a:lnTo>
                    <a:pt x="1996440" y="3065"/>
                  </a:lnTo>
                  <a:lnTo>
                    <a:pt x="1900619" y="138320"/>
                  </a:lnTo>
                  <a:lnTo>
                    <a:pt x="1900619" y="252525"/>
                  </a:lnTo>
                  <a:lnTo>
                    <a:pt x="1861566" y="252144"/>
                  </a:lnTo>
                  <a:close/>
                  <a:moveTo>
                    <a:pt x="2238566" y="17"/>
                  </a:moveTo>
                  <a:cubicBezTo>
                    <a:pt x="2309146" y="-1126"/>
                    <a:pt x="2367248" y="55262"/>
                    <a:pt x="2368391" y="125842"/>
                  </a:cubicBezTo>
                  <a:cubicBezTo>
                    <a:pt x="2369534" y="196423"/>
                    <a:pt x="2313146" y="254525"/>
                    <a:pt x="2242566" y="255668"/>
                  </a:cubicBezTo>
                  <a:cubicBezTo>
                    <a:pt x="2171986" y="256811"/>
                    <a:pt x="2113883" y="200423"/>
                    <a:pt x="2112740" y="129843"/>
                  </a:cubicBezTo>
                  <a:cubicBezTo>
                    <a:pt x="2112740" y="129271"/>
                    <a:pt x="2112740" y="128605"/>
                    <a:pt x="2112740" y="128033"/>
                  </a:cubicBezTo>
                  <a:cubicBezTo>
                    <a:pt x="2111788" y="58310"/>
                    <a:pt x="2167604" y="970"/>
                    <a:pt x="2237327" y="17"/>
                  </a:cubicBezTo>
                  <a:cubicBezTo>
                    <a:pt x="2237708" y="17"/>
                    <a:pt x="2238184" y="17"/>
                    <a:pt x="2238566" y="17"/>
                  </a:cubicBezTo>
                  <a:close/>
                  <a:moveTo>
                    <a:pt x="2238566" y="218140"/>
                  </a:moveTo>
                  <a:cubicBezTo>
                    <a:pt x="2288381" y="219664"/>
                    <a:pt x="2330006" y="180516"/>
                    <a:pt x="2331530" y="130700"/>
                  </a:cubicBezTo>
                  <a:cubicBezTo>
                    <a:pt x="2333054" y="80884"/>
                    <a:pt x="2293906" y="39260"/>
                    <a:pt x="2244090" y="37736"/>
                  </a:cubicBezTo>
                  <a:cubicBezTo>
                    <a:pt x="2194274" y="36212"/>
                    <a:pt x="2152650" y="75360"/>
                    <a:pt x="2151126" y="125176"/>
                  </a:cubicBezTo>
                  <a:cubicBezTo>
                    <a:pt x="2151126" y="126128"/>
                    <a:pt x="2151126" y="127081"/>
                    <a:pt x="2151126" y="128128"/>
                  </a:cubicBezTo>
                  <a:cubicBezTo>
                    <a:pt x="2150078" y="176896"/>
                    <a:pt x="2188750" y="217187"/>
                    <a:pt x="2237423" y="218235"/>
                  </a:cubicBezTo>
                  <a:cubicBezTo>
                    <a:pt x="2237804" y="218235"/>
                    <a:pt x="2238184" y="218235"/>
                    <a:pt x="2238566" y="218235"/>
                  </a:cubicBezTo>
                  <a:lnTo>
                    <a:pt x="2238566" y="218235"/>
                  </a:lnTo>
                  <a:close/>
                  <a:moveTo>
                    <a:pt x="2413349" y="2970"/>
                  </a:moveTo>
                  <a:lnTo>
                    <a:pt x="2561558" y="2970"/>
                  </a:lnTo>
                  <a:lnTo>
                    <a:pt x="2561558" y="38117"/>
                  </a:lnTo>
                  <a:lnTo>
                    <a:pt x="2451640" y="38117"/>
                  </a:lnTo>
                  <a:lnTo>
                    <a:pt x="2451640" y="111841"/>
                  </a:lnTo>
                  <a:lnTo>
                    <a:pt x="2538413" y="111841"/>
                  </a:lnTo>
                  <a:lnTo>
                    <a:pt x="2538413" y="146893"/>
                  </a:lnTo>
                  <a:lnTo>
                    <a:pt x="2451640" y="146893"/>
                  </a:lnTo>
                  <a:lnTo>
                    <a:pt x="2451640" y="251572"/>
                  </a:lnTo>
                  <a:lnTo>
                    <a:pt x="2413540" y="251572"/>
                  </a:lnTo>
                  <a:lnTo>
                    <a:pt x="2413349" y="2970"/>
                  </a:lnTo>
                  <a:close/>
                  <a:moveTo>
                    <a:pt x="2842260" y="165752"/>
                  </a:moveTo>
                  <a:lnTo>
                    <a:pt x="2842260" y="2970"/>
                  </a:lnTo>
                  <a:lnTo>
                    <a:pt x="2881027" y="2970"/>
                  </a:lnTo>
                  <a:lnTo>
                    <a:pt x="2881027" y="165752"/>
                  </a:lnTo>
                  <a:cubicBezTo>
                    <a:pt x="2881598" y="214901"/>
                    <a:pt x="2842260" y="255287"/>
                    <a:pt x="2793111" y="255859"/>
                  </a:cubicBezTo>
                  <a:cubicBezTo>
                    <a:pt x="2791682" y="255859"/>
                    <a:pt x="2790254" y="255859"/>
                    <a:pt x="2788730" y="255859"/>
                  </a:cubicBezTo>
                  <a:cubicBezTo>
                    <a:pt x="2738819" y="255859"/>
                    <a:pt x="2696147" y="220426"/>
                    <a:pt x="2696147" y="165847"/>
                  </a:cubicBezTo>
                  <a:lnTo>
                    <a:pt x="2696147" y="3065"/>
                  </a:lnTo>
                  <a:lnTo>
                    <a:pt x="2735199" y="3065"/>
                  </a:lnTo>
                  <a:lnTo>
                    <a:pt x="2735199" y="165847"/>
                  </a:lnTo>
                  <a:cubicBezTo>
                    <a:pt x="2735199" y="195375"/>
                    <a:pt x="2759202" y="219378"/>
                    <a:pt x="2788730" y="219378"/>
                  </a:cubicBezTo>
                  <a:cubicBezTo>
                    <a:pt x="2818257" y="219378"/>
                    <a:pt x="2842260" y="195375"/>
                    <a:pt x="2842260" y="165847"/>
                  </a:cubicBezTo>
                  <a:close/>
                  <a:moveTo>
                    <a:pt x="2930461" y="2970"/>
                  </a:moveTo>
                  <a:lnTo>
                    <a:pt x="3116390" y="2970"/>
                  </a:lnTo>
                  <a:lnTo>
                    <a:pt x="3116390" y="38784"/>
                  </a:lnTo>
                  <a:lnTo>
                    <a:pt x="3043047" y="38784"/>
                  </a:lnTo>
                  <a:lnTo>
                    <a:pt x="3043047" y="252239"/>
                  </a:lnTo>
                  <a:lnTo>
                    <a:pt x="3003995" y="252239"/>
                  </a:lnTo>
                  <a:lnTo>
                    <a:pt x="3003995" y="38879"/>
                  </a:lnTo>
                  <a:lnTo>
                    <a:pt x="2930652" y="38879"/>
                  </a:lnTo>
                  <a:lnTo>
                    <a:pt x="2930652" y="2970"/>
                  </a:lnTo>
                  <a:close/>
                  <a:moveTo>
                    <a:pt x="3280315" y="190422"/>
                  </a:moveTo>
                  <a:lnTo>
                    <a:pt x="3179826" y="190422"/>
                  </a:lnTo>
                  <a:lnTo>
                    <a:pt x="3155919" y="252715"/>
                  </a:lnTo>
                  <a:lnTo>
                    <a:pt x="3115056" y="252715"/>
                  </a:lnTo>
                  <a:lnTo>
                    <a:pt x="3208782" y="3065"/>
                  </a:lnTo>
                  <a:lnTo>
                    <a:pt x="3250406" y="3065"/>
                  </a:lnTo>
                  <a:lnTo>
                    <a:pt x="3344418" y="252239"/>
                  </a:lnTo>
                  <a:lnTo>
                    <a:pt x="3303937" y="252239"/>
                  </a:lnTo>
                  <a:lnTo>
                    <a:pt x="3280220" y="190422"/>
                  </a:lnTo>
                  <a:close/>
                  <a:moveTo>
                    <a:pt x="3192780" y="156037"/>
                  </a:moveTo>
                  <a:lnTo>
                    <a:pt x="3267266" y="156037"/>
                  </a:lnTo>
                  <a:lnTo>
                    <a:pt x="3230023" y="51357"/>
                  </a:lnTo>
                  <a:lnTo>
                    <a:pt x="3192685" y="156037"/>
                  </a:lnTo>
                  <a:close/>
                  <a:moveTo>
                    <a:pt x="3580066" y="2970"/>
                  </a:moveTo>
                  <a:lnTo>
                    <a:pt x="3580066" y="252144"/>
                  </a:lnTo>
                  <a:lnTo>
                    <a:pt x="3541014" y="252144"/>
                  </a:lnTo>
                  <a:lnTo>
                    <a:pt x="3541014" y="145845"/>
                  </a:lnTo>
                  <a:lnTo>
                    <a:pt x="3428619" y="145845"/>
                  </a:lnTo>
                  <a:lnTo>
                    <a:pt x="3428619" y="252144"/>
                  </a:lnTo>
                  <a:lnTo>
                    <a:pt x="3390519" y="252144"/>
                  </a:lnTo>
                  <a:lnTo>
                    <a:pt x="3390519" y="2970"/>
                  </a:lnTo>
                  <a:lnTo>
                    <a:pt x="3428619" y="2970"/>
                  </a:lnTo>
                  <a:lnTo>
                    <a:pt x="3428619" y="110698"/>
                  </a:lnTo>
                  <a:lnTo>
                    <a:pt x="3541110" y="110698"/>
                  </a:lnTo>
                  <a:lnTo>
                    <a:pt x="3541110" y="2970"/>
                  </a:lnTo>
                  <a:lnTo>
                    <a:pt x="3580066" y="297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grpSp>
          <p:nvGrpSpPr>
            <p:cNvPr id="1003" name="Google Shape;1003;p78"/>
            <p:cNvGrpSpPr/>
            <p:nvPr/>
          </p:nvGrpSpPr>
          <p:grpSpPr>
            <a:xfrm>
              <a:off x="6455388" y="4102692"/>
              <a:ext cx="1601438" cy="1455705"/>
              <a:chOff x="3324225" y="2700241"/>
              <a:chExt cx="1601438" cy="1455705"/>
            </a:xfrm>
          </p:grpSpPr>
          <p:sp>
            <p:nvSpPr>
              <p:cNvPr id="1004" name="Google Shape;1004;p78"/>
              <p:cNvSpPr/>
              <p:nvPr/>
            </p:nvSpPr>
            <p:spPr>
              <a:xfrm>
                <a:off x="4540585" y="3230022"/>
                <a:ext cx="239250" cy="787908"/>
              </a:xfrm>
              <a:custGeom>
                <a:rect b="b" l="l" r="r" t="t"/>
                <a:pathLst>
                  <a:path extrusionOk="0" h="787908" w="239250">
                    <a:moveTo>
                      <a:pt x="14270" y="87440"/>
                    </a:moveTo>
                    <a:cubicBezTo>
                      <a:pt x="36273" y="66580"/>
                      <a:pt x="61895" y="37052"/>
                      <a:pt x="91994" y="12954"/>
                    </a:cubicBezTo>
                    <a:moveTo>
                      <a:pt x="239251" y="549307"/>
                    </a:moveTo>
                    <a:lnTo>
                      <a:pt x="239251" y="635603"/>
                    </a:lnTo>
                    <a:lnTo>
                      <a:pt x="85993" y="787908"/>
                    </a:lnTo>
                    <a:cubicBezTo>
                      <a:pt x="-131844" y="356330"/>
                      <a:pt x="118569" y="176879"/>
                      <a:pt x="239251" y="0"/>
                    </a:cubicBezTo>
                    <a:lnTo>
                      <a:pt x="239251" y="201263"/>
                    </a:lnTo>
                    <a:lnTo>
                      <a:pt x="210676" y="173927"/>
                    </a:lnTo>
                    <a:cubicBezTo>
                      <a:pt x="199817" y="163830"/>
                      <a:pt x="182767" y="164402"/>
                      <a:pt x="172576" y="175165"/>
                    </a:cubicBezTo>
                    <a:cubicBezTo>
                      <a:pt x="162098" y="185738"/>
                      <a:pt x="162098" y="202692"/>
                      <a:pt x="172576" y="213265"/>
                    </a:cubicBezTo>
                    <a:lnTo>
                      <a:pt x="239251" y="276511"/>
                    </a:lnTo>
                    <a:lnTo>
                      <a:pt x="239251" y="350234"/>
                    </a:lnTo>
                    <a:lnTo>
                      <a:pt x="101709" y="343757"/>
                    </a:lnTo>
                    <a:cubicBezTo>
                      <a:pt x="86660" y="342995"/>
                      <a:pt x="73897" y="354521"/>
                      <a:pt x="73134" y="369570"/>
                    </a:cubicBezTo>
                    <a:cubicBezTo>
                      <a:pt x="73134" y="369570"/>
                      <a:pt x="73134" y="369570"/>
                      <a:pt x="73134" y="369570"/>
                    </a:cubicBezTo>
                    <a:cubicBezTo>
                      <a:pt x="72087" y="384524"/>
                      <a:pt x="83136" y="397478"/>
                      <a:pt x="98090" y="398717"/>
                    </a:cubicBezTo>
                    <a:lnTo>
                      <a:pt x="239155" y="405289"/>
                    </a:lnTo>
                    <a:lnTo>
                      <a:pt x="239155" y="486728"/>
                    </a:lnTo>
                    <a:lnTo>
                      <a:pt x="89136" y="545973"/>
                    </a:lnTo>
                    <a:cubicBezTo>
                      <a:pt x="74468" y="551783"/>
                      <a:pt x="67324" y="568452"/>
                      <a:pt x="73230" y="583121"/>
                    </a:cubicBezTo>
                    <a:cubicBezTo>
                      <a:pt x="73230" y="583121"/>
                      <a:pt x="73230" y="583121"/>
                      <a:pt x="73230" y="583216"/>
                    </a:cubicBezTo>
                    <a:cubicBezTo>
                      <a:pt x="78468" y="598075"/>
                      <a:pt x="94756" y="605981"/>
                      <a:pt x="109615" y="600742"/>
                    </a:cubicBezTo>
                    <a:cubicBezTo>
                      <a:pt x="109615" y="600742"/>
                      <a:pt x="109615" y="600742"/>
                      <a:pt x="109615" y="600742"/>
                    </a:cubicBezTo>
                    <a:lnTo>
                      <a:pt x="238965" y="548831"/>
                    </a:lnTo>
                    <a:lnTo>
                      <a:pt x="239155" y="5492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1005" name="Google Shape;1005;p78"/>
              <p:cNvSpPr/>
              <p:nvPr/>
            </p:nvSpPr>
            <p:spPr>
              <a:xfrm>
                <a:off x="3324225" y="2700241"/>
                <a:ext cx="1601438" cy="1455705"/>
              </a:xfrm>
              <a:custGeom>
                <a:rect b="b" l="l" r="r" t="t"/>
                <a:pathLst>
                  <a:path extrusionOk="0" h="1455705" w="1601438">
                    <a:moveTo>
                      <a:pt x="1337977" y="82201"/>
                    </a:moveTo>
                    <a:lnTo>
                      <a:pt x="1377315" y="124206"/>
                    </a:lnTo>
                    <a:cubicBezTo>
                      <a:pt x="1383316" y="131159"/>
                      <a:pt x="1393793" y="131921"/>
                      <a:pt x="1400747" y="126016"/>
                    </a:cubicBezTo>
                    <a:cubicBezTo>
                      <a:pt x="1407414" y="119729"/>
                      <a:pt x="1407795" y="109252"/>
                      <a:pt x="1401509" y="102489"/>
                    </a:cubicBezTo>
                    <a:lnTo>
                      <a:pt x="1356836" y="54864"/>
                    </a:lnTo>
                    <a:cubicBezTo>
                      <a:pt x="1372076" y="34195"/>
                      <a:pt x="1390174" y="15716"/>
                      <a:pt x="1410557" y="0"/>
                    </a:cubicBezTo>
                    <a:lnTo>
                      <a:pt x="1601438" y="0"/>
                    </a:lnTo>
                    <a:lnTo>
                      <a:pt x="1601438" y="437864"/>
                    </a:lnTo>
                    <a:lnTo>
                      <a:pt x="1503331" y="437864"/>
                    </a:lnTo>
                    <a:cubicBezTo>
                      <a:pt x="1522381" y="377190"/>
                      <a:pt x="1516856" y="312134"/>
                      <a:pt x="1463802" y="233553"/>
                    </a:cubicBezTo>
                    <a:cubicBezTo>
                      <a:pt x="1609725" y="598361"/>
                      <a:pt x="853631" y="586835"/>
                      <a:pt x="1180910" y="1435703"/>
                    </a:cubicBezTo>
                    <a:lnTo>
                      <a:pt x="1163765" y="1455706"/>
                    </a:lnTo>
                    <a:lnTo>
                      <a:pt x="437769" y="1455706"/>
                    </a:lnTo>
                    <a:lnTo>
                      <a:pt x="146304" y="1165289"/>
                    </a:lnTo>
                    <a:lnTo>
                      <a:pt x="146304" y="437579"/>
                    </a:lnTo>
                    <a:lnTo>
                      <a:pt x="0" y="437579"/>
                    </a:lnTo>
                    <a:lnTo>
                      <a:pt x="0" y="95"/>
                    </a:lnTo>
                    <a:lnTo>
                      <a:pt x="727901" y="95"/>
                    </a:lnTo>
                    <a:lnTo>
                      <a:pt x="727901" y="437960"/>
                    </a:lnTo>
                    <a:lnTo>
                      <a:pt x="581882" y="437960"/>
                    </a:lnTo>
                    <a:lnTo>
                      <a:pt x="581882" y="1017937"/>
                    </a:lnTo>
                    <a:lnTo>
                      <a:pt x="1019747" y="1017937"/>
                    </a:lnTo>
                    <a:lnTo>
                      <a:pt x="1019747" y="437483"/>
                    </a:lnTo>
                    <a:lnTo>
                      <a:pt x="873728" y="437483"/>
                    </a:lnTo>
                    <a:lnTo>
                      <a:pt x="873728" y="95"/>
                    </a:lnTo>
                    <a:lnTo>
                      <a:pt x="1343025" y="95"/>
                    </a:lnTo>
                    <a:cubicBezTo>
                      <a:pt x="1189768" y="114300"/>
                      <a:pt x="1096232" y="410147"/>
                      <a:pt x="1230535" y="617411"/>
                    </a:cubicBezTo>
                    <a:cubicBezTo>
                      <a:pt x="1252538" y="596551"/>
                      <a:pt x="1278160" y="567023"/>
                      <a:pt x="1308259" y="542925"/>
                    </a:cubicBezTo>
                    <a:cubicBezTo>
                      <a:pt x="1294352" y="519684"/>
                      <a:pt x="1283589" y="494729"/>
                      <a:pt x="1276064" y="468725"/>
                    </a:cubicBezTo>
                    <a:lnTo>
                      <a:pt x="1433417" y="407765"/>
                    </a:lnTo>
                    <a:cubicBezTo>
                      <a:pt x="1442657" y="404336"/>
                      <a:pt x="1447324" y="394049"/>
                      <a:pt x="1443895" y="384810"/>
                    </a:cubicBezTo>
                    <a:cubicBezTo>
                      <a:pt x="1440466" y="375571"/>
                      <a:pt x="1430179" y="370904"/>
                      <a:pt x="1420939" y="374333"/>
                    </a:cubicBezTo>
                    <a:lnTo>
                      <a:pt x="1267778" y="433673"/>
                    </a:lnTo>
                    <a:cubicBezTo>
                      <a:pt x="1261110" y="396621"/>
                      <a:pt x="1259110" y="358807"/>
                      <a:pt x="1261967" y="321278"/>
                    </a:cubicBezTo>
                    <a:lnTo>
                      <a:pt x="1416082" y="316516"/>
                    </a:lnTo>
                    <a:cubicBezTo>
                      <a:pt x="1425797" y="316325"/>
                      <a:pt x="1433513" y="308420"/>
                      <a:pt x="1433417" y="298704"/>
                    </a:cubicBezTo>
                    <a:cubicBezTo>
                      <a:pt x="1433036" y="288989"/>
                      <a:pt x="1424940" y="281464"/>
                      <a:pt x="1415225" y="281750"/>
                    </a:cubicBezTo>
                    <a:lnTo>
                      <a:pt x="1265587" y="286322"/>
                    </a:lnTo>
                    <a:cubicBezTo>
                      <a:pt x="1270159" y="252698"/>
                      <a:pt x="1277874" y="219647"/>
                      <a:pt x="1288542" y="187452"/>
                    </a:cubicBezTo>
                    <a:lnTo>
                      <a:pt x="1394746" y="222314"/>
                    </a:lnTo>
                    <a:cubicBezTo>
                      <a:pt x="1403699" y="225552"/>
                      <a:pt x="1413510" y="220980"/>
                      <a:pt x="1416844" y="212122"/>
                    </a:cubicBezTo>
                    <a:cubicBezTo>
                      <a:pt x="1419797" y="203168"/>
                      <a:pt x="1414939" y="193453"/>
                      <a:pt x="1405985" y="190405"/>
                    </a:cubicBezTo>
                    <a:lnTo>
                      <a:pt x="1300258" y="155639"/>
                    </a:lnTo>
                    <a:cubicBezTo>
                      <a:pt x="1310640" y="130112"/>
                      <a:pt x="1323308" y="105537"/>
                      <a:pt x="1337977" y="82296"/>
                    </a:cubicBezTo>
                    <a:lnTo>
                      <a:pt x="1337977" y="8229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</p:grpSp>
      <p:sp>
        <p:nvSpPr>
          <p:cNvPr id="1006" name="Google Shape;1006;p78"/>
          <p:cNvSpPr txBox="1"/>
          <p:nvPr/>
        </p:nvSpPr>
        <p:spPr>
          <a:xfrm>
            <a:off x="8782050" y="6489397"/>
            <a:ext cx="30289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A7A9A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UNIVERSITY OF UTAH HEALTH</a:t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1007" name="Google Shape;1007;p78"/>
          <p:cNvGrpSpPr/>
          <p:nvPr/>
        </p:nvGrpSpPr>
        <p:grpSpPr>
          <a:xfrm>
            <a:off x="12399975" y="-1"/>
            <a:ext cx="8060170" cy="6857999"/>
            <a:chOff x="15714230" y="-1"/>
            <a:chExt cx="8060170" cy="6857999"/>
          </a:xfrm>
        </p:grpSpPr>
        <p:grpSp>
          <p:nvGrpSpPr>
            <p:cNvPr id="1008" name="Google Shape;1008;p78"/>
            <p:cNvGrpSpPr/>
            <p:nvPr/>
          </p:nvGrpSpPr>
          <p:grpSpPr>
            <a:xfrm>
              <a:off x="15714230" y="-1"/>
              <a:ext cx="8060170" cy="6857999"/>
              <a:chOff x="15714230" y="-1"/>
              <a:chExt cx="8060170" cy="6857999"/>
            </a:xfrm>
          </p:grpSpPr>
          <p:sp>
            <p:nvSpPr>
              <p:cNvPr id="1009" name="Google Shape;1009;p78"/>
              <p:cNvSpPr/>
              <p:nvPr/>
            </p:nvSpPr>
            <p:spPr>
              <a:xfrm>
                <a:off x="15714230" y="-1"/>
                <a:ext cx="8060170" cy="6857999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1010" name="Google Shape;1010;p78"/>
              <p:cNvSpPr txBox="1"/>
              <p:nvPr/>
            </p:nvSpPr>
            <p:spPr>
              <a:xfrm>
                <a:off x="15871620" y="150741"/>
                <a:ext cx="2941768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200"/>
                  <a:buFont typeface="Arial"/>
                  <a:buNone/>
                </a:pPr>
                <a:r>
                  <a:rPr b="1" i="0" lang="en-GB" sz="3200" u="none" cap="none" strike="noStrike">
                    <a:solidFill>
                      <a:schemeClr val="accen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Instruction: 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1" name="Google Shape;1011;p78"/>
              <p:cNvSpPr txBox="1"/>
              <p:nvPr/>
            </p:nvSpPr>
            <p:spPr>
              <a:xfrm>
                <a:off x="15871620" y="818147"/>
                <a:ext cx="2502568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GB" sz="1800" u="none" cap="none" strike="noStrike">
                    <a:solidFill>
                      <a:schemeClr val="dk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1. Insert video on </a:t>
                </a:r>
                <a:br>
                  <a:rPr b="0" i="0" lang="en-GB" sz="1800" u="none" cap="none" strike="noStrike">
                    <a:solidFill>
                      <a:schemeClr val="dk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</a:br>
                <a:r>
                  <a:rPr b="0" i="0" lang="en-GB" sz="1800" u="none" cap="none" strike="noStrike">
                    <a:solidFill>
                      <a:schemeClr val="dk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the placeholder.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012" name="Google Shape;1012;p7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5994882" y="1500625"/>
                <a:ext cx="875152" cy="9050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13" name="Google Shape;1013;p78"/>
              <p:cNvSpPr txBox="1"/>
              <p:nvPr/>
            </p:nvSpPr>
            <p:spPr>
              <a:xfrm>
                <a:off x="15871620" y="2582779"/>
                <a:ext cx="2502568" cy="14773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GB" sz="1800" u="none" cap="none" strike="noStrike">
                    <a:solidFill>
                      <a:schemeClr val="dk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2. Once video is inserted, navigate to ‘Video Playback’ at the top and select ‘Crop’.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A screenshot of a video format&#10;&#10;Description automatically generated" id="1014" name="Google Shape;1014;p78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5994881" y="4228704"/>
                <a:ext cx="2492608" cy="161464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 screenshot of a computer&#10;&#10;Description automatically generated" id="1015" name="Google Shape;1015;p78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19050759" y="4142650"/>
                <a:ext cx="4010935" cy="250652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16" name="Google Shape;1016;p78"/>
              <p:cNvSpPr/>
              <p:nvPr/>
            </p:nvSpPr>
            <p:spPr>
              <a:xfrm>
                <a:off x="15989715" y="4219078"/>
                <a:ext cx="1536285" cy="486451"/>
              </a:xfrm>
              <a:prstGeom prst="frame">
                <a:avLst>
                  <a:gd fmla="val 2285" name="adj1"/>
                </a:avLst>
              </a:prstGeom>
              <a:solidFill>
                <a:schemeClr val="accent2"/>
              </a:solidFill>
              <a:ln cap="flat" cmpd="sng" w="2857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1017" name="Google Shape;1017;p78"/>
              <p:cNvSpPr/>
              <p:nvPr/>
            </p:nvSpPr>
            <p:spPr>
              <a:xfrm>
                <a:off x="17342505" y="4761370"/>
                <a:ext cx="793096" cy="969879"/>
              </a:xfrm>
              <a:prstGeom prst="frame">
                <a:avLst>
                  <a:gd fmla="val 2285" name="adj1"/>
                </a:avLst>
              </a:prstGeom>
              <a:solidFill>
                <a:schemeClr val="accent2"/>
              </a:solidFill>
              <a:ln cap="flat" cmpd="sng" w="2857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grpSp>
            <p:nvGrpSpPr>
              <p:cNvPr id="1018" name="Google Shape;1018;p78"/>
              <p:cNvGrpSpPr/>
              <p:nvPr/>
            </p:nvGrpSpPr>
            <p:grpSpPr>
              <a:xfrm>
                <a:off x="19050759" y="1187479"/>
                <a:ext cx="3967529" cy="2248431"/>
                <a:chOff x="20827627" y="867691"/>
                <a:chExt cx="3967529" cy="2248431"/>
              </a:xfrm>
            </p:grpSpPr>
            <p:pic>
              <p:nvPicPr>
                <p:cNvPr descr="A screenshot of a computer&#10;&#10;Description automatically generated" id="1019" name="Google Shape;1019;p78"/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 b="0" l="0" r="0" t="0"/>
                <a:stretch/>
              </p:blipFill>
              <p:spPr>
                <a:xfrm>
                  <a:off x="20827627" y="867691"/>
                  <a:ext cx="3967529" cy="224843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1020" name="Google Shape;1020;p78"/>
                <p:cNvCxnSpPr/>
                <p:nvPr/>
              </p:nvCxnSpPr>
              <p:spPr>
                <a:xfrm rot="10800000">
                  <a:off x="20903827" y="1767756"/>
                  <a:ext cx="3048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med" w="med" type="stealth"/>
                </a:ln>
              </p:spPr>
            </p:cxnSp>
            <p:cxnSp>
              <p:nvCxnSpPr>
                <p:cNvPr id="1021" name="Google Shape;1021;p78"/>
                <p:cNvCxnSpPr/>
                <p:nvPr/>
              </p:nvCxnSpPr>
              <p:spPr>
                <a:xfrm>
                  <a:off x="24409027" y="1767756"/>
                  <a:ext cx="3048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med" w="med" type="stealth"/>
                </a:ln>
              </p:spPr>
            </p:cxnSp>
          </p:grpSp>
        </p:grpSp>
        <p:sp>
          <p:nvSpPr>
            <p:cNvPr id="1022" name="Google Shape;1022;p78"/>
            <p:cNvSpPr txBox="1"/>
            <p:nvPr/>
          </p:nvSpPr>
          <p:spPr>
            <a:xfrm>
              <a:off x="18953152" y="3703345"/>
              <a:ext cx="466884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4. Enlarge the video to fill the crop area.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78"/>
            <p:cNvSpPr txBox="1"/>
            <p:nvPr/>
          </p:nvSpPr>
          <p:spPr>
            <a:xfrm>
              <a:off x="18953152" y="818147"/>
              <a:ext cx="4668848" cy="369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3. Drag the crop area to fill slide length.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213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6"/>
          <p:cNvSpPr txBox="1"/>
          <p:nvPr>
            <p:ph type="title"/>
          </p:nvPr>
        </p:nvSpPr>
        <p:spPr>
          <a:xfrm>
            <a:off x="365760" y="365760"/>
            <a:ext cx="10958513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  <a:defRPr b="0" i="0" sz="4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6"/>
          <p:cNvSpPr txBox="1"/>
          <p:nvPr>
            <p:ph idx="1" type="body"/>
          </p:nvPr>
        </p:nvSpPr>
        <p:spPr>
          <a:xfrm>
            <a:off x="901701" y="1602000"/>
            <a:ext cx="10387012" cy="41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55600" lvl="1" marL="91440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55600" lvl="2" marL="137160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55600" lvl="3" marL="182880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55600" lvl="4" marL="228600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2" name="Google Shape;12;p46"/>
          <p:cNvSpPr txBox="1"/>
          <p:nvPr>
            <p:ph idx="10" type="dt"/>
          </p:nvPr>
        </p:nvSpPr>
        <p:spPr>
          <a:xfrm>
            <a:off x="402336" y="6310800"/>
            <a:ext cx="212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3" name="Google Shape;13;p46"/>
          <p:cNvSpPr txBox="1"/>
          <p:nvPr>
            <p:ph idx="11" type="ftr"/>
          </p:nvPr>
        </p:nvSpPr>
        <p:spPr>
          <a:xfrm>
            <a:off x="2743200" y="6309397"/>
            <a:ext cx="417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388">
          <p15:clr>
            <a:srgbClr val="F26B43"/>
          </p15:clr>
        </p15:guide>
        <p15:guide id="4" pos="7291">
          <p15:clr>
            <a:srgbClr val="F26B43"/>
          </p15:clr>
        </p15:guide>
        <p15:guide id="5" orient="horz">
          <p15:clr>
            <a:srgbClr val="F26B43"/>
          </p15:clr>
        </p15:guide>
        <p15:guide id="6" orient="horz" pos="4320">
          <p15:clr>
            <a:srgbClr val="F26B43"/>
          </p15:clr>
        </p15:guide>
        <p15:guide id="7" orient="horz" pos="316">
          <p15:clr>
            <a:srgbClr val="F26B43"/>
          </p15:clr>
        </p15:guide>
        <p15:guide id="8" orient="horz" pos="4003">
          <p15:clr>
            <a:srgbClr val="F26B43"/>
          </p15:clr>
        </p15:guide>
        <p15:guide id="9" pos="568">
          <p15:clr>
            <a:srgbClr val="F26B43"/>
          </p15:clr>
        </p15:guide>
        <p15:guide id="10" pos="7120">
          <p15:clr>
            <a:srgbClr val="F26B43"/>
          </p15:clr>
        </p15:guide>
        <p15:guide id="11" orient="horz" pos="4008">
          <p15:clr>
            <a:srgbClr val="F26B43"/>
          </p15:clr>
        </p15:guide>
        <p15:guide id="12" orient="horz" pos="3480">
          <p15:clr>
            <a:srgbClr val="F26B43"/>
          </p15:clr>
        </p15:guide>
        <p15:guide id="13" pos="240">
          <p15:clr>
            <a:srgbClr val="F26B43"/>
          </p15:clr>
        </p15:guide>
        <p15:guide id="14" pos="7440">
          <p15:clr>
            <a:srgbClr val="F26B43"/>
          </p15:clr>
        </p15:guide>
        <p15:guide id="15" pos="312">
          <p15:clr>
            <a:srgbClr val="F26B43"/>
          </p15:clr>
        </p15:guide>
        <p15:guide id="16" pos="7368">
          <p15:clr>
            <a:srgbClr val="F26B43"/>
          </p15:clr>
        </p15:guide>
        <p15:guide id="17" orient="horz" pos="40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hyperlink" Target="https://doi.org/10.1016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2"/>
          <p:cNvSpPr txBox="1"/>
          <p:nvPr>
            <p:ph type="ctrTitle"/>
          </p:nvPr>
        </p:nvSpPr>
        <p:spPr>
          <a:xfrm>
            <a:off x="308463" y="1582880"/>
            <a:ext cx="11575074" cy="202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Century Gothic"/>
              <a:buNone/>
            </a:pPr>
            <a:r>
              <a:rPr lang="en-GB" sz="4300"/>
              <a:t>Sequential Deep Learning for Personalized HbA1c Response Prediction and Treatment Ranking in Type 2 Diabetes</a:t>
            </a:r>
            <a:endParaRPr sz="43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Century Gothic"/>
              <a:buNone/>
            </a:pPr>
            <a:r>
              <a:t/>
            </a:r>
            <a:endParaRPr sz="4300"/>
          </a:p>
        </p:txBody>
      </p:sp>
      <p:sp>
        <p:nvSpPr>
          <p:cNvPr id="1030" name="Google Shape;1030;p2"/>
          <p:cNvSpPr txBox="1"/>
          <p:nvPr>
            <p:ph idx="10" type="dt"/>
          </p:nvPr>
        </p:nvSpPr>
        <p:spPr>
          <a:xfrm>
            <a:off x="365760" y="6310800"/>
            <a:ext cx="212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April 21, 2026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31" name="Google Shape;1031;p2"/>
          <p:cNvSpPr txBox="1"/>
          <p:nvPr>
            <p:ph idx="10" type="dt"/>
          </p:nvPr>
        </p:nvSpPr>
        <p:spPr>
          <a:xfrm>
            <a:off x="365755" y="5847000"/>
            <a:ext cx="39471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Andre Chu, Matias Lee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3bb0817e8c0_0_124"/>
          <p:cNvSpPr txBox="1"/>
          <p:nvPr>
            <p:ph type="title"/>
          </p:nvPr>
        </p:nvSpPr>
        <p:spPr>
          <a:xfrm>
            <a:off x="365760" y="365760"/>
            <a:ext cx="10958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</a:pPr>
            <a:r>
              <a:rPr b="1" lang="en-GB"/>
              <a:t>Intro</a:t>
            </a:r>
            <a:endParaRPr b="1"/>
          </a:p>
        </p:txBody>
      </p:sp>
      <p:sp>
        <p:nvSpPr>
          <p:cNvPr id="1038" name="Google Shape;1038;g3bb0817e8c0_0_124"/>
          <p:cNvSpPr txBox="1"/>
          <p:nvPr>
            <p:ph idx="1" type="body"/>
          </p:nvPr>
        </p:nvSpPr>
        <p:spPr>
          <a:xfrm>
            <a:off x="365750" y="1680650"/>
            <a:ext cx="5730300" cy="40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b="1" lang="en-GB" sz="2400"/>
              <a:t>Type 2 diabetes</a:t>
            </a:r>
            <a:r>
              <a:rPr lang="en-GB" sz="2400"/>
              <a:t> is a major global health problem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GB" sz="2400"/>
              <a:t>Accounts for </a:t>
            </a:r>
            <a:r>
              <a:rPr b="1" lang="en-GB" sz="2400"/>
              <a:t>~90–95% </a:t>
            </a:r>
            <a:r>
              <a:rPr lang="en-GB" sz="2400"/>
              <a:t>of all diabetes cases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GB" sz="2400"/>
              <a:t>Poor glucose control → </a:t>
            </a:r>
            <a:r>
              <a:rPr b="1" lang="en-GB" sz="2400"/>
              <a:t>s</a:t>
            </a:r>
            <a:r>
              <a:rPr b="1" lang="en-GB" sz="2400"/>
              <a:t>erious complications</a:t>
            </a:r>
            <a:endParaRPr b="1" sz="2400"/>
          </a:p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b="1" lang="en-GB" sz="2400"/>
              <a:t>Multiple treatment</a:t>
            </a:r>
            <a:r>
              <a:rPr lang="en-GB" sz="2400"/>
              <a:t> options available</a:t>
            </a:r>
            <a:endParaRPr sz="2400"/>
          </a:p>
        </p:txBody>
      </p:sp>
      <p:sp>
        <p:nvSpPr>
          <p:cNvPr id="1039" name="Google Shape;1039;g3bb0817e8c0_0_124"/>
          <p:cNvSpPr txBox="1"/>
          <p:nvPr>
            <p:ph idx="3" type="body"/>
          </p:nvPr>
        </p:nvSpPr>
        <p:spPr>
          <a:xfrm>
            <a:off x="274638" y="5943600"/>
            <a:ext cx="106728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GB"/>
              <a:t>https://www.cdc.gov/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040" name="Google Shape;1040;g3bb0817e8c0_0_124" title="Screenshot 2026-04-18 at 18.23.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50" y="1500947"/>
            <a:ext cx="5791150" cy="3398907"/>
          </a:xfrm>
          <a:prstGeom prst="rect">
            <a:avLst/>
          </a:prstGeom>
          <a:noFill/>
          <a:ln>
            <a:noFill/>
          </a:ln>
        </p:spPr>
      </p:pic>
      <p:sp>
        <p:nvSpPr>
          <p:cNvPr id="1041" name="Google Shape;1041;g3bb0817e8c0_0_124"/>
          <p:cNvSpPr txBox="1"/>
          <p:nvPr/>
        </p:nvSpPr>
        <p:spPr>
          <a:xfrm>
            <a:off x="6126475" y="4899850"/>
            <a:ext cx="57303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Overview of Type 1 and Type 2 Diabetes in the U.S. (CDC)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19"/>
          <p:cNvSpPr txBox="1"/>
          <p:nvPr>
            <p:ph type="title"/>
          </p:nvPr>
        </p:nvSpPr>
        <p:spPr>
          <a:xfrm>
            <a:off x="365760" y="365760"/>
            <a:ext cx="10958513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</a:pPr>
            <a:r>
              <a:rPr b="1" lang="en-GB"/>
              <a:t>Clinical Problem</a:t>
            </a:r>
            <a:endParaRPr b="1"/>
          </a:p>
        </p:txBody>
      </p:sp>
      <p:sp>
        <p:nvSpPr>
          <p:cNvPr id="1048" name="Google Shape;1048;p19"/>
          <p:cNvSpPr txBox="1"/>
          <p:nvPr>
            <p:ph idx="1" type="body"/>
          </p:nvPr>
        </p:nvSpPr>
        <p:spPr>
          <a:xfrm>
            <a:off x="365750" y="1175650"/>
            <a:ext cx="4415700" cy="48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b="1" lang="en-GB" sz="2400"/>
              <a:t>Multiple glucose-lowering medications</a:t>
            </a:r>
            <a:endParaRPr b="1" sz="2400"/>
          </a:p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GB" sz="2400"/>
              <a:t>Patients respond </a:t>
            </a:r>
            <a:r>
              <a:rPr b="1" lang="en-GB" sz="2400"/>
              <a:t>differently</a:t>
            </a:r>
            <a:r>
              <a:rPr lang="en-GB" sz="2400"/>
              <a:t> to each treatment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GB" sz="2400"/>
              <a:t>Current decisions based on </a:t>
            </a:r>
            <a:r>
              <a:rPr b="1" lang="en-GB" sz="2400"/>
              <a:t>guidelines and averages</a:t>
            </a:r>
            <a:endParaRPr b="1" sz="2400"/>
          </a:p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GB" sz="2400"/>
              <a:t>No clear way to choose the </a:t>
            </a:r>
            <a:r>
              <a:rPr b="1" lang="en-GB" sz="2400"/>
              <a:t>best drug for an individual</a:t>
            </a:r>
            <a:endParaRPr b="1" sz="2400"/>
          </a:p>
        </p:txBody>
      </p:sp>
      <p:pic>
        <p:nvPicPr>
          <p:cNvPr id="1049" name="Google Shape;104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4900" y="900122"/>
            <a:ext cx="6896100" cy="460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g3bb0817e8c0_0_133"/>
          <p:cNvSpPr txBox="1"/>
          <p:nvPr>
            <p:ph type="title"/>
          </p:nvPr>
        </p:nvSpPr>
        <p:spPr>
          <a:xfrm>
            <a:off x="365760" y="365760"/>
            <a:ext cx="10958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</a:pPr>
            <a:r>
              <a:rPr b="1" lang="en-GB"/>
              <a:t>Why Prediction Matters</a:t>
            </a:r>
            <a:endParaRPr b="1"/>
          </a:p>
        </p:txBody>
      </p:sp>
      <p:grpSp>
        <p:nvGrpSpPr>
          <p:cNvPr id="1056" name="Google Shape;1056;g3bb0817e8c0_0_133"/>
          <p:cNvGrpSpPr/>
          <p:nvPr/>
        </p:nvGrpSpPr>
        <p:grpSpPr>
          <a:xfrm>
            <a:off x="1001640" y="2085970"/>
            <a:ext cx="5052654" cy="2686056"/>
            <a:chOff x="3071457" y="2013875"/>
            <a:chExt cx="1944600" cy="1569600"/>
          </a:xfrm>
        </p:grpSpPr>
        <p:sp>
          <p:nvSpPr>
            <p:cNvPr id="1057" name="Google Shape;1057;g3bb0817e8c0_0_133"/>
            <p:cNvSpPr/>
            <p:nvPr/>
          </p:nvSpPr>
          <p:spPr>
            <a:xfrm flipH="1" rot="10800000">
              <a:off x="3071457" y="2013875"/>
              <a:ext cx="1944600" cy="1569600"/>
            </a:xfrm>
            <a:prstGeom prst="round2DiagRect">
              <a:avLst>
                <a:gd fmla="val 0" name="adj1"/>
                <a:gd fmla="val 17764" name="adj2"/>
              </a:avLst>
            </a:prstGeom>
            <a:solidFill>
              <a:srgbClr val="EA9999"/>
            </a:solidFill>
            <a:ln>
              <a:noFill/>
            </a:ln>
          </p:spPr>
          <p:txBody>
            <a:bodyPr anchorCtr="0" anchor="ctr" bIns="156450" lIns="156450" spcFirstLastPara="1" rIns="156450" wrap="square" tIns="15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g3bb0817e8c0_0_133"/>
            <p:cNvSpPr txBox="1"/>
            <p:nvPr/>
          </p:nvSpPr>
          <p:spPr>
            <a:xfrm>
              <a:off x="3316102" y="2256385"/>
              <a:ext cx="1451700" cy="459900"/>
            </a:xfrm>
            <a:prstGeom prst="rect">
              <a:avLst/>
            </a:prstGeom>
            <a:solidFill>
              <a:srgbClr val="EA9999"/>
            </a:solidFill>
            <a:ln>
              <a:noFill/>
            </a:ln>
          </p:spPr>
          <p:txBody>
            <a:bodyPr anchorCtr="0" anchor="t" bIns="156450" lIns="156450" spcFirstLastPara="1" rIns="156450" wrap="square" tIns="15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325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Current Approach</a:t>
              </a:r>
              <a:endParaRPr sz="23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59" name="Google Shape;1059;g3bb0817e8c0_0_133"/>
            <p:cNvSpPr txBox="1"/>
            <p:nvPr/>
          </p:nvSpPr>
          <p:spPr>
            <a:xfrm>
              <a:off x="3316100" y="2716352"/>
              <a:ext cx="1451700" cy="512400"/>
            </a:xfrm>
            <a:prstGeom prst="rect">
              <a:avLst/>
            </a:prstGeom>
            <a:solidFill>
              <a:srgbClr val="EA9999"/>
            </a:solidFill>
            <a:ln>
              <a:noFill/>
            </a:ln>
          </p:spPr>
          <p:txBody>
            <a:bodyPr anchorCtr="0" anchor="t" bIns="156450" lIns="156450" spcFirstLastPara="1" rIns="156450" wrap="square" tIns="156450">
              <a:noAutofit/>
            </a:bodyPr>
            <a:lstStyle/>
            <a:p>
              <a:pPr indent="-395757" lvl="0" marL="586812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12"/>
                <a:buFont typeface="Roboto"/>
                <a:buChar char="●"/>
              </a:pPr>
              <a:r>
                <a:rPr lang="en-GB" sz="1612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Population-level guidelines</a:t>
              </a:r>
              <a:endParaRPr sz="161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95757" lvl="0" marL="586812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12"/>
                <a:buFont typeface="Roboto"/>
                <a:buChar char="●"/>
              </a:pPr>
              <a:r>
                <a:rPr lang="en-GB" sz="1612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Does not account for individual variation</a:t>
              </a:r>
              <a:endParaRPr sz="161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60" name="Google Shape;1060;g3bb0817e8c0_0_133"/>
          <p:cNvGrpSpPr/>
          <p:nvPr/>
        </p:nvGrpSpPr>
        <p:grpSpPr>
          <a:xfrm>
            <a:off x="6054397" y="2085974"/>
            <a:ext cx="5135954" cy="2686056"/>
            <a:chOff x="5015938" y="2013875"/>
            <a:chExt cx="3001200" cy="1569600"/>
          </a:xfrm>
        </p:grpSpPr>
        <p:sp>
          <p:nvSpPr>
            <p:cNvPr id="1061" name="Google Shape;1061;g3bb0817e8c0_0_133"/>
            <p:cNvSpPr/>
            <p:nvPr/>
          </p:nvSpPr>
          <p:spPr>
            <a:xfrm>
              <a:off x="5015938" y="2013875"/>
              <a:ext cx="3001200" cy="1569600"/>
            </a:xfrm>
            <a:prstGeom prst="round2DiagRect">
              <a:avLst>
                <a:gd fmla="val 0" name="adj1"/>
                <a:gd fmla="val 17764" name="adj2"/>
              </a:avLst>
            </a:prstGeom>
            <a:solidFill>
              <a:srgbClr val="E06666"/>
            </a:solidFill>
            <a:ln>
              <a:noFill/>
            </a:ln>
          </p:spPr>
          <p:txBody>
            <a:bodyPr anchorCtr="0" anchor="ctr" bIns="156450" lIns="156450" spcFirstLastPara="1" rIns="156450" wrap="square" tIns="15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39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39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39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39"/>
            </a:p>
          </p:txBody>
        </p:sp>
        <p:sp>
          <p:nvSpPr>
            <p:cNvPr id="1062" name="Google Shape;1062;g3bb0817e8c0_0_133"/>
            <p:cNvSpPr txBox="1"/>
            <p:nvPr/>
          </p:nvSpPr>
          <p:spPr>
            <a:xfrm>
              <a:off x="5360226" y="2256387"/>
              <a:ext cx="2417100" cy="459900"/>
            </a:xfrm>
            <a:prstGeom prst="rect">
              <a:avLst/>
            </a:prstGeom>
            <a:solidFill>
              <a:srgbClr val="E06666"/>
            </a:solidFill>
            <a:ln>
              <a:noFill/>
            </a:ln>
          </p:spPr>
          <p:txBody>
            <a:bodyPr anchorCtr="0" anchor="t" bIns="156450" lIns="156450" spcFirstLastPara="1" rIns="156450" wrap="square" tIns="15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325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Goal</a:t>
              </a:r>
              <a:endParaRPr sz="23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63" name="Google Shape;1063;g3bb0817e8c0_0_133"/>
            <p:cNvSpPr txBox="1"/>
            <p:nvPr/>
          </p:nvSpPr>
          <p:spPr>
            <a:xfrm>
              <a:off x="5360225" y="2716353"/>
              <a:ext cx="2417100" cy="512400"/>
            </a:xfrm>
            <a:prstGeom prst="rect">
              <a:avLst/>
            </a:prstGeom>
            <a:solidFill>
              <a:srgbClr val="E06666"/>
            </a:solidFill>
            <a:ln>
              <a:noFill/>
            </a:ln>
          </p:spPr>
          <p:txBody>
            <a:bodyPr anchorCtr="0" anchor="t" bIns="156450" lIns="156450" spcFirstLastPara="1" rIns="156450" wrap="square" tIns="156450">
              <a:noAutofit/>
            </a:bodyPr>
            <a:lstStyle/>
            <a:p>
              <a:pPr indent="-395757" lvl="0" marL="586812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12"/>
                <a:buFont typeface="Roboto"/>
                <a:buChar char="●"/>
              </a:pPr>
              <a:r>
                <a:rPr lang="en-GB" sz="1612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Predict patient-specific treatment response</a:t>
              </a:r>
              <a:endParaRPr sz="161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95757" lvl="0" marL="586812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12"/>
                <a:buFont typeface="Roboto"/>
                <a:buChar char="●"/>
              </a:pPr>
              <a:r>
                <a:rPr lang="en-GB" sz="1612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Enable personalized therapy selection</a:t>
              </a:r>
              <a:endParaRPr sz="161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64" name="Google Shape;1064;g3bb0817e8c0_0_133"/>
          <p:cNvGrpSpPr/>
          <p:nvPr/>
        </p:nvGrpSpPr>
        <p:grpSpPr>
          <a:xfrm>
            <a:off x="5809060" y="3206059"/>
            <a:ext cx="447607" cy="445567"/>
            <a:chOff x="4858109" y="2631368"/>
            <a:chExt cx="316442" cy="315000"/>
          </a:xfrm>
        </p:grpSpPr>
        <p:sp>
          <p:nvSpPr>
            <p:cNvPr id="1065" name="Google Shape;1065;g3bb0817e8c0_0_133"/>
            <p:cNvSpPr/>
            <p:nvPr/>
          </p:nvSpPr>
          <p:spPr>
            <a:xfrm>
              <a:off x="4859551" y="2631368"/>
              <a:ext cx="315000" cy="315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156450" lIns="156450" spcFirstLastPara="1" rIns="156450" wrap="square" tIns="15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g3bb0817e8c0_0_133"/>
            <p:cNvSpPr/>
            <p:nvPr/>
          </p:nvSpPr>
          <p:spPr>
            <a:xfrm>
              <a:off x="4858109" y="2739300"/>
              <a:ext cx="239100" cy="99000"/>
            </a:xfrm>
            <a:prstGeom prst="rightArrow">
              <a:avLst>
                <a:gd fmla="val 32020" name="adj1"/>
                <a:gd fmla="val 66970" name="adj2"/>
              </a:avLst>
            </a:prstGeom>
            <a:solidFill>
              <a:srgbClr val="0D5CDF"/>
            </a:solidFill>
            <a:ln>
              <a:noFill/>
            </a:ln>
          </p:spPr>
          <p:txBody>
            <a:bodyPr anchorCtr="0" anchor="ctr" bIns="156450" lIns="156450" spcFirstLastPara="1" rIns="156450" wrap="square" tIns="156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lang="en-GB" sz="2439"/>
              </a:br>
              <a:endParaRPr sz="2439"/>
            </a:p>
          </p:txBody>
        </p:sp>
      </p:grp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g3bb0817e8c0_0_29"/>
          <p:cNvSpPr txBox="1"/>
          <p:nvPr>
            <p:ph type="title"/>
          </p:nvPr>
        </p:nvSpPr>
        <p:spPr>
          <a:xfrm>
            <a:off x="365760" y="365760"/>
            <a:ext cx="10958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</a:pPr>
            <a:r>
              <a:rPr b="1" lang="en-GB"/>
              <a:t>Prior Work (Lancet paper) </a:t>
            </a:r>
            <a:endParaRPr b="1"/>
          </a:p>
        </p:txBody>
      </p:sp>
      <p:sp>
        <p:nvSpPr>
          <p:cNvPr id="1073" name="Google Shape;1073;g3bb0817e8c0_0_29"/>
          <p:cNvSpPr txBox="1"/>
          <p:nvPr>
            <p:ph idx="1" type="body"/>
          </p:nvPr>
        </p:nvSpPr>
        <p:spPr>
          <a:xfrm>
            <a:off x="365750" y="1680650"/>
            <a:ext cx="5588100" cy="40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GB" sz="2400"/>
              <a:t>Developed model to predict </a:t>
            </a:r>
            <a:r>
              <a:rPr b="1" lang="en-GB" sz="2400"/>
              <a:t>12-month HbA1c</a:t>
            </a:r>
            <a:endParaRPr b="1" sz="2400"/>
          </a:p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GB" sz="2400"/>
              <a:t>Compared </a:t>
            </a:r>
            <a:r>
              <a:rPr b="1" lang="en-GB" sz="2400"/>
              <a:t>five drug classes </a:t>
            </a:r>
            <a:r>
              <a:rPr lang="en-GB" sz="2400"/>
              <a:t>per patient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GB" sz="2400"/>
              <a:t>Selected </a:t>
            </a:r>
            <a:r>
              <a:rPr b="1" lang="en-GB" sz="2400"/>
              <a:t>optimal therapy</a:t>
            </a:r>
            <a:r>
              <a:rPr lang="en-GB" sz="2400"/>
              <a:t> (lowest predicted HbA1c)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GB" sz="2400"/>
              <a:t>Showed </a:t>
            </a:r>
            <a:r>
              <a:rPr b="1" lang="en-GB" sz="2400"/>
              <a:t>improved outcomes </a:t>
            </a:r>
            <a:r>
              <a:rPr lang="en-GB" sz="2400"/>
              <a:t>with model-guided treatment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GB" sz="2400"/>
              <a:t>Based on </a:t>
            </a:r>
            <a:r>
              <a:rPr b="1" lang="en-GB" sz="2400"/>
              <a:t>static</a:t>
            </a:r>
            <a:r>
              <a:rPr lang="en-GB" sz="2400"/>
              <a:t> baseline features</a:t>
            </a:r>
            <a:endParaRPr sz="2400"/>
          </a:p>
        </p:txBody>
      </p:sp>
      <p:pic>
        <p:nvPicPr>
          <p:cNvPr id="1074" name="Google Shape;1074;g3bb0817e8c0_0_29" title="Screenshot 2026-04-18 at 6.54.5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0350" y="2259596"/>
            <a:ext cx="5933349" cy="2338807"/>
          </a:xfrm>
          <a:prstGeom prst="rect">
            <a:avLst/>
          </a:prstGeom>
          <a:noFill/>
          <a:ln>
            <a:noFill/>
          </a:ln>
        </p:spPr>
      </p:pic>
      <p:sp>
        <p:nvSpPr>
          <p:cNvPr id="1075" name="Google Shape;1075;g3bb0817e8c0_0_29"/>
          <p:cNvSpPr txBox="1"/>
          <p:nvPr>
            <p:ph idx="3" type="body"/>
          </p:nvPr>
        </p:nvSpPr>
        <p:spPr>
          <a:xfrm>
            <a:off x="256350" y="5988250"/>
            <a:ext cx="11679300" cy="288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4"/>
              </a:rPr>
              <a:t>https://doi.org/10.1016/</a:t>
            </a:r>
            <a:r>
              <a:rPr lang="en-GB"/>
              <a:t> S0140-6736(24)02617-5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g3d7238dd9b9_0_1425"/>
          <p:cNvSpPr txBox="1"/>
          <p:nvPr>
            <p:ph type="title"/>
          </p:nvPr>
        </p:nvSpPr>
        <p:spPr>
          <a:xfrm>
            <a:off x="365760" y="365760"/>
            <a:ext cx="10958400" cy="504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</a:pPr>
            <a:r>
              <a:rPr b="1" lang="en-GB"/>
              <a:t>Research Question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g3d7238dd9b9_0_1425"/>
          <p:cNvSpPr txBox="1"/>
          <p:nvPr>
            <p:ph idx="1" type="body"/>
          </p:nvPr>
        </p:nvSpPr>
        <p:spPr>
          <a:xfrm>
            <a:off x="365850" y="1031338"/>
            <a:ext cx="10958400" cy="477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GB" sz="3000"/>
              <a:t>Does incorporating patient history improve prediction of treatment response?</a:t>
            </a:r>
            <a:endParaRPr b="1" sz="3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3d7238dd9b9_0_1440"/>
          <p:cNvSpPr txBox="1"/>
          <p:nvPr>
            <p:ph type="title"/>
          </p:nvPr>
        </p:nvSpPr>
        <p:spPr>
          <a:xfrm>
            <a:off x="365760" y="365760"/>
            <a:ext cx="10958400" cy="504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Data</a:t>
            </a:r>
            <a:endParaRPr b="1"/>
          </a:p>
        </p:txBody>
      </p:sp>
      <p:sp>
        <p:nvSpPr>
          <p:cNvPr id="1089" name="Google Shape;1089;g3d7238dd9b9_0_1440"/>
          <p:cNvSpPr txBox="1"/>
          <p:nvPr>
            <p:ph idx="1" type="body"/>
          </p:nvPr>
        </p:nvSpPr>
        <p:spPr>
          <a:xfrm>
            <a:off x="495300" y="1309675"/>
            <a:ext cx="5377800" cy="4496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GB"/>
              <a:t>TriNetX EHR </a:t>
            </a:r>
            <a:r>
              <a:rPr lang="en-GB"/>
              <a:t>dataset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/>
              <a:t>~120,000 </a:t>
            </a:r>
            <a:r>
              <a:rPr b="1" lang="en-GB"/>
              <a:t>treatment initiation events</a:t>
            </a:r>
            <a:endParaRPr b="1"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/>
              <a:t>Each data point = </a:t>
            </a:r>
            <a:r>
              <a:rPr b="1" lang="en-GB"/>
              <a:t>patient </a:t>
            </a:r>
            <a:r>
              <a:rPr b="1" lang="en-GB"/>
              <a:t>starting a medication</a:t>
            </a:r>
            <a:endParaRPr b="1"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GB"/>
              <a:t>Features: </a:t>
            </a:r>
            <a:r>
              <a:rPr lang="en-GB"/>
              <a:t>demographics, labs, medications, and history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GB"/>
              <a:t>Input</a:t>
            </a:r>
            <a:r>
              <a:rPr lang="en-GB"/>
              <a:t>: patient data before treatment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GB"/>
              <a:t>Output</a:t>
            </a:r>
            <a:r>
              <a:rPr lang="en-GB"/>
              <a:t>: HbA1c ~12 months after treatment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/>
              <a:t>Two settings: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GB"/>
              <a:t>Broad</a:t>
            </a:r>
            <a:r>
              <a:rPr lang="en-GB"/>
              <a:t> (real-world, more noise)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GB"/>
              <a:t>Unchanged</a:t>
            </a:r>
            <a:r>
              <a:rPr lang="en-GB"/>
              <a:t> </a:t>
            </a:r>
            <a:r>
              <a:rPr b="1" lang="en-GB"/>
              <a:t>therapy</a:t>
            </a:r>
            <a:r>
              <a:rPr lang="en-GB"/>
              <a:t> (cleaner, more controlled)</a:t>
            </a:r>
            <a:endParaRPr/>
          </a:p>
        </p:txBody>
      </p:sp>
      <p:sp>
        <p:nvSpPr>
          <p:cNvPr id="1090" name="Google Shape;1090;g3d7238dd9b9_0_1440"/>
          <p:cNvSpPr txBox="1"/>
          <p:nvPr>
            <p:ph idx="3" type="body"/>
          </p:nvPr>
        </p:nvSpPr>
        <p:spPr>
          <a:xfrm>
            <a:off x="274320" y="5943600"/>
            <a:ext cx="10672800" cy="33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1" name="Google Shape;1091;g3d7238dd9b9_0_1440" title="Screenshot 2026-04-19 at 16.13.4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2700" y="1237788"/>
            <a:ext cx="6404975" cy="3925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g3bb0817e8c0_0_46"/>
          <p:cNvSpPr txBox="1"/>
          <p:nvPr>
            <p:ph type="title"/>
          </p:nvPr>
        </p:nvSpPr>
        <p:spPr>
          <a:xfrm>
            <a:off x="365750" y="365750"/>
            <a:ext cx="112086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</a:pPr>
            <a:r>
              <a:rPr b="1" lang="en-GB"/>
              <a:t>Modeling</a:t>
            </a:r>
            <a:endParaRPr b="1"/>
          </a:p>
        </p:txBody>
      </p:sp>
      <p:grpSp>
        <p:nvGrpSpPr>
          <p:cNvPr id="1098" name="Google Shape;1098;g3bb0817e8c0_0_46"/>
          <p:cNvGrpSpPr/>
          <p:nvPr/>
        </p:nvGrpSpPr>
        <p:grpSpPr>
          <a:xfrm>
            <a:off x="733532" y="4216458"/>
            <a:ext cx="10724951" cy="1158364"/>
            <a:chOff x="1593000" y="2322568"/>
            <a:chExt cx="5957975" cy="643500"/>
          </a:xfrm>
        </p:grpSpPr>
        <p:sp>
          <p:nvSpPr>
            <p:cNvPr id="1099" name="Google Shape;1099;g3bb0817e8c0_0_46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164575" lIns="164575" spcFirstLastPara="1" rIns="164575" wrap="square" tIns="164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g3bb0817e8c0_0_46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A7291E"/>
            </a:solidFill>
            <a:ln>
              <a:noFill/>
            </a:ln>
          </p:spPr>
          <p:txBody>
            <a:bodyPr anchorCtr="0" anchor="ctr" bIns="164575" lIns="164575" spcFirstLastPara="1" rIns="164575" wrap="square" tIns="164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g3bb0817e8c0_0_46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A7291E"/>
            </a:solidFill>
            <a:ln>
              <a:noFill/>
            </a:ln>
          </p:spPr>
          <p:txBody>
            <a:bodyPr anchorCtr="0" anchor="ctr" bIns="164575" lIns="164575" spcFirstLastPara="1" rIns="164575" wrap="square" tIns="164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g3bb0817e8c0_0_46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4575" lIns="164575" spcFirstLastPara="1" rIns="164575" wrap="square" tIns="16457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755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Longitudinal (Deep learning)</a:t>
              </a:r>
              <a:endParaRPr sz="175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03" name="Google Shape;1103;g3bb0817e8c0_0_46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B20"/>
            </a:solidFill>
            <a:ln>
              <a:noFill/>
            </a:ln>
            <a:effectLst>
              <a:outerShdw blurRad="128601" rotWithShape="0" algn="bl" dir="2700000" dist="51440">
                <a:srgbClr val="000000">
                  <a:alpha val="17000"/>
                </a:srgbClr>
              </a:outerShdw>
            </a:effectLst>
          </p:spPr>
          <p:txBody>
            <a:bodyPr anchorCtr="0" anchor="ctr" bIns="164575" lIns="164575" spcFirstLastPara="1" rIns="164575" wrap="square" tIns="164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g3bb0817e8c0_0_46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BE2F22"/>
            </a:solidFill>
            <a:ln>
              <a:noFill/>
            </a:ln>
          </p:spPr>
          <p:txBody>
            <a:bodyPr anchorCtr="0" anchor="ctr" bIns="164575" lIns="164575" spcFirstLastPara="1" rIns="164575" wrap="square" tIns="164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4725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03</a:t>
              </a:r>
              <a:endParaRPr sz="4725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1105" name="Google Shape;1105;g3bb0817e8c0_0_46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4575" lIns="164575" spcFirstLastPara="1" rIns="164575" wrap="square" tIns="164575">
              <a:noAutofit/>
            </a:bodyPr>
            <a:lstStyle/>
            <a:p>
              <a:pPr indent="-505831" lvl="0" marL="823046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91E"/>
                </a:buClr>
                <a:buSzPts val="1485"/>
                <a:buFont typeface="Roboto"/>
                <a:buChar char="●"/>
              </a:pPr>
              <a:r>
                <a:rPr lang="en-GB" sz="1485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Gated Recurrent Unit (GRU)</a:t>
              </a:r>
              <a:endParaRPr sz="1485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06" name="Google Shape;1106;g3bb0817e8c0_0_46"/>
          <p:cNvGrpSpPr/>
          <p:nvPr/>
        </p:nvGrpSpPr>
        <p:grpSpPr>
          <a:xfrm>
            <a:off x="733532" y="3037122"/>
            <a:ext cx="10724951" cy="1158364"/>
            <a:chOff x="1593000" y="2322568"/>
            <a:chExt cx="5957975" cy="643500"/>
          </a:xfrm>
        </p:grpSpPr>
        <p:sp>
          <p:nvSpPr>
            <p:cNvPr id="1107" name="Google Shape;1107;g3bb0817e8c0_0_46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164575" lIns="164575" spcFirstLastPara="1" rIns="164575" wrap="square" tIns="164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g3bb0817e8c0_0_46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A7291E"/>
            </a:solidFill>
            <a:ln>
              <a:noFill/>
            </a:ln>
          </p:spPr>
          <p:txBody>
            <a:bodyPr anchorCtr="0" anchor="ctr" bIns="164575" lIns="164575" spcFirstLastPara="1" rIns="164575" wrap="square" tIns="164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g3bb0817e8c0_0_46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A7291E"/>
            </a:solidFill>
            <a:ln>
              <a:noFill/>
            </a:ln>
          </p:spPr>
          <p:txBody>
            <a:bodyPr anchorCtr="0" anchor="ctr" bIns="164575" lIns="164575" spcFirstLastPara="1" rIns="164575" wrap="square" tIns="164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g3bb0817e8c0_0_46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4575" lIns="164575" spcFirstLastPara="1" rIns="164575" wrap="square" tIns="16457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755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Static (Deep learning)</a:t>
              </a:r>
              <a:endParaRPr sz="175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11" name="Google Shape;1111;g3bb0817e8c0_0_46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B20"/>
            </a:solidFill>
            <a:ln>
              <a:noFill/>
            </a:ln>
            <a:effectLst>
              <a:outerShdw blurRad="128601" rotWithShape="0" algn="bl" dir="2700000" dist="51440">
                <a:srgbClr val="000000">
                  <a:alpha val="17000"/>
                </a:srgbClr>
              </a:outerShdw>
            </a:effectLst>
          </p:spPr>
          <p:txBody>
            <a:bodyPr anchorCtr="0" anchor="ctr" bIns="164575" lIns="164575" spcFirstLastPara="1" rIns="164575" wrap="square" tIns="164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g3bb0817e8c0_0_46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BE2F22"/>
            </a:solidFill>
            <a:ln>
              <a:noFill/>
            </a:ln>
          </p:spPr>
          <p:txBody>
            <a:bodyPr anchorCtr="0" anchor="ctr" bIns="164575" lIns="164575" spcFirstLastPara="1" rIns="164575" wrap="square" tIns="164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4725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02</a:t>
              </a:r>
              <a:endParaRPr sz="4725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1113" name="Google Shape;1113;g3bb0817e8c0_0_46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4575" lIns="164575" spcFirstLastPara="1" rIns="164575" wrap="square" tIns="164575">
              <a:noAutofit/>
            </a:bodyPr>
            <a:lstStyle/>
            <a:p>
              <a:pPr indent="-505831" lvl="0" marL="823046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91E"/>
                </a:buClr>
                <a:buSzPts val="1485"/>
                <a:buFont typeface="Roboto"/>
                <a:buChar char="●"/>
              </a:pPr>
              <a:r>
                <a:rPr lang="en-GB" sz="1485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Convolutional Neural Network (CNN)</a:t>
              </a:r>
              <a:endParaRPr sz="1485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14" name="Google Shape;1114;g3bb0817e8c0_0_46"/>
          <p:cNvGrpSpPr/>
          <p:nvPr/>
        </p:nvGrpSpPr>
        <p:grpSpPr>
          <a:xfrm>
            <a:off x="733532" y="1857768"/>
            <a:ext cx="10724951" cy="1158364"/>
            <a:chOff x="1593000" y="2322568"/>
            <a:chExt cx="5957975" cy="643500"/>
          </a:xfrm>
        </p:grpSpPr>
        <p:sp>
          <p:nvSpPr>
            <p:cNvPr id="1115" name="Google Shape;1115;g3bb0817e8c0_0_46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164575" lIns="164575" spcFirstLastPara="1" rIns="164575" wrap="square" tIns="164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g3bb0817e8c0_0_46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A7291E"/>
            </a:solidFill>
            <a:ln>
              <a:noFill/>
            </a:ln>
          </p:spPr>
          <p:txBody>
            <a:bodyPr anchorCtr="0" anchor="ctr" bIns="164575" lIns="164575" spcFirstLastPara="1" rIns="164575" wrap="square" tIns="164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g3bb0817e8c0_0_46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A7291E"/>
            </a:solidFill>
            <a:ln>
              <a:noFill/>
            </a:ln>
          </p:spPr>
          <p:txBody>
            <a:bodyPr anchorCtr="0" anchor="ctr" bIns="164575" lIns="164575" spcFirstLastPara="1" rIns="164575" wrap="square" tIns="164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g3bb0817e8c0_0_46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4575" lIns="164575" spcFirstLastPara="1" rIns="164575" wrap="square" tIns="16457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755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Static (Non-deep learning)</a:t>
              </a:r>
              <a:endParaRPr sz="175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19" name="Google Shape;1119;g3bb0817e8c0_0_46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B20"/>
            </a:solidFill>
            <a:ln>
              <a:noFill/>
            </a:ln>
            <a:effectLst>
              <a:outerShdw blurRad="128601" rotWithShape="0" algn="bl" dir="2700000" dist="51440">
                <a:srgbClr val="000000">
                  <a:alpha val="17000"/>
                </a:srgbClr>
              </a:outerShdw>
            </a:effectLst>
          </p:spPr>
          <p:txBody>
            <a:bodyPr anchorCtr="0" anchor="ctr" bIns="164575" lIns="164575" spcFirstLastPara="1" rIns="164575" wrap="square" tIns="164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g3bb0817e8c0_0_46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BE2F22"/>
            </a:solidFill>
            <a:ln>
              <a:noFill/>
            </a:ln>
          </p:spPr>
          <p:txBody>
            <a:bodyPr anchorCtr="0" anchor="ctr" bIns="164575" lIns="164575" spcFirstLastPara="1" rIns="164575" wrap="square" tIns="164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4725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01</a:t>
              </a:r>
              <a:endParaRPr sz="4725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1121" name="Google Shape;1121;g3bb0817e8c0_0_46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4575" lIns="164575" spcFirstLastPara="1" rIns="164575" wrap="square" tIns="164575">
              <a:noAutofit/>
            </a:bodyPr>
            <a:lstStyle/>
            <a:p>
              <a:pPr indent="-505831" lvl="0" marL="823046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91E"/>
                </a:buClr>
                <a:buSzPts val="1485"/>
                <a:buFont typeface="Roboto"/>
                <a:buChar char="●"/>
              </a:pPr>
              <a:r>
                <a:rPr lang="en-GB" sz="1485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Elastic Net</a:t>
              </a:r>
              <a:endParaRPr sz="1485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505831" lvl="0" marL="823046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91E"/>
                </a:buClr>
                <a:buSzPts val="1485"/>
                <a:buFont typeface="Roboto"/>
                <a:buChar char="●"/>
              </a:pPr>
              <a:r>
                <a:rPr lang="en-GB" sz="1485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HistGradientBoostingRegressor (HGBR)</a:t>
              </a:r>
              <a:endParaRPr sz="1485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g3d7238dd9b9_0_1691"/>
          <p:cNvSpPr txBox="1"/>
          <p:nvPr>
            <p:ph type="title"/>
          </p:nvPr>
        </p:nvSpPr>
        <p:spPr>
          <a:xfrm>
            <a:off x="365760" y="365760"/>
            <a:ext cx="10958400" cy="504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Exploratory Analysis (K-means Clustering)</a:t>
            </a:r>
            <a:endParaRPr b="1"/>
          </a:p>
        </p:txBody>
      </p:sp>
      <p:sp>
        <p:nvSpPr>
          <p:cNvPr id="1128" name="Google Shape;1128;g3d7238dd9b9_0_1691"/>
          <p:cNvSpPr txBox="1"/>
          <p:nvPr>
            <p:ph idx="1" type="body"/>
          </p:nvPr>
        </p:nvSpPr>
        <p:spPr>
          <a:xfrm>
            <a:off x="901700" y="1788899"/>
            <a:ext cx="4489800" cy="328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rtl="0" algn="l">
              <a:spcBef>
                <a:spcPts val="1000"/>
              </a:spcBef>
              <a:spcAft>
                <a:spcPts val="0"/>
              </a:spcAft>
              <a:buSzPts val="2500"/>
              <a:buChar char="•"/>
            </a:pPr>
            <a:r>
              <a:rPr lang="en-GB" sz="2500"/>
              <a:t>Low silhouette score (~0.07–0.08)</a:t>
            </a:r>
            <a:endParaRPr sz="2500"/>
          </a:p>
          <a:p>
            <a:pPr indent="-387350" lvl="0" marL="457200" rtl="0" algn="l">
              <a:spcBef>
                <a:spcPts val="1000"/>
              </a:spcBef>
              <a:spcAft>
                <a:spcPts val="0"/>
              </a:spcAft>
              <a:buSzPts val="2500"/>
              <a:buChar char="•"/>
            </a:pPr>
            <a:r>
              <a:rPr lang="en-GB" sz="2500"/>
              <a:t>Weak cluster separation</a:t>
            </a:r>
            <a:endParaRPr sz="2500"/>
          </a:p>
          <a:p>
            <a:pPr indent="-387350" lvl="0" marL="457200" rtl="0" algn="l">
              <a:spcBef>
                <a:spcPts val="1000"/>
              </a:spcBef>
              <a:spcAft>
                <a:spcPts val="0"/>
              </a:spcAft>
              <a:buSzPts val="2500"/>
              <a:buChar char="•"/>
            </a:pPr>
            <a:r>
              <a:rPr lang="en-GB" sz="2500"/>
              <a:t>Some variation in HbA1c across clusters</a:t>
            </a:r>
            <a:endParaRPr sz="2500"/>
          </a:p>
          <a:p>
            <a:pPr indent="-387350" lvl="0" marL="457200" rtl="0" algn="l">
              <a:spcBef>
                <a:spcPts val="1000"/>
              </a:spcBef>
              <a:spcAft>
                <a:spcPts val="0"/>
              </a:spcAft>
              <a:buSzPts val="2500"/>
              <a:buChar char="•"/>
            </a:pPr>
            <a:r>
              <a:rPr lang="en-GB" sz="2500"/>
              <a:t>No clear patient subgroups identified</a:t>
            </a:r>
            <a:endParaRPr sz="2500"/>
          </a:p>
        </p:txBody>
      </p:sp>
      <p:sp>
        <p:nvSpPr>
          <p:cNvPr id="1129" name="Google Shape;1129;g3d7238dd9b9_0_1691"/>
          <p:cNvSpPr txBox="1"/>
          <p:nvPr>
            <p:ph idx="3" type="body"/>
          </p:nvPr>
        </p:nvSpPr>
        <p:spPr>
          <a:xfrm>
            <a:off x="274320" y="5943600"/>
            <a:ext cx="10672800" cy="33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30" name="Google Shape;1130;g3d7238dd9b9_0_1691" title="Kmeans brao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1758" y="3890460"/>
            <a:ext cx="3686944" cy="27464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1" name="Google Shape;1131;g3d7238dd9b9_0_1691" title="Kmeans unchang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31759" y="1144057"/>
            <a:ext cx="3686944" cy="27464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g3bb0817e8c0_0_64"/>
          <p:cNvSpPr txBox="1"/>
          <p:nvPr>
            <p:ph type="title"/>
          </p:nvPr>
        </p:nvSpPr>
        <p:spPr>
          <a:xfrm>
            <a:off x="365760" y="365760"/>
            <a:ext cx="10958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</a:pPr>
            <a:r>
              <a:rPr b="1" lang="en-GB"/>
              <a:t>Results</a:t>
            </a:r>
            <a:endParaRPr b="1"/>
          </a:p>
        </p:txBody>
      </p:sp>
      <p:grpSp>
        <p:nvGrpSpPr>
          <p:cNvPr id="1138" name="Google Shape;1138;g3bb0817e8c0_0_64"/>
          <p:cNvGrpSpPr/>
          <p:nvPr/>
        </p:nvGrpSpPr>
        <p:grpSpPr>
          <a:xfrm>
            <a:off x="97925" y="1637963"/>
            <a:ext cx="11996151" cy="2859188"/>
            <a:chOff x="0" y="1637963"/>
            <a:chExt cx="11996151" cy="2859188"/>
          </a:xfrm>
        </p:grpSpPr>
        <p:pic>
          <p:nvPicPr>
            <p:cNvPr id="1139" name="Google Shape;1139;g3bb0817e8c0_0_64" title="Barplot 1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1781125"/>
              <a:ext cx="7766510" cy="2716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0" name="Google Shape;1140;g3bb0817e8c0_0_64" title="Barplot 2.png"/>
            <p:cNvPicPr preferRelativeResize="0"/>
            <p:nvPr/>
          </p:nvPicPr>
          <p:blipFill rotWithShape="1">
            <a:blip r:embed="rId4">
              <a:alphaModFix/>
            </a:blip>
            <a:srcRect b="0" l="42509" r="0" t="0"/>
            <a:stretch/>
          </p:blipFill>
          <p:spPr>
            <a:xfrm>
              <a:off x="7766502" y="1637963"/>
              <a:ext cx="4229649" cy="28591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41" name="Google Shape;1141;g3bb0817e8c0_0_64"/>
          <p:cNvSpPr txBox="1"/>
          <p:nvPr/>
        </p:nvSpPr>
        <p:spPr>
          <a:xfrm>
            <a:off x="2257250" y="4497150"/>
            <a:ext cx="7175400" cy="7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Static models outperform longitudinal deep learning across both settings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g3d7238dd9b9_0_1713"/>
          <p:cNvSpPr txBox="1"/>
          <p:nvPr>
            <p:ph type="title"/>
          </p:nvPr>
        </p:nvSpPr>
        <p:spPr>
          <a:xfrm>
            <a:off x="365760" y="365760"/>
            <a:ext cx="10958400" cy="504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Results - Interpretation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g3d7238dd9b9_0_1713"/>
          <p:cNvSpPr txBox="1"/>
          <p:nvPr>
            <p:ph idx="3" type="body"/>
          </p:nvPr>
        </p:nvSpPr>
        <p:spPr>
          <a:xfrm>
            <a:off x="274320" y="5943600"/>
            <a:ext cx="10672800" cy="33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49" name="Google Shape;1149;g3d7238dd9b9_0_1713"/>
          <p:cNvGrpSpPr/>
          <p:nvPr/>
        </p:nvGrpSpPr>
        <p:grpSpPr>
          <a:xfrm>
            <a:off x="331660" y="1777504"/>
            <a:ext cx="11479235" cy="3258331"/>
            <a:chOff x="1141744" y="1537927"/>
            <a:chExt cx="6996974" cy="2067600"/>
          </a:xfrm>
        </p:grpSpPr>
        <p:sp>
          <p:nvSpPr>
            <p:cNvPr id="1150" name="Google Shape;1150;g3d7238dd9b9_0_1713"/>
            <p:cNvSpPr txBox="1"/>
            <p:nvPr/>
          </p:nvSpPr>
          <p:spPr>
            <a:xfrm>
              <a:off x="1141744" y="1572875"/>
              <a:ext cx="1371000" cy="74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106">
                  <a:solidFill>
                    <a:srgbClr val="BE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Static models performed best</a:t>
              </a:r>
              <a:endParaRPr b="1" sz="2106">
                <a:solidFill>
                  <a:srgbClr val="BE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106">
                <a:solidFill>
                  <a:srgbClr val="BE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151" name="Google Shape;1151;g3d7238dd9b9_0_1713"/>
            <p:cNvSpPr txBox="1"/>
            <p:nvPr/>
          </p:nvSpPr>
          <p:spPr>
            <a:xfrm>
              <a:off x="1162904" y="2244838"/>
              <a:ext cx="1314600" cy="136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144050" spcFirstLastPara="1" rIns="144050" wrap="square" tIns="0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315"/>
                </a:spcAft>
                <a:buNone/>
              </a:pPr>
              <a:r>
                <a:rPr b="1" lang="en-GB" sz="1676">
                  <a:solidFill>
                    <a:srgbClr val="202124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HGBR</a:t>
              </a:r>
              <a:r>
                <a:rPr lang="en-GB" sz="1676">
                  <a:solidFill>
                    <a:srgbClr val="202124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achieved lowest error (</a:t>
              </a:r>
              <a:r>
                <a:rPr b="1" lang="en-GB" sz="1676">
                  <a:solidFill>
                    <a:srgbClr val="202124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RMSE ~1.31</a:t>
              </a:r>
              <a:r>
                <a:rPr lang="en-GB" sz="1676">
                  <a:solidFill>
                    <a:srgbClr val="202124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) and highest R² (</a:t>
              </a:r>
              <a:r>
                <a:rPr b="1" lang="en-GB" sz="1676">
                  <a:solidFill>
                    <a:srgbClr val="202124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~0.19</a:t>
              </a:r>
              <a:r>
                <a:rPr lang="en-GB" sz="1676">
                  <a:solidFill>
                    <a:srgbClr val="202124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)</a:t>
              </a:r>
              <a:endParaRPr sz="1676">
                <a:solidFill>
                  <a:srgbClr val="202124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152" name="Google Shape;1152;g3d7238dd9b9_0_1713"/>
            <p:cNvSpPr txBox="1"/>
            <p:nvPr/>
          </p:nvSpPr>
          <p:spPr>
            <a:xfrm>
              <a:off x="2781172" y="1572874"/>
              <a:ext cx="15348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106">
                  <a:solidFill>
                    <a:srgbClr val="BE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Longitudinal model did not improve</a:t>
              </a:r>
              <a:endParaRPr b="1" sz="2106">
                <a:solidFill>
                  <a:srgbClr val="BE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106">
                <a:solidFill>
                  <a:srgbClr val="BE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153" name="Google Shape;1153;g3d7238dd9b9_0_1713"/>
            <p:cNvSpPr txBox="1"/>
            <p:nvPr/>
          </p:nvSpPr>
          <p:spPr>
            <a:xfrm>
              <a:off x="2910526" y="2244858"/>
              <a:ext cx="1314600" cy="136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144050" spcFirstLastPara="1" rIns="144050" wrap="square" tIns="0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315"/>
                </a:spcAft>
                <a:buNone/>
              </a:pPr>
              <a:r>
                <a:rPr b="1" lang="en-GB" sz="1676">
                  <a:solidFill>
                    <a:srgbClr val="202124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GRU</a:t>
              </a:r>
              <a:r>
                <a:rPr lang="en-GB" sz="1676">
                  <a:solidFill>
                    <a:srgbClr val="202124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showed higher error (</a:t>
              </a:r>
              <a:r>
                <a:rPr b="1" lang="en-GB" sz="1676">
                  <a:solidFill>
                    <a:srgbClr val="202124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RMSE up to ~1.49</a:t>
              </a:r>
              <a:r>
                <a:rPr lang="en-GB" sz="1676">
                  <a:solidFill>
                    <a:srgbClr val="202124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) and much lower R² (</a:t>
              </a:r>
              <a:r>
                <a:rPr b="1" lang="en-GB" sz="1676">
                  <a:solidFill>
                    <a:srgbClr val="202124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~0.04</a:t>
              </a:r>
              <a:r>
                <a:rPr lang="en-GB" sz="1676">
                  <a:solidFill>
                    <a:srgbClr val="202124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)</a:t>
              </a:r>
              <a:endParaRPr sz="1676">
                <a:solidFill>
                  <a:srgbClr val="202124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154" name="Google Shape;1154;g3d7238dd9b9_0_1713"/>
            <p:cNvSpPr txBox="1"/>
            <p:nvPr/>
          </p:nvSpPr>
          <p:spPr>
            <a:xfrm>
              <a:off x="4623056" y="1572877"/>
              <a:ext cx="1587300" cy="85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106">
                  <a:solidFill>
                    <a:srgbClr val="BE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Outcome definition matters</a:t>
              </a:r>
              <a:endParaRPr b="1" sz="2106">
                <a:solidFill>
                  <a:srgbClr val="BE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106">
                <a:solidFill>
                  <a:srgbClr val="BE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155" name="Google Shape;1155;g3d7238dd9b9_0_1713"/>
            <p:cNvSpPr txBox="1"/>
            <p:nvPr/>
          </p:nvSpPr>
          <p:spPr>
            <a:xfrm>
              <a:off x="6484818" y="1572877"/>
              <a:ext cx="1653900" cy="85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106">
                  <a:solidFill>
                    <a:srgbClr val="BE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Predictive signal is limited</a:t>
              </a:r>
              <a:endParaRPr b="1" sz="2106">
                <a:solidFill>
                  <a:srgbClr val="BE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106">
                <a:solidFill>
                  <a:srgbClr val="BE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156" name="Google Shape;1156;g3d7238dd9b9_0_1713"/>
            <p:cNvSpPr txBox="1"/>
            <p:nvPr/>
          </p:nvSpPr>
          <p:spPr>
            <a:xfrm>
              <a:off x="6610078" y="2244876"/>
              <a:ext cx="1371000" cy="136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144050" spcFirstLastPara="1" rIns="144050" wrap="square" tIns="0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315"/>
                </a:spcAft>
                <a:buNone/>
              </a:pPr>
              <a:r>
                <a:rPr lang="en-GB" sz="1676">
                  <a:solidFill>
                    <a:srgbClr val="202124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Even best model explains </a:t>
              </a:r>
              <a:r>
                <a:rPr b="1" lang="en-GB" sz="1676">
                  <a:solidFill>
                    <a:srgbClr val="202124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&lt;20% of variance</a:t>
              </a:r>
              <a:endParaRPr b="1" sz="1676">
                <a:solidFill>
                  <a:srgbClr val="202124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157" name="Google Shape;1157;g3d7238dd9b9_0_1713"/>
            <p:cNvSpPr txBox="1"/>
            <p:nvPr/>
          </p:nvSpPr>
          <p:spPr>
            <a:xfrm>
              <a:off x="4655300" y="2244854"/>
              <a:ext cx="1466400" cy="136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144050" spcFirstLastPara="1" rIns="144050" wrap="square" tIns="0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315"/>
                </a:spcAft>
                <a:buNone/>
              </a:pPr>
              <a:r>
                <a:rPr lang="en-GB" sz="1676">
                  <a:solidFill>
                    <a:srgbClr val="202124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Performance improved in the </a:t>
              </a:r>
              <a:r>
                <a:rPr b="1" lang="en-GB" sz="1676">
                  <a:solidFill>
                    <a:srgbClr val="202124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unchanged-therapy, </a:t>
              </a:r>
              <a:r>
                <a:rPr lang="en-GB" sz="1676">
                  <a:solidFill>
                    <a:srgbClr val="202124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suggesting </a:t>
              </a:r>
              <a:r>
                <a:rPr b="1" lang="en-GB" sz="1676">
                  <a:solidFill>
                    <a:srgbClr val="202124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reduced noise leads to better predictions</a:t>
              </a:r>
              <a:endParaRPr b="1" sz="1676">
                <a:solidFill>
                  <a:srgbClr val="202124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1158" name="Google Shape;1158;g3d7238dd9b9_0_1713"/>
            <p:cNvCxnSpPr/>
            <p:nvPr/>
          </p:nvCxnSpPr>
          <p:spPr>
            <a:xfrm flipH="1" rot="5400000">
              <a:off x="2130035" y="1920577"/>
              <a:ext cx="1033800" cy="268500"/>
            </a:xfrm>
            <a:prstGeom prst="curvedConnector3">
              <a:avLst>
                <a:gd fmla="val 50000" name="adj1"/>
              </a:avLst>
            </a:prstGeom>
            <a:noFill/>
            <a:ln cap="flat" cmpd="sng" w="15000">
              <a:solidFill>
                <a:srgbClr val="98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9" name="Google Shape;1159;g3d7238dd9b9_0_1713"/>
            <p:cNvCxnSpPr/>
            <p:nvPr/>
          </p:nvCxnSpPr>
          <p:spPr>
            <a:xfrm rot="5400000">
              <a:off x="2130033" y="2954377"/>
              <a:ext cx="1033800" cy="268500"/>
            </a:xfrm>
            <a:prstGeom prst="curvedConnector3">
              <a:avLst>
                <a:gd fmla="val 50000" name="adj1"/>
              </a:avLst>
            </a:prstGeom>
            <a:noFill/>
            <a:ln cap="flat" cmpd="sng" w="15000">
              <a:solidFill>
                <a:srgbClr val="98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0" name="Google Shape;1160;g3d7238dd9b9_0_1713"/>
            <p:cNvCxnSpPr/>
            <p:nvPr/>
          </p:nvCxnSpPr>
          <p:spPr>
            <a:xfrm flipH="1" rot="5400000">
              <a:off x="3971899" y="1920577"/>
              <a:ext cx="1033800" cy="268500"/>
            </a:xfrm>
            <a:prstGeom prst="curvedConnector3">
              <a:avLst>
                <a:gd fmla="val 50000" name="adj1"/>
              </a:avLst>
            </a:prstGeom>
            <a:noFill/>
            <a:ln cap="flat" cmpd="sng" w="15000">
              <a:solidFill>
                <a:srgbClr val="98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1" name="Google Shape;1161;g3d7238dd9b9_0_1713"/>
            <p:cNvCxnSpPr/>
            <p:nvPr/>
          </p:nvCxnSpPr>
          <p:spPr>
            <a:xfrm rot="5400000">
              <a:off x="3971897" y="2954377"/>
              <a:ext cx="1033800" cy="268500"/>
            </a:xfrm>
            <a:prstGeom prst="curvedConnector3">
              <a:avLst>
                <a:gd fmla="val 50000" name="adj1"/>
              </a:avLst>
            </a:prstGeom>
            <a:noFill/>
            <a:ln cap="flat" cmpd="sng" w="15000">
              <a:solidFill>
                <a:srgbClr val="98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2" name="Google Shape;1162;g3d7238dd9b9_0_1713"/>
            <p:cNvCxnSpPr/>
            <p:nvPr/>
          </p:nvCxnSpPr>
          <p:spPr>
            <a:xfrm flipH="1" rot="5400000">
              <a:off x="5811902" y="1920577"/>
              <a:ext cx="1033800" cy="268500"/>
            </a:xfrm>
            <a:prstGeom prst="curvedConnector3">
              <a:avLst>
                <a:gd fmla="val 50000" name="adj1"/>
              </a:avLst>
            </a:prstGeom>
            <a:noFill/>
            <a:ln cap="flat" cmpd="sng" w="15000">
              <a:solidFill>
                <a:srgbClr val="98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3" name="Google Shape;1163;g3d7238dd9b9_0_1713"/>
            <p:cNvCxnSpPr/>
            <p:nvPr/>
          </p:nvCxnSpPr>
          <p:spPr>
            <a:xfrm rot="5400000">
              <a:off x="5811900" y="2954377"/>
              <a:ext cx="1033800" cy="268500"/>
            </a:xfrm>
            <a:prstGeom prst="curvedConnector3">
              <a:avLst>
                <a:gd fmla="val 50000" name="adj1"/>
              </a:avLst>
            </a:prstGeom>
            <a:noFill/>
            <a:ln cap="flat" cmpd="sng" w="15000">
              <a:solidFill>
                <a:srgbClr val="98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g3d7238dd9b9_0_1703"/>
          <p:cNvSpPr txBox="1"/>
          <p:nvPr>
            <p:ph type="title"/>
          </p:nvPr>
        </p:nvSpPr>
        <p:spPr>
          <a:xfrm>
            <a:off x="365760" y="365760"/>
            <a:ext cx="10958400" cy="504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Discussion</a:t>
            </a:r>
            <a:endParaRPr b="1"/>
          </a:p>
        </p:txBody>
      </p:sp>
      <p:sp>
        <p:nvSpPr>
          <p:cNvPr id="1170" name="Google Shape;1170;g3d7238dd9b9_0_1703"/>
          <p:cNvSpPr txBox="1"/>
          <p:nvPr>
            <p:ph idx="1" type="body"/>
          </p:nvPr>
        </p:nvSpPr>
        <p:spPr>
          <a:xfrm>
            <a:off x="901706" y="1317332"/>
            <a:ext cx="4489800" cy="4178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lang="en-GB" sz="2200"/>
              <a:t>Real-world EHR data is </a:t>
            </a:r>
            <a:r>
              <a:rPr b="1" lang="en-GB" sz="2200"/>
              <a:t>noisy and incomplete</a:t>
            </a:r>
            <a:endParaRPr b="1" sz="2200"/>
          </a:p>
          <a:p>
            <a:pPr indent="-3683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lang="en-GB" sz="2200"/>
              <a:t>Outcome affected by </a:t>
            </a:r>
            <a:r>
              <a:rPr b="1" lang="en-GB" sz="2200"/>
              <a:t>unobserved factors</a:t>
            </a:r>
            <a:r>
              <a:rPr lang="en-GB" sz="2200"/>
              <a:t> (adherence, lifestyle)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lang="en-GB" sz="2200"/>
              <a:t>Limited temporal consistency in patient records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lang="en-GB" sz="2200"/>
              <a:t>Deep learning models may require</a:t>
            </a:r>
            <a:r>
              <a:rPr b="1" lang="en-GB" sz="2200"/>
              <a:t> larger or richer data</a:t>
            </a:r>
            <a:endParaRPr b="1" sz="2200"/>
          </a:p>
        </p:txBody>
      </p:sp>
      <p:sp>
        <p:nvSpPr>
          <p:cNvPr id="1171" name="Google Shape;1171;g3d7238dd9b9_0_1703"/>
          <p:cNvSpPr txBox="1"/>
          <p:nvPr>
            <p:ph idx="3" type="body"/>
          </p:nvPr>
        </p:nvSpPr>
        <p:spPr>
          <a:xfrm>
            <a:off x="274320" y="5943600"/>
            <a:ext cx="10672800" cy="33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2" name="Google Shape;1172;g3d7238dd9b9_0_1703"/>
          <p:cNvSpPr/>
          <p:nvPr/>
        </p:nvSpPr>
        <p:spPr>
          <a:xfrm>
            <a:off x="7259322" y="2092197"/>
            <a:ext cx="3312000" cy="22164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146300" lIns="146300" spcFirstLastPara="1" rIns="146300" wrap="square" tIns="1463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40">
                <a:solidFill>
                  <a:srgbClr val="FEFEFE"/>
                </a:solidFill>
                <a:latin typeface="Alegreya"/>
                <a:ea typeface="Alegreya"/>
                <a:cs typeface="Alegreya"/>
                <a:sym typeface="Alegreya"/>
              </a:rPr>
              <a:t>#</a:t>
            </a:r>
            <a:endParaRPr b="1" sz="2240">
              <a:solidFill>
                <a:srgbClr val="FEFEFE"/>
              </a:solidFill>
              <a:latin typeface="Alegreya"/>
              <a:ea typeface="Alegreya"/>
              <a:cs typeface="Alegreya"/>
              <a:sym typeface="Alegreya"/>
            </a:endParaRPr>
          </a:p>
        </p:txBody>
      </p:sp>
      <p:sp>
        <p:nvSpPr>
          <p:cNvPr id="1173" name="Google Shape;1173;g3d7238dd9b9_0_1703"/>
          <p:cNvSpPr txBox="1"/>
          <p:nvPr/>
        </p:nvSpPr>
        <p:spPr>
          <a:xfrm>
            <a:off x="7409569" y="2997597"/>
            <a:ext cx="2850300" cy="1218600"/>
          </a:xfrm>
          <a:prstGeom prst="rect">
            <a:avLst/>
          </a:prstGeom>
          <a:noFill/>
          <a:ln>
            <a:noFill/>
          </a:ln>
        </p:spPr>
        <p:txBody>
          <a:bodyPr anchorCtr="0" anchor="b" bIns="146300" lIns="146300" spcFirstLastPara="1" rIns="146300" wrap="square" tIns="146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20">
                <a:solidFill>
                  <a:srgbClr val="FEFEFE"/>
                </a:solidFill>
                <a:latin typeface="Alegreya"/>
                <a:ea typeface="Alegreya"/>
                <a:cs typeface="Alegreya"/>
                <a:sym typeface="Alegreya"/>
              </a:rPr>
              <a:t>Data limitations, not model choice, are the primary constraint in this setting.</a:t>
            </a:r>
            <a:endParaRPr sz="1920">
              <a:solidFill>
                <a:srgbClr val="FEFEFE"/>
              </a:solidFill>
              <a:latin typeface="Alegreya"/>
              <a:ea typeface="Alegreya"/>
              <a:cs typeface="Alegreya"/>
              <a:sym typeface="Alegreya"/>
            </a:endParaRPr>
          </a:p>
        </p:txBody>
      </p:sp>
      <p:sp>
        <p:nvSpPr>
          <p:cNvPr id="1174" name="Google Shape;1174;g3d7238dd9b9_0_1703"/>
          <p:cNvSpPr/>
          <p:nvPr/>
        </p:nvSpPr>
        <p:spPr>
          <a:xfrm>
            <a:off x="7536068" y="2411011"/>
            <a:ext cx="417238" cy="264770"/>
          </a:xfrm>
          <a:custGeom>
            <a:rect b="b" l="l" r="r" t="t"/>
            <a:pathLst>
              <a:path extrusionOk="0" h="6618" w="10429">
                <a:moveTo>
                  <a:pt x="12" y="6088"/>
                </a:moveTo>
                <a:cubicBezTo>
                  <a:pt x="-75" y="5343"/>
                  <a:pt x="318" y="3107"/>
                  <a:pt x="950" y="2106"/>
                </a:cubicBezTo>
                <a:cubicBezTo>
                  <a:pt x="1582" y="1105"/>
                  <a:pt x="2608" y="329"/>
                  <a:pt x="3802" y="82"/>
                </a:cubicBezTo>
                <a:cubicBezTo>
                  <a:pt x="4996" y="-165"/>
                  <a:pt x="7092" y="186"/>
                  <a:pt x="8114" y="626"/>
                </a:cubicBezTo>
                <a:cubicBezTo>
                  <a:pt x="9136" y="1066"/>
                  <a:pt x="9573" y="1781"/>
                  <a:pt x="9936" y="2721"/>
                </a:cubicBezTo>
                <a:cubicBezTo>
                  <a:pt x="10299" y="3661"/>
                  <a:pt x="10622" y="5705"/>
                  <a:pt x="10290" y="6266"/>
                </a:cubicBezTo>
                <a:cubicBezTo>
                  <a:pt x="9958" y="6827"/>
                  <a:pt x="8488" y="6503"/>
                  <a:pt x="7942" y="6088"/>
                </a:cubicBezTo>
                <a:cubicBezTo>
                  <a:pt x="7396" y="5673"/>
                  <a:pt x="7455" y="4294"/>
                  <a:pt x="7012" y="3777"/>
                </a:cubicBezTo>
                <a:cubicBezTo>
                  <a:pt x="6569" y="3260"/>
                  <a:pt x="5883" y="2995"/>
                  <a:pt x="5284" y="2987"/>
                </a:cubicBezTo>
                <a:cubicBezTo>
                  <a:pt x="4685" y="2979"/>
                  <a:pt x="3875" y="3212"/>
                  <a:pt x="3417" y="3729"/>
                </a:cubicBezTo>
                <a:cubicBezTo>
                  <a:pt x="2959" y="4246"/>
                  <a:pt x="2861" y="5614"/>
                  <a:pt x="2537" y="6088"/>
                </a:cubicBezTo>
                <a:cubicBezTo>
                  <a:pt x="2213" y="6563"/>
                  <a:pt x="1895" y="6576"/>
                  <a:pt x="1474" y="6576"/>
                </a:cubicBezTo>
                <a:cubicBezTo>
                  <a:pt x="1053" y="6576"/>
                  <a:pt x="99" y="6833"/>
                  <a:pt x="12" y="6088"/>
                </a:cubicBezTo>
                <a:close/>
              </a:path>
            </a:pathLst>
          </a:custGeom>
          <a:solidFill>
            <a:srgbClr val="FEFEFE"/>
          </a:solidFill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g3bb4a135e11_0_11"/>
          <p:cNvSpPr txBox="1"/>
          <p:nvPr>
            <p:ph type="title"/>
          </p:nvPr>
        </p:nvSpPr>
        <p:spPr>
          <a:xfrm>
            <a:off x="365760" y="365760"/>
            <a:ext cx="10958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</a:pPr>
            <a:r>
              <a:rPr b="1" lang="en-GB"/>
              <a:t>Conclusion</a:t>
            </a:r>
            <a:endParaRPr b="1"/>
          </a:p>
        </p:txBody>
      </p:sp>
      <p:sp>
        <p:nvSpPr>
          <p:cNvPr id="1181" name="Google Shape;1181;g3bb4a135e11_0_11"/>
          <p:cNvSpPr txBox="1"/>
          <p:nvPr>
            <p:ph idx="1" type="body"/>
          </p:nvPr>
        </p:nvSpPr>
        <p:spPr>
          <a:xfrm>
            <a:off x="901692" y="1317325"/>
            <a:ext cx="10422600" cy="4178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500"/>
              <a:buChar char="•"/>
            </a:pPr>
            <a:r>
              <a:rPr lang="en-GB" sz="2500"/>
              <a:t>Successfully modeled </a:t>
            </a:r>
            <a:r>
              <a:rPr b="1" lang="en-GB" sz="2500"/>
              <a:t>treatment response in T2D </a:t>
            </a:r>
            <a:r>
              <a:rPr lang="en-GB" sz="2500"/>
              <a:t>using EHR data</a:t>
            </a:r>
            <a:endParaRPr sz="2500"/>
          </a:p>
          <a:p>
            <a:pPr indent="-3873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500"/>
              <a:buChar char="•"/>
            </a:pPr>
            <a:r>
              <a:rPr b="1" lang="en-GB" sz="2500"/>
              <a:t>Static models outperformed </a:t>
            </a:r>
            <a:r>
              <a:rPr lang="en-GB" sz="2500"/>
              <a:t>longitudinal deep learning</a:t>
            </a:r>
            <a:endParaRPr sz="2500"/>
          </a:p>
          <a:p>
            <a:pPr indent="-3873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500"/>
              <a:buChar char="•"/>
            </a:pPr>
            <a:r>
              <a:rPr b="1" lang="en-GB" sz="2500"/>
              <a:t>Longitudinal</a:t>
            </a:r>
            <a:r>
              <a:rPr lang="en-GB" sz="2500"/>
              <a:t> data did </a:t>
            </a:r>
            <a:r>
              <a:rPr b="1" lang="en-GB" sz="2500"/>
              <a:t>not improve prediction</a:t>
            </a:r>
            <a:r>
              <a:rPr lang="en-GB" sz="2500"/>
              <a:t> in this setting</a:t>
            </a:r>
            <a:endParaRPr sz="2500"/>
          </a:p>
          <a:p>
            <a:pPr indent="-3873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500"/>
              <a:buChar char="•"/>
            </a:pPr>
            <a:r>
              <a:rPr lang="en-GB" sz="2500"/>
              <a:t>Model performance limited by r</a:t>
            </a:r>
            <a:r>
              <a:rPr b="1" lang="en-GB" sz="2500"/>
              <a:t>eal-world EHR data quality</a:t>
            </a:r>
            <a:endParaRPr b="1" sz="2500"/>
          </a:p>
          <a:p>
            <a:pPr indent="-3873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500"/>
              <a:buChar char="•"/>
            </a:pPr>
            <a:r>
              <a:rPr b="1" lang="en-GB" sz="2500"/>
              <a:t>Future work: </a:t>
            </a:r>
            <a:r>
              <a:rPr lang="en-GB" sz="2500"/>
              <a:t>richer data and improved temporal modeling</a:t>
            </a:r>
            <a:endParaRPr sz="250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University of Utah Health Template">
  <a:themeElements>
    <a:clrScheme name="UofUHealth022124">
      <a:dk1>
        <a:srgbClr val="414042"/>
      </a:dk1>
      <a:lt1>
        <a:srgbClr val="FFFFFF"/>
      </a:lt1>
      <a:dk2>
        <a:srgbClr val="414042"/>
      </a:dk2>
      <a:lt2>
        <a:srgbClr val="FFFFFF"/>
      </a:lt2>
      <a:accent1>
        <a:srgbClr val="BE0000"/>
      </a:accent1>
      <a:accent2>
        <a:srgbClr val="414042"/>
      </a:accent2>
      <a:accent3>
        <a:srgbClr val="9DD8D7"/>
      </a:accent3>
      <a:accent4>
        <a:srgbClr val="4F868E"/>
      </a:accent4>
      <a:accent5>
        <a:srgbClr val="E2E6E6"/>
      </a:accent5>
      <a:accent6>
        <a:srgbClr val="939598"/>
      </a:accent6>
      <a:hlink>
        <a:srgbClr val="636462"/>
      </a:hlink>
      <a:folHlink>
        <a:srgbClr val="63646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2023-12-20T21:11:31Z</dcterms:created>
  <dc:creator>Jessica Cagle</dc:creator>
</cp:coreProperties>
</file>